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43"/>
  </p:notesMasterIdLst>
  <p:sldIdLst>
    <p:sldId id="256" r:id="rId2"/>
    <p:sldId id="257" r:id="rId3"/>
    <p:sldId id="258" r:id="rId4"/>
    <p:sldId id="303" r:id="rId5"/>
    <p:sldId id="300" r:id="rId6"/>
    <p:sldId id="291" r:id="rId7"/>
    <p:sldId id="301" r:id="rId8"/>
    <p:sldId id="306" r:id="rId9"/>
    <p:sldId id="294" r:id="rId10"/>
    <p:sldId id="293" r:id="rId11"/>
    <p:sldId id="297" r:id="rId12"/>
    <p:sldId id="307" r:id="rId13"/>
    <p:sldId id="298" r:id="rId14"/>
    <p:sldId id="299" r:id="rId15"/>
    <p:sldId id="302" r:id="rId16"/>
    <p:sldId id="259" r:id="rId17"/>
    <p:sldId id="268" r:id="rId18"/>
    <p:sldId id="269" r:id="rId19"/>
    <p:sldId id="271" r:id="rId20"/>
    <p:sldId id="270" r:id="rId21"/>
    <p:sldId id="272" r:id="rId22"/>
    <p:sldId id="273" r:id="rId23"/>
    <p:sldId id="260" r:id="rId24"/>
    <p:sldId id="308" r:id="rId25"/>
    <p:sldId id="275" r:id="rId26"/>
    <p:sldId id="309" r:id="rId27"/>
    <p:sldId id="276" r:id="rId28"/>
    <p:sldId id="277" r:id="rId29"/>
    <p:sldId id="278" r:id="rId30"/>
    <p:sldId id="279" r:id="rId31"/>
    <p:sldId id="280" r:id="rId32"/>
    <p:sldId id="282" r:id="rId33"/>
    <p:sldId id="261" r:id="rId34"/>
    <p:sldId id="283" r:id="rId35"/>
    <p:sldId id="284" r:id="rId36"/>
    <p:sldId id="285" r:id="rId37"/>
    <p:sldId id="287" r:id="rId38"/>
    <p:sldId id="286" r:id="rId39"/>
    <p:sldId id="288" r:id="rId40"/>
    <p:sldId id="289" r:id="rId41"/>
    <p:sldId id="29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65"/>
    <a:srgbClr val="F8DFDC"/>
    <a:srgbClr val="D8EEC0"/>
    <a:srgbClr val="FFEBAB"/>
    <a:srgbClr val="ECDFF5"/>
    <a:srgbClr val="C9F1FF"/>
    <a:srgbClr val="B7ECFF"/>
    <a:srgbClr val="81DEFF"/>
    <a:srgbClr val="DFC9EF"/>
    <a:srgbClr val="C9A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Bu Hawraa" userId="c298b3438ccd2c24" providerId="LiveId" clId="{CEC14A6B-3A05-4564-BAB0-99E1D0B564EF}"/>
    <pc:docChg chg="undo redo custSel addSld modSld sldOrd">
      <pc:chgData name="Ali Bu Hawraa" userId="c298b3438ccd2c24" providerId="LiveId" clId="{CEC14A6B-3A05-4564-BAB0-99E1D0B564EF}" dt="2024-09-09T15:53:53.230" v="4840" actId="14100"/>
      <pc:docMkLst>
        <pc:docMk/>
      </pc:docMkLst>
      <pc:sldChg chg="modSp mod">
        <pc:chgData name="Ali Bu Hawraa" userId="c298b3438ccd2c24" providerId="LiveId" clId="{CEC14A6B-3A05-4564-BAB0-99E1D0B564EF}" dt="2024-08-16T07:35:52.792" v="3231" actId="20577"/>
        <pc:sldMkLst>
          <pc:docMk/>
          <pc:sldMk cId="3078973036" sldId="259"/>
        </pc:sldMkLst>
        <pc:spChg chg="mod">
          <ac:chgData name="Ali Bu Hawraa" userId="c298b3438ccd2c24" providerId="LiveId" clId="{CEC14A6B-3A05-4564-BAB0-99E1D0B564EF}" dt="2024-08-16T07:35:52.792" v="3231" actId="20577"/>
          <ac:spMkLst>
            <pc:docMk/>
            <pc:sldMk cId="3078973036" sldId="259"/>
            <ac:spMk id="29" creationId="{00000000-0000-0000-0000-000000000000}"/>
          </ac:spMkLst>
        </pc:spChg>
      </pc:sldChg>
      <pc:sldChg chg="modSp modAnim">
        <pc:chgData name="Ali Bu Hawraa" userId="c298b3438ccd2c24" providerId="LiveId" clId="{CEC14A6B-3A05-4564-BAB0-99E1D0B564EF}" dt="2024-08-31T11:28:37.717" v="4391" actId="20577"/>
        <pc:sldMkLst>
          <pc:docMk/>
          <pc:sldMk cId="2030762423" sldId="260"/>
        </pc:sldMkLst>
        <pc:spChg chg="mod">
          <ac:chgData name="Ali Bu Hawraa" userId="c298b3438ccd2c24" providerId="LiveId" clId="{CEC14A6B-3A05-4564-BAB0-99E1D0B564EF}" dt="2024-08-31T11:28:37.717" v="4391" actId="20577"/>
          <ac:spMkLst>
            <pc:docMk/>
            <pc:sldMk cId="2030762423" sldId="260"/>
            <ac:spMk id="3" creationId="{00000000-0000-0000-0000-000000000000}"/>
          </ac:spMkLst>
        </pc:spChg>
      </pc:sldChg>
      <pc:sldChg chg="modSp mod">
        <pc:chgData name="Ali Bu Hawraa" userId="c298b3438ccd2c24" providerId="LiveId" clId="{CEC14A6B-3A05-4564-BAB0-99E1D0B564EF}" dt="2024-08-16T07:36:06.070" v="3240" actId="20577"/>
        <pc:sldMkLst>
          <pc:docMk/>
          <pc:sldMk cId="309743897" sldId="268"/>
        </pc:sldMkLst>
        <pc:spChg chg="mod">
          <ac:chgData name="Ali Bu Hawraa" userId="c298b3438ccd2c24" providerId="LiveId" clId="{CEC14A6B-3A05-4564-BAB0-99E1D0B564EF}" dt="2024-08-16T07:36:06.070" v="3240" actId="20577"/>
          <ac:spMkLst>
            <pc:docMk/>
            <pc:sldMk cId="309743897" sldId="268"/>
            <ac:spMk id="29" creationId="{00000000-0000-0000-0000-000000000000}"/>
          </ac:spMkLst>
        </pc:spChg>
        <pc:spChg chg="mod">
          <ac:chgData name="Ali Bu Hawraa" userId="c298b3438ccd2c24" providerId="LiveId" clId="{CEC14A6B-3A05-4564-BAB0-99E1D0B564EF}" dt="2024-08-15T16:18:32.518" v="3222" actId="207"/>
          <ac:spMkLst>
            <pc:docMk/>
            <pc:sldMk cId="309743897" sldId="268"/>
            <ac:spMk id="61" creationId="{00000000-0000-0000-0000-000000000000}"/>
          </ac:spMkLst>
        </pc:spChg>
      </pc:sldChg>
      <pc:sldChg chg="modSp mod modAnim">
        <pc:chgData name="Ali Bu Hawraa" userId="c298b3438ccd2c24" providerId="LiveId" clId="{CEC14A6B-3A05-4564-BAB0-99E1D0B564EF}" dt="2024-08-16T08:54:30.695" v="3283"/>
        <pc:sldMkLst>
          <pc:docMk/>
          <pc:sldMk cId="370359834" sldId="269"/>
        </pc:sldMkLst>
        <pc:spChg chg="mod">
          <ac:chgData name="Ali Bu Hawraa" userId="c298b3438ccd2c24" providerId="LiveId" clId="{CEC14A6B-3A05-4564-BAB0-99E1D0B564EF}" dt="2024-08-16T07:36:22.396" v="3248"/>
          <ac:spMkLst>
            <pc:docMk/>
            <pc:sldMk cId="370359834" sldId="269"/>
            <ac:spMk id="29" creationId="{00000000-0000-0000-0000-000000000000}"/>
          </ac:spMkLst>
        </pc:spChg>
      </pc:sldChg>
      <pc:sldChg chg="modSp mod">
        <pc:chgData name="Ali Bu Hawraa" userId="c298b3438ccd2c24" providerId="LiveId" clId="{CEC14A6B-3A05-4564-BAB0-99E1D0B564EF}" dt="2024-08-16T16:12:47.107" v="3390" actId="6549"/>
        <pc:sldMkLst>
          <pc:docMk/>
          <pc:sldMk cId="1226635792" sldId="270"/>
        </pc:sldMkLst>
        <pc:spChg chg="mod">
          <ac:chgData name="Ali Bu Hawraa" userId="c298b3438ccd2c24" providerId="LiveId" clId="{CEC14A6B-3A05-4564-BAB0-99E1D0B564EF}" dt="2024-08-16T07:36:37.132" v="3264"/>
          <ac:spMkLst>
            <pc:docMk/>
            <pc:sldMk cId="1226635792" sldId="270"/>
            <ac:spMk id="29" creationId="{00000000-0000-0000-0000-000000000000}"/>
          </ac:spMkLst>
        </pc:spChg>
        <pc:spChg chg="mod">
          <ac:chgData name="Ali Bu Hawraa" userId="c298b3438ccd2c24" providerId="LiveId" clId="{CEC14A6B-3A05-4564-BAB0-99E1D0B564EF}" dt="2024-08-16T16:12:47.107" v="3390" actId="6549"/>
          <ac:spMkLst>
            <pc:docMk/>
            <pc:sldMk cId="1226635792" sldId="270"/>
            <ac:spMk id="61" creationId="{00000000-0000-0000-0000-000000000000}"/>
          </ac:spMkLst>
        </pc:spChg>
      </pc:sldChg>
      <pc:sldChg chg="modSp mod modAnim">
        <pc:chgData name="Ali Bu Hawraa" userId="c298b3438ccd2c24" providerId="LiveId" clId="{CEC14A6B-3A05-4564-BAB0-99E1D0B564EF}" dt="2024-08-16T14:54:01.463" v="3288"/>
        <pc:sldMkLst>
          <pc:docMk/>
          <pc:sldMk cId="1989343669" sldId="271"/>
        </pc:sldMkLst>
        <pc:spChg chg="mod">
          <ac:chgData name="Ali Bu Hawraa" userId="c298b3438ccd2c24" providerId="LiveId" clId="{CEC14A6B-3A05-4564-BAB0-99E1D0B564EF}" dt="2024-08-16T07:36:29.784" v="3256"/>
          <ac:spMkLst>
            <pc:docMk/>
            <pc:sldMk cId="1989343669" sldId="271"/>
            <ac:spMk id="29" creationId="{00000000-0000-0000-0000-000000000000}"/>
          </ac:spMkLst>
        </pc:spChg>
      </pc:sldChg>
      <pc:sldChg chg="modSp mod">
        <pc:chgData name="Ali Bu Hawraa" userId="c298b3438ccd2c24" providerId="LiveId" clId="{CEC14A6B-3A05-4564-BAB0-99E1D0B564EF}" dt="2024-08-16T07:36:44.954" v="3272"/>
        <pc:sldMkLst>
          <pc:docMk/>
          <pc:sldMk cId="2561820524" sldId="272"/>
        </pc:sldMkLst>
        <pc:spChg chg="mod">
          <ac:chgData name="Ali Bu Hawraa" userId="c298b3438ccd2c24" providerId="LiveId" clId="{CEC14A6B-3A05-4564-BAB0-99E1D0B564EF}" dt="2024-08-16T07:36:44.954" v="3272"/>
          <ac:spMkLst>
            <pc:docMk/>
            <pc:sldMk cId="2561820524" sldId="272"/>
            <ac:spMk id="29" creationId="{00000000-0000-0000-0000-000000000000}"/>
          </ac:spMkLst>
        </pc:spChg>
      </pc:sldChg>
      <pc:sldChg chg="modSp mod">
        <pc:chgData name="Ali Bu Hawraa" userId="c298b3438ccd2c24" providerId="LiveId" clId="{CEC14A6B-3A05-4564-BAB0-99E1D0B564EF}" dt="2024-08-16T07:36:52.395" v="3280"/>
        <pc:sldMkLst>
          <pc:docMk/>
          <pc:sldMk cId="521561986" sldId="273"/>
        </pc:sldMkLst>
        <pc:spChg chg="mod">
          <ac:chgData name="Ali Bu Hawraa" userId="c298b3438ccd2c24" providerId="LiveId" clId="{CEC14A6B-3A05-4564-BAB0-99E1D0B564EF}" dt="2024-08-16T07:36:52.395" v="3280"/>
          <ac:spMkLst>
            <pc:docMk/>
            <pc:sldMk cId="521561986" sldId="273"/>
            <ac:spMk id="29" creationId="{00000000-0000-0000-0000-000000000000}"/>
          </ac:spMkLst>
        </pc:spChg>
      </pc:sldChg>
      <pc:sldChg chg="modSp mod modAnim">
        <pc:chgData name="Ali Bu Hawraa" userId="c298b3438ccd2c24" providerId="LiveId" clId="{CEC14A6B-3A05-4564-BAB0-99E1D0B564EF}" dt="2024-08-30T20:24:41.503" v="4388" actId="20577"/>
        <pc:sldMkLst>
          <pc:docMk/>
          <pc:sldMk cId="3354454982" sldId="276"/>
        </pc:sldMkLst>
        <pc:spChg chg="mod">
          <ac:chgData name="Ali Bu Hawraa" userId="c298b3438ccd2c24" providerId="LiveId" clId="{CEC14A6B-3A05-4564-BAB0-99E1D0B564EF}" dt="2024-08-30T20:24:41.503" v="4388" actId="20577"/>
          <ac:spMkLst>
            <pc:docMk/>
            <pc:sldMk cId="3354454982" sldId="276"/>
            <ac:spMk id="3" creationId="{00000000-0000-0000-0000-000000000000}"/>
          </ac:spMkLst>
        </pc:spChg>
      </pc:sldChg>
      <pc:sldChg chg="modSp">
        <pc:chgData name="Ali Bu Hawraa" userId="c298b3438ccd2c24" providerId="LiveId" clId="{CEC14A6B-3A05-4564-BAB0-99E1D0B564EF}" dt="2024-08-31T08:33:24.821" v="4389" actId="20577"/>
        <pc:sldMkLst>
          <pc:docMk/>
          <pc:sldMk cId="2024365829" sldId="279"/>
        </pc:sldMkLst>
        <pc:spChg chg="mod">
          <ac:chgData name="Ali Bu Hawraa" userId="c298b3438ccd2c24" providerId="LiveId" clId="{CEC14A6B-3A05-4564-BAB0-99E1D0B564EF}" dt="2024-08-31T08:33:24.821" v="4389" actId="20577"/>
          <ac:spMkLst>
            <pc:docMk/>
            <pc:sldMk cId="2024365829" sldId="279"/>
            <ac:spMk id="3" creationId="{00000000-0000-0000-0000-000000000000}"/>
          </ac:spMkLst>
        </pc:spChg>
      </pc:sldChg>
      <pc:sldChg chg="addSp delSp modSp mod modAnim">
        <pc:chgData name="Ali Bu Hawraa" userId="c298b3438ccd2c24" providerId="LiveId" clId="{CEC14A6B-3A05-4564-BAB0-99E1D0B564EF}" dt="2024-08-12T19:37:29.424" v="1704" actId="962"/>
        <pc:sldMkLst>
          <pc:docMk/>
          <pc:sldMk cId="3870007446" sldId="291"/>
        </pc:sldMkLst>
        <pc:spChg chg="del ord">
          <ac:chgData name="Ali Bu Hawraa" userId="c298b3438ccd2c24" providerId="LiveId" clId="{CEC14A6B-3A05-4564-BAB0-99E1D0B564EF}" dt="2024-08-12T19:36:44.682" v="1570" actId="478"/>
          <ac:spMkLst>
            <pc:docMk/>
            <pc:sldMk cId="3870007446" sldId="291"/>
            <ac:spMk id="7" creationId="{5336674A-CF29-4432-40A6-2B047BEFA0AD}"/>
          </ac:spMkLst>
        </pc:spChg>
        <pc:spChg chg="add del mod ord">
          <ac:chgData name="Ali Bu Hawraa" userId="c298b3438ccd2c24" providerId="LiveId" clId="{CEC14A6B-3A05-4564-BAB0-99E1D0B564EF}" dt="2024-08-12T19:36:53.899" v="1605"/>
          <ac:spMkLst>
            <pc:docMk/>
            <pc:sldMk cId="3870007446" sldId="291"/>
            <ac:spMk id="13" creationId="{529C2C96-CC2B-1A3F-2332-56E1E74CFDA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7" creationId="{FFBEA18E-70C5-FAC9-83C5-F304695EA3F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8" creationId="{AAB21B2B-EC91-1B66-1367-12C22AE3548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9" creationId="{39E804BD-C638-E12A-2537-06406D0210CA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0" creationId="{E8DD51FB-23D9-DD5D-CBE1-21FA1BBD608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3" creationId="{D0EEF63F-A8B4-FA6C-2C50-F46704AC1E7C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4" creationId="{34411BA4-183B-DF1B-D81D-81777C165227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7" creationId="{8462B642-F84A-C16D-1D41-C03AB5DA69B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8" creationId="{E0E3307D-D6BC-F550-F781-7B99E37CD643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29" creationId="{CCEE5840-09F5-634B-FAA0-BDE37B070A9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0" creationId="{FB8C4C82-F413-4218-0960-1A58CC6F0544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1" creationId="{EA8809E9-DAC0-1D9D-169B-34EB7C49268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2" creationId="{21F9668E-AE6D-0447-B9EA-C5D38A358AF3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3" creationId="{C81CF43E-A51B-5F10-00A1-B37D4540E21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4" creationId="{76C87F31-E614-D214-332B-4194F79C300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5" creationId="{D6CA1DA9-EF01-4BF1-7062-D7B973CDC5D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6" creationId="{DADD93A1-DBE0-39C2-7163-1DF26BD57DB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7" creationId="{50E92D80-92D4-873D-FB6B-B718DD5EABD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8" creationId="{6881229D-14EE-44A7-F596-6C31D653494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39" creationId="{6B7D08AB-2E85-71D7-865A-827E5864DD37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0" creationId="{046E2B17-6544-0507-F551-343EF6C9AAD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1" creationId="{58A74C0A-1B22-0363-1951-90E4D387261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2" creationId="{2DC81398-0642-5200-BB07-6E48493643A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3" creationId="{ADC535AD-836B-B661-A0CA-C90EBC34FAED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4" creationId="{ADA50CB6-DC72-9D5A-01BE-90414E39266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5" creationId="{4DEDABFE-0969-49DE-C634-0835EEED5F8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6" creationId="{58DE3CC4-57E9-B3A6-9388-695D80C5A7F4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7" creationId="{9C71DDDA-21B0-CF51-B49F-B1B333D98CC7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8" creationId="{9F6CAB91-F235-F5E0-C9DF-03449C9138EC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49" creationId="{66A2B420-9722-E532-05FE-751FAB0D4B5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0" creationId="{3F4F9AF7-3C2A-47CC-FD93-4089AD4466B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1" creationId="{553D1C9F-9B80-4D47-562B-8A12A4E70C0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2" creationId="{32FD1544-8C1C-EC8E-9C29-F82D77CF7CF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3" creationId="{1E337796-B92D-52AB-127C-C712B5DA3C7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4" creationId="{6504FCCD-666F-61A9-FC66-B1B05A39779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5" creationId="{CDA6757C-9345-864C-41A5-2931521980C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6" creationId="{99DC1F76-99FC-A27C-8866-7B257DBACEC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7" creationId="{7FB5A211-5F06-49B5-5BA5-FA50188A3D6B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8" creationId="{6AE51170-58FA-908E-10DF-D8619BEEBDDA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59" creationId="{1BE0F9FA-2FB8-8A14-9B66-ADC3434BA01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0" creationId="{038EFA6A-649E-1505-19FB-87AA004459F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1" creationId="{009525A0-6468-7DBD-5852-81D851FD1CA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2" creationId="{17131768-844D-1848-783C-A971257E7217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3" creationId="{2E17B756-7AA3-6209-A467-D0853D77EE6B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4" creationId="{F6F8F090-68FF-04D8-CE64-F64148B64F74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5" creationId="{19D83FEC-FE85-750E-7D14-39BC9CF71B8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6" creationId="{C615DD12-58EB-CCE7-182A-D85C36C9B871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7" creationId="{4D41D11A-6C18-2AF1-6511-A4DD93840AF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8" creationId="{E70CBC40-A07B-6782-F73F-DB82AC7E2B0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69" creationId="{2DF45E2A-87C9-30EF-DA21-C4294D2A289A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0" creationId="{4CA63770-FF98-79A8-A319-89733337343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1" creationId="{55D5C2CF-9A6B-0998-C5E1-091893765F4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2" creationId="{E17A85AE-A295-7FDB-F9E8-0596C188B1EA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3" creationId="{D6E85CC7-F0CD-A202-B9B9-1020F9EDE55C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4" creationId="{B7B61F1C-ABC8-4401-F229-85B0EF45441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5" creationId="{794AB24C-26E8-77CD-6316-EA46F2139A4F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6" creationId="{DE77D7BF-D557-0F2A-9743-48CB242893C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7" creationId="{A0868FD8-2A95-7B73-0FDC-C52B33023604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8" creationId="{B3091D77-C898-9008-1E98-5CE794C5F75F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79" creationId="{A066A158-F80E-651D-C9D1-B755ECB48BB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0" creationId="{250D6386-E27A-EEDF-A7CB-CA0B8787FD1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1" creationId="{D52A91DC-27E3-5324-E055-93D4D802EE63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2" creationId="{DD4109F7-6757-804E-6D20-2BD51D2F623B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3" creationId="{F8E12730-5016-19AC-81B9-920A00F10195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4" creationId="{268CB95E-8FCD-276C-57AB-84CF1F80F19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5" creationId="{6DB62895-EBDC-F923-7364-95ED36D38BF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6" creationId="{FEFBAEEC-4611-0FDE-C766-B7054EAAFE99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7" creationId="{2F7FA0CE-AE32-83C3-4FFD-C3ED280938B8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8" creationId="{4C3DE37E-A60A-8BBB-0609-3C74874DCAE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89" creationId="{B7F7A611-512A-182A-05AF-EAAE3655DE6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0" creationId="{D34BC301-C1BD-19E1-C71E-3BD498F1E097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1" creationId="{C30DEE22-D952-C04C-B5DC-EDC135E97D9A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3" creationId="{078EC76C-24AC-33E5-9235-993CA79ED57F}"/>
          </ac:spMkLst>
        </pc:spChg>
        <pc:spChg chg="mod">
          <ac:chgData name="Ali Bu Hawraa" userId="c298b3438ccd2c24" providerId="LiveId" clId="{CEC14A6B-3A05-4564-BAB0-99E1D0B564EF}" dt="2024-08-12T19:36:53.899" v="1605"/>
          <ac:spMkLst>
            <pc:docMk/>
            <pc:sldMk cId="3870007446" sldId="291"/>
            <ac:spMk id="94" creationId="{B2FF3E19-E1A4-6BBE-72D0-89BF00855F9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5" creationId="{8D0003A3-025F-315E-EFCE-E194FB4D1E88}"/>
          </ac:spMkLst>
        </pc:spChg>
        <pc:spChg chg="mod">
          <ac:chgData name="Ali Bu Hawraa" userId="c298b3438ccd2c24" providerId="LiveId" clId="{CEC14A6B-3A05-4564-BAB0-99E1D0B564EF}" dt="2024-08-12T19:37:21.757" v="1683"/>
          <ac:spMkLst>
            <pc:docMk/>
            <pc:sldMk cId="3870007446" sldId="291"/>
            <ac:spMk id="96" creationId="{D07726DE-DE33-1610-DEC5-E2B38C961D5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7" creationId="{848AF3C6-CE13-955D-788A-FDEB8270AD1D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8" creationId="{1349533A-29C5-5211-187B-0F709388494E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99" creationId="{EE91E3D9-47BA-256A-2179-862B6B953240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00" creationId="{C12BDE47-712F-05B4-18A4-DAA08915E5D6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01" creationId="{F30E62F2-FF03-CB09-89B4-FC6681BF3E0D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02" creationId="{4DB41900-0ED8-2F73-6AEF-BD230BDB0EF2}"/>
          </ac:spMkLst>
        </pc:spChg>
        <pc:spChg chg="mod">
          <ac:chgData name="Ali Bu Hawraa" userId="c298b3438ccd2c24" providerId="LiveId" clId="{CEC14A6B-3A05-4564-BAB0-99E1D0B564EF}" dt="2024-08-12T19:36:52.650" v="1595"/>
          <ac:spMkLst>
            <pc:docMk/>
            <pc:sldMk cId="3870007446" sldId="291"/>
            <ac:spMk id="103" creationId="{99561AF5-283F-533D-501B-E94FB71BF136}"/>
          </ac:spMkLst>
        </pc:spChg>
        <pc:spChg chg="del ord">
          <ac:chgData name="Ali Bu Hawraa" userId="c298b3438ccd2c24" providerId="LiveId" clId="{CEC14A6B-3A05-4564-BAB0-99E1D0B564EF}" dt="2024-08-12T19:37:00.645" v="1621" actId="478"/>
          <ac:spMkLst>
            <pc:docMk/>
            <pc:sldMk cId="3870007446" sldId="291"/>
            <ac:spMk id="106" creationId="{102A6B9D-F99F-23D1-629F-DE604D859B69}"/>
          </ac:spMkLst>
        </pc:spChg>
        <pc:spChg chg="del ord">
          <ac:chgData name="Ali Bu Hawraa" userId="c298b3438ccd2c24" providerId="LiveId" clId="{CEC14A6B-3A05-4564-BAB0-99E1D0B564EF}" dt="2024-08-12T19:37:13.032" v="1642" actId="478"/>
          <ac:spMkLst>
            <pc:docMk/>
            <pc:sldMk cId="3870007446" sldId="291"/>
            <ac:spMk id="110" creationId="{12781B52-84A9-1548-DFB0-37170ED60CB4}"/>
          </ac:spMkLst>
        </pc:spChg>
        <pc:spChg chg="add del mod ord">
          <ac:chgData name="Ali Bu Hawraa" userId="c298b3438ccd2c24" providerId="LiveId" clId="{CEC14A6B-3A05-4564-BAB0-99E1D0B564EF}" dt="2024-08-12T19:37:21.757" v="1683"/>
          <ac:spMkLst>
            <pc:docMk/>
            <pc:sldMk cId="3870007446" sldId="291"/>
            <ac:spMk id="114" creationId="{1F91AF93-2558-3F71-07A6-54B407698241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18" creationId="{B2DAFB5D-F539-6E1A-EAC2-25AFFC0D3CD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19" creationId="{A11C8200-C633-2527-9A9B-1BE38A75B0D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0" creationId="{38E6A7F8-D082-8783-7B55-502E3E95554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1" creationId="{2C72A271-955F-9393-EC34-D7E0A44E42A7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2" creationId="{A0E373B4-34A6-C3D0-6CE3-90138889E4C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3" creationId="{FF3A4528-6806-72C8-EAB0-85D41B50F67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4" creationId="{0F97787C-3755-A304-E6A3-7C3650D3BC6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5" creationId="{5E8E4D2E-4877-E49F-EC0E-A036FDB9B0C7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6" creationId="{14452434-CEF7-E1FA-834A-ADE90A7ED9C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7" creationId="{443A709A-A6E3-55CB-3495-6A88D79D612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8" creationId="{13BD41D8-968B-7644-5447-2F3812B3457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29" creationId="{65308189-0A8A-F4C9-957E-B81E4C01B672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0" creationId="{22CE5B3C-E7E8-B5C6-3022-432FE19898F7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1" creationId="{C855625F-C1E6-953A-CE12-89FFD31FC1F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2" creationId="{53CE292A-4AE4-2100-6958-6AA5A120861E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3" creationId="{69DDC212-E079-CA44-7DB0-CFD5A0E6DB4B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4" creationId="{E52F39D3-39D0-8B33-0BA6-0D9022C760B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5" creationId="{1934802B-EDFA-B9D5-61AB-24A9E2C9FB6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6" creationId="{20C8D91E-2A61-D42A-BDC8-90030891262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7" creationId="{89F0059C-DA7C-7A30-7A66-6B189BB84A57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8" creationId="{6D565DAF-346E-794A-4E63-59E6221FB85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39" creationId="{49B386C9-DDC3-800C-6FA1-5B0EBEC9FA5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0" creationId="{474E32CE-F5E4-19B5-98D5-91503976863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1" creationId="{3EC1254F-EB14-CF6D-669B-19FB5985E94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2" creationId="{3BEE4773-052B-98FC-F7CD-1B9642D4242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3" creationId="{16ACF841-F95D-71D6-A4F6-64CBF1FFAA9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4" creationId="{26590850-9B17-7B00-937F-E1C2FDAF9131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5" creationId="{DD7FE3B2-BC1A-B843-354F-02BB7A7646E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6" creationId="{B4E65F44-2CD7-1B76-695E-7C24D9DEB89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7" creationId="{6115819D-C490-325D-D077-8B77BD8FBEE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8" creationId="{5B3B1F0F-B11D-F3AF-5B04-9671973EA5F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49" creationId="{D0325D95-54AA-B14C-3C80-E30C118149D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0" creationId="{9D8C79CC-9FFE-E677-4DF5-CEEFFA87254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1" creationId="{06795364-4F61-B87E-446D-93980B4C161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2" creationId="{8F20F03F-4C8D-A3A4-6EDF-2D04E17C21FE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3" creationId="{49E3C836-31A0-8DC1-F5BA-480FFDA8C4B6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4" creationId="{E94DC257-4F81-11F9-9DD1-5B3CD561AAF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5" creationId="{D46C7860-29E7-322F-1DFA-6B22CF2B3C3E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6" creationId="{66A7CB40-E2EE-4A2E-E056-10BA50CEBED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7" creationId="{55EB0D8A-37DF-FEEF-312B-DC51EB78715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8" creationId="{BED9D306-B175-4659-DE4C-7D89FBCD405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59" creationId="{A572D973-EDA6-E491-E226-4313175A5B6B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0" creationId="{A0260327-5CE7-F794-7288-AA2EF416D77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1" creationId="{696A9C7C-4E99-B020-E0B5-68204EC8648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2" creationId="{AA7649D1-968C-A5B3-1156-36560F50158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3" creationId="{439AF440-B608-B994-7BAF-47AC8161180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4" creationId="{EE322343-508A-B892-2713-9F6F94020BB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5" creationId="{0D1A62F2-1F0E-DEF6-7986-0E18C94EA0B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6" creationId="{5BAF8FDA-0E14-7E46-FF53-04E15F2E3F62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7" creationId="{7B56EBAF-5838-85B8-235E-79F8C248304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8" creationId="{23A9B080-EAB6-FC3B-A4B8-DC0F3AABA3F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69" creationId="{BC1BF960-CE23-2769-E06D-F5BD092D384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0" creationId="{4B75D9ED-9994-5320-8CC0-7030D9E5E22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1" creationId="{89690AD5-72D8-17BC-8F05-6BFBB3A29FC5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2" creationId="{ECEA8978-97FA-F397-ED4A-5D6B36FD16D2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3" creationId="{20A2E877-896B-44AC-5167-A04B3560A41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4" creationId="{E9B4803A-D36C-5757-E3DE-BCACBE69AAD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5" creationId="{86027F3F-B821-BC2C-8FEA-2D5DE3DAEAB7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6" creationId="{7CCEA777-EE66-E4C3-1161-82A9B9DD78E5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7" creationId="{D19A0BB4-0371-7BBD-38BE-57FE8D3E25C1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8" creationId="{8EE80598-7212-1034-6AD5-7539F5207FC5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79" creationId="{1A9545A8-23B7-D98F-9C10-69015EE6AAE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0" creationId="{ABE03BAF-2E22-E283-1BCE-B28D92E5631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1" creationId="{F39A7249-1C20-8599-44D9-97584194CB94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2" creationId="{2FAB9959-3FFE-8ABC-D17F-F4C219795F8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3" creationId="{805B9D22-6135-E621-370E-9AC913FCB485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4" creationId="{83231ABC-3FAA-4207-4C4C-A7ABD5EB4B2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5" creationId="{E704D2D3-7AF9-5D79-2030-EE6A44B8FD4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6" creationId="{EAC52D18-E2C1-F3D1-28DF-D37332E9139E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7" creationId="{58DE6959-108D-B9AC-21EF-C1C8F876C62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8" creationId="{9B1D51A0-6BE5-CE94-30A1-ED281F81A29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89" creationId="{5CC733F8-FC99-F98E-B279-4F7439E2667B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0" creationId="{1E6EF2F3-21D9-9D85-976B-B49901329C3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1" creationId="{8A505DE1-0A21-755B-E40B-3C22E3A0265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2" creationId="{F19BB978-B28C-7BF1-8663-F28C46934C99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3" creationId="{C9BE2E44-1E19-F915-E701-A21EEA495DC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4" creationId="{3BC648CE-805E-B2F2-D4AD-1F7DDE8C94B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5" creationId="{61444918-A232-917F-156F-34FEEF3C6BF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6" creationId="{1FB6E37F-DA42-417D-6CC3-64212FB46988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7" creationId="{3B550DF5-9AF3-A576-AB5A-FEFF347ACC0F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8" creationId="{334F8098-B0EF-F7ED-CB16-D25611BC9C03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199" creationId="{83E89657-6396-F78F-E631-5EBA3FDCC3DD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0" creationId="{A139E35A-23F7-27E4-2076-2510D89F49E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1" creationId="{B813E472-8BB8-F747-E616-FF31A4277DCC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2" creationId="{DEB93CB2-9FDF-7080-998D-20CB2D0C913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3" creationId="{0B0DDAAC-2E00-ED8D-F2A3-2AC50AEE5CC0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4" creationId="{DC043F96-9B49-6B25-70F4-F2D6E34AA78E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5" creationId="{C9DBFFFF-0D7D-07E7-7AD2-8BE7F5CCD6B1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6" creationId="{0AABD052-AE92-DFA2-6F48-95869E5C743A}"/>
          </ac:spMkLst>
        </pc:spChg>
        <pc:spChg chg="mod">
          <ac:chgData name="Ali Bu Hawraa" userId="c298b3438ccd2c24" providerId="LiveId" clId="{CEC14A6B-3A05-4564-BAB0-99E1D0B564EF}" dt="2024-08-12T19:37:20.425" v="1672"/>
          <ac:spMkLst>
            <pc:docMk/>
            <pc:sldMk cId="3870007446" sldId="291"/>
            <ac:spMk id="207" creationId="{F89B1524-3290-1677-002E-3C96351D150E}"/>
          </ac:spMkLst>
        </pc:spChg>
        <pc:spChg chg="del ord">
          <ac:chgData name="Ali Bu Hawraa" userId="c298b3438ccd2c24" providerId="LiveId" clId="{CEC14A6B-3A05-4564-BAB0-99E1D0B564EF}" dt="2024-08-12T19:37:29.423" v="1702" actId="478"/>
          <ac:spMkLst>
            <pc:docMk/>
            <pc:sldMk cId="3870007446" sldId="291"/>
            <ac:spMk id="210" creationId="{2E085020-542A-A9DA-BC8F-46EF2FC2E58A}"/>
          </ac:spMkLst>
        </pc:spChg>
        <pc:grpChg chg="add mod ord">
          <ac:chgData name="Ali Bu Hawraa" userId="c298b3438ccd2c24" providerId="LiveId" clId="{CEC14A6B-3A05-4564-BAB0-99E1D0B564EF}" dt="2024-08-12T19:36:53.899" v="1605"/>
          <ac:grpSpMkLst>
            <pc:docMk/>
            <pc:sldMk cId="3870007446" sldId="291"/>
            <ac:grpSpMk id="12" creationId="{F39DA592-5ADF-7DA6-6720-247FDC04A05A}"/>
          </ac:grpSpMkLst>
        </pc:grpChg>
        <pc:grpChg chg="add mod">
          <ac:chgData name="Ali Bu Hawraa" userId="c298b3438ccd2c24" providerId="LiveId" clId="{CEC14A6B-3A05-4564-BAB0-99E1D0B564EF}" dt="2024-08-12T19:36:52.650" v="1595"/>
          <ac:grpSpMkLst>
            <pc:docMk/>
            <pc:sldMk cId="3870007446" sldId="291"/>
            <ac:grpSpMk id="16" creationId="{77B1C0A1-ABF3-CE9D-B77C-D60C8BC9825E}"/>
          </ac:grpSpMkLst>
        </pc:grpChg>
        <pc:grpChg chg="mod ord">
          <ac:chgData name="Ali Bu Hawraa" userId="c298b3438ccd2c24" providerId="LiveId" clId="{CEC14A6B-3A05-4564-BAB0-99E1D0B564EF}" dt="2024-08-12T19:36:52.650" v="1595"/>
          <ac:grpSpMkLst>
            <pc:docMk/>
            <pc:sldMk cId="3870007446" sldId="291"/>
            <ac:grpSpMk id="104" creationId="{628CF44E-9DD3-13CA-81FB-24722BA82F60}"/>
          </ac:grpSpMkLst>
        </pc:grpChg>
        <pc:grpChg chg="mod ord">
          <ac:chgData name="Ali Bu Hawraa" userId="c298b3438ccd2c24" providerId="LiveId" clId="{CEC14A6B-3A05-4564-BAB0-99E1D0B564EF}" dt="2024-08-12T19:36:52.650" v="1595"/>
          <ac:grpSpMkLst>
            <pc:docMk/>
            <pc:sldMk cId="3870007446" sldId="291"/>
            <ac:grpSpMk id="105" creationId="{14D31F14-24A8-CE6B-30CB-B08FA844ABE1}"/>
          </ac:grpSpMkLst>
        </pc:grpChg>
        <pc:grpChg chg="ord">
          <ac:chgData name="Ali Bu Hawraa" userId="c298b3438ccd2c24" providerId="LiveId" clId="{CEC14A6B-3A05-4564-BAB0-99E1D0B564EF}" dt="2024-08-12T19:37:00.645" v="1620"/>
          <ac:grpSpMkLst>
            <pc:docMk/>
            <pc:sldMk cId="3870007446" sldId="291"/>
            <ac:grpSpMk id="109" creationId="{651BFA3A-6347-5688-4A81-9EB0A598E60A}"/>
          </ac:grpSpMkLst>
        </pc:grpChg>
        <pc:grpChg chg="add mod ord">
          <ac:chgData name="Ali Bu Hawraa" userId="c298b3438ccd2c24" providerId="LiveId" clId="{CEC14A6B-3A05-4564-BAB0-99E1D0B564EF}" dt="2024-08-12T19:37:21.757" v="1683"/>
          <ac:grpSpMkLst>
            <pc:docMk/>
            <pc:sldMk cId="3870007446" sldId="291"/>
            <ac:grpSpMk id="113" creationId="{D07D5E85-F935-D058-9AAF-F9774ED7E59C}"/>
          </ac:grpSpMkLst>
        </pc:grpChg>
        <pc:grpChg chg="add mod">
          <ac:chgData name="Ali Bu Hawraa" userId="c298b3438ccd2c24" providerId="LiveId" clId="{CEC14A6B-3A05-4564-BAB0-99E1D0B564EF}" dt="2024-08-12T19:37:20.425" v="1672"/>
          <ac:grpSpMkLst>
            <pc:docMk/>
            <pc:sldMk cId="3870007446" sldId="291"/>
            <ac:grpSpMk id="117" creationId="{0FD08782-37A0-7CE8-37A0-D1AE492649E3}"/>
          </ac:grpSpMkLst>
        </pc:grpChg>
        <pc:grpChg chg="mod ord">
          <ac:chgData name="Ali Bu Hawraa" userId="c298b3438ccd2c24" providerId="LiveId" clId="{CEC14A6B-3A05-4564-BAB0-99E1D0B564EF}" dt="2024-08-12T19:37:20.425" v="1672"/>
          <ac:grpSpMkLst>
            <pc:docMk/>
            <pc:sldMk cId="3870007446" sldId="291"/>
            <ac:grpSpMk id="208" creationId="{FA7EEDD2-1A69-BF39-40CC-AD6060F9BAD8}"/>
          </ac:grpSpMkLst>
        </pc:grpChg>
        <pc:grpChg chg="mod ord">
          <ac:chgData name="Ali Bu Hawraa" userId="c298b3438ccd2c24" providerId="LiveId" clId="{CEC14A6B-3A05-4564-BAB0-99E1D0B564EF}" dt="2024-08-12T19:37:20.425" v="1672"/>
          <ac:grpSpMkLst>
            <pc:docMk/>
            <pc:sldMk cId="3870007446" sldId="291"/>
            <ac:grpSpMk id="209" creationId="{92E93FB2-28BA-7B13-CA41-A01B392C7958}"/>
          </ac:grpSpMkLst>
        </pc:grpChg>
        <pc:grpChg chg="ord">
          <ac:chgData name="Ali Bu Hawraa" userId="c298b3438ccd2c24" providerId="LiveId" clId="{CEC14A6B-3A05-4564-BAB0-99E1D0B564EF}" dt="2024-08-12T19:37:29.423" v="1701"/>
          <ac:grpSpMkLst>
            <pc:docMk/>
            <pc:sldMk cId="3870007446" sldId="291"/>
            <ac:grpSpMk id="213" creationId="{5C9B489D-522D-EC03-A4B3-D914F1AD9798}"/>
          </ac:grpSpMkLst>
        </pc:grpChg>
        <pc:picChg chg="add del mod ord">
          <ac:chgData name="Ali Bu Hawraa" userId="c298b3438ccd2c24" providerId="LiveId" clId="{CEC14A6B-3A05-4564-BAB0-99E1D0B564EF}" dt="2024-08-12T19:37:00.642" v="1619" actId="478"/>
          <ac:picMkLst>
            <pc:docMk/>
            <pc:sldMk cId="3870007446" sldId="291"/>
            <ac:picMk id="11" creationId="{4EE05025-54AD-9DB0-BECF-76EE84A92488}"/>
          </ac:picMkLst>
        </pc:picChg>
        <pc:picChg chg="add mod">
          <ac:chgData name="Ali Bu Hawraa" userId="c298b3438ccd2c24" providerId="LiveId" clId="{CEC14A6B-3A05-4564-BAB0-99E1D0B564EF}" dt="2024-08-12T19:36:53.899" v="1605"/>
          <ac:picMkLst>
            <pc:docMk/>
            <pc:sldMk cId="3870007446" sldId="291"/>
            <ac:picMk id="15" creationId="{97730767-076A-E9F6-04CD-89081E86A8CB}"/>
          </ac:picMkLst>
        </pc:picChg>
        <pc:picChg chg="del mod">
          <ac:chgData name="Ali Bu Hawraa" userId="c298b3438ccd2c24" providerId="LiveId" clId="{CEC14A6B-3A05-4564-BAB0-99E1D0B564EF}" dt="2024-08-12T19:37:13.029" v="1639" actId="478"/>
          <ac:picMkLst>
            <pc:docMk/>
            <pc:sldMk cId="3870007446" sldId="291"/>
            <ac:picMk id="21" creationId="{2E7CB853-2BB3-0FAD-D229-E44AA6167E8F}"/>
          </ac:picMkLst>
        </pc:picChg>
        <pc:picChg chg="del mod">
          <ac:chgData name="Ali Bu Hawraa" userId="c298b3438ccd2c24" providerId="LiveId" clId="{CEC14A6B-3A05-4564-BAB0-99E1D0B564EF}" dt="2024-08-12T19:36:44.679" v="1568" actId="478"/>
          <ac:picMkLst>
            <pc:docMk/>
            <pc:sldMk cId="3870007446" sldId="291"/>
            <ac:picMk id="25" creationId="{05BA1DCC-362E-B690-00C8-CEB0AF2F0DB0}"/>
          </ac:picMkLst>
        </pc:picChg>
        <pc:picChg chg="mod ord">
          <ac:chgData name="Ali Bu Hawraa" userId="c298b3438ccd2c24" providerId="LiveId" clId="{CEC14A6B-3A05-4564-BAB0-99E1D0B564EF}" dt="2024-08-12T19:37:00.645" v="1623" actId="962"/>
          <ac:picMkLst>
            <pc:docMk/>
            <pc:sldMk cId="3870007446" sldId="291"/>
            <ac:picMk id="108" creationId="{34D87343-B760-BE55-C5AE-19B89BDB7970}"/>
          </ac:picMkLst>
        </pc:picChg>
        <pc:picChg chg="add del mod ord">
          <ac:chgData name="Ali Bu Hawraa" userId="c298b3438ccd2c24" providerId="LiveId" clId="{CEC14A6B-3A05-4564-BAB0-99E1D0B564EF}" dt="2024-08-12T19:37:29.419" v="1699" actId="478"/>
          <ac:picMkLst>
            <pc:docMk/>
            <pc:sldMk cId="3870007446" sldId="291"/>
            <ac:picMk id="112" creationId="{4EA7AE8F-3946-EA50-0A9C-961B71D781C3}"/>
          </ac:picMkLst>
        </pc:picChg>
        <pc:picChg chg="add mod">
          <ac:chgData name="Ali Bu Hawraa" userId="c298b3438ccd2c24" providerId="LiveId" clId="{CEC14A6B-3A05-4564-BAB0-99E1D0B564EF}" dt="2024-08-12T19:37:21.757" v="1683"/>
          <ac:picMkLst>
            <pc:docMk/>
            <pc:sldMk cId="3870007446" sldId="291"/>
            <ac:picMk id="116" creationId="{FA23BAA9-6D16-5015-BE7A-CAD2347E7461}"/>
          </ac:picMkLst>
        </pc:picChg>
        <pc:picChg chg="mod ord">
          <ac:chgData name="Ali Bu Hawraa" userId="c298b3438ccd2c24" providerId="LiveId" clId="{CEC14A6B-3A05-4564-BAB0-99E1D0B564EF}" dt="2024-08-12T19:37:29.424" v="1704" actId="962"/>
          <ac:picMkLst>
            <pc:docMk/>
            <pc:sldMk cId="3870007446" sldId="291"/>
            <ac:picMk id="212" creationId="{5B265CDD-F435-71DB-182A-98F741CCDFD8}"/>
          </ac:picMkLst>
        </pc:picChg>
      </pc:sldChg>
      <pc:sldChg chg="addSp delSp modSp mod modAnim">
        <pc:chgData name="Ali Bu Hawraa" userId="c298b3438ccd2c24" providerId="LiveId" clId="{CEC14A6B-3A05-4564-BAB0-99E1D0B564EF}" dt="2024-08-12T19:44:49.467" v="2644"/>
        <pc:sldMkLst>
          <pc:docMk/>
          <pc:sldMk cId="863294783" sldId="293"/>
        </pc:sldMkLst>
        <pc:spChg chg="del ord">
          <ac:chgData name="Ali Bu Hawraa" userId="c298b3438ccd2c24" providerId="LiveId" clId="{CEC14A6B-3A05-4564-BAB0-99E1D0B564EF}" dt="2024-08-12T19:40:13.119" v="2172" actId="478"/>
          <ac:spMkLst>
            <pc:docMk/>
            <pc:sldMk cId="863294783" sldId="293"/>
            <ac:spMk id="7" creationId="{7F59DC37-B05B-AE9B-9BF6-28F1734B7E82}"/>
          </ac:spMkLst>
        </pc:spChg>
        <pc:spChg chg="del ord">
          <ac:chgData name="Ali Bu Hawraa" userId="c298b3438ccd2c24" providerId="LiveId" clId="{CEC14A6B-3A05-4564-BAB0-99E1D0B564EF}" dt="2024-08-12T19:40:26.731" v="2202" actId="478"/>
          <ac:spMkLst>
            <pc:docMk/>
            <pc:sldMk cId="863294783" sldId="293"/>
            <ac:spMk id="11" creationId="{CD7E1FA1-0541-DD07-0C70-CBDEDB8A9581}"/>
          </ac:spMkLst>
        </pc:spChg>
        <pc:spChg chg="del ord">
          <ac:chgData name="Ali Bu Hawraa" userId="c298b3438ccd2c24" providerId="LiveId" clId="{CEC14A6B-3A05-4564-BAB0-99E1D0B564EF}" dt="2024-08-12T19:40:35.792" v="2232" actId="478"/>
          <ac:spMkLst>
            <pc:docMk/>
            <pc:sldMk cId="863294783" sldId="293"/>
            <ac:spMk id="23" creationId="{DBE8A671-C7EB-4BDC-6135-B9E982D67732}"/>
          </ac:spMkLst>
        </pc:spChg>
        <pc:spChg chg="del ord">
          <ac:chgData name="Ali Bu Hawraa" userId="c298b3438ccd2c24" providerId="LiveId" clId="{CEC14A6B-3A05-4564-BAB0-99E1D0B564EF}" dt="2024-08-12T19:40:51.992" v="2262" actId="478"/>
          <ac:spMkLst>
            <pc:docMk/>
            <pc:sldMk cId="863294783" sldId="293"/>
            <ac:spMk id="33" creationId="{A832AFAC-E11B-E9D6-3883-BD15D75745EC}"/>
          </ac:spMkLst>
        </pc:spChg>
        <pc:spChg chg="del ord">
          <ac:chgData name="Ali Bu Hawraa" userId="c298b3438ccd2c24" providerId="LiveId" clId="{CEC14A6B-3A05-4564-BAB0-99E1D0B564EF}" dt="2024-08-12T19:41:02.174" v="2292" actId="478"/>
          <ac:spMkLst>
            <pc:docMk/>
            <pc:sldMk cId="863294783" sldId="293"/>
            <ac:spMk id="42" creationId="{FB5C7A89-1B9D-6BCB-DD85-DBD3C04BB819}"/>
          </ac:spMkLst>
        </pc:spChg>
        <pc:spChg chg="add del mod ord">
          <ac:chgData name="Ali Bu Hawraa" userId="c298b3438ccd2c24" providerId="LiveId" clId="{CEC14A6B-3A05-4564-BAB0-99E1D0B564EF}" dt="2024-08-12T19:41:11.344" v="2351"/>
          <ac:spMkLst>
            <pc:docMk/>
            <pc:sldMk cId="863294783" sldId="293"/>
            <ac:spMk id="46" creationId="{C1E1DB3A-B9D6-E150-155A-A63662331A0D}"/>
          </ac:spMkLst>
        </pc:spChg>
        <pc:spChg chg="mod">
          <ac:chgData name="Ali Bu Hawraa" userId="c298b3438ccd2c24" providerId="LiveId" clId="{CEC14A6B-3A05-4564-BAB0-99E1D0B564EF}" dt="2024-08-12T19:44:49.467" v="2644"/>
          <ac:spMkLst>
            <pc:docMk/>
            <pc:sldMk cId="863294783" sldId="293"/>
            <ac:spMk id="49" creationId="{8AA33F1C-61FC-C694-98AE-3576F8E2CDF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3" creationId="{03FB4754-DAD1-23CC-2BB3-A301B2708CB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4" creationId="{4A373963-464A-3C6C-FEE0-83A902EFF70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5" creationId="{A9C1BBE1-849A-C31D-1145-D27A352F52F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6" creationId="{5B0BE72F-CEEF-FC4E-219C-0A65DA8203B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7" creationId="{50DD1D8A-FF3E-2A18-3107-1835F2C62DE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8" creationId="{F7868EC2-93E5-323A-734D-BA79DD55A9B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59" creationId="{C806E272-1016-6397-FC98-69650C451B0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0" creationId="{210885AA-5DB5-DE04-731B-DBF894B35BB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1" creationId="{AD98329A-C6D3-EACD-A39F-18F6D07BDD5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2" creationId="{49744218-A09C-CA5B-1785-54F90139A14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3" creationId="{3426A209-8BFB-5593-B9C6-880626C1E16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4" creationId="{B83482A4-3661-35C0-B6B2-73509349886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5" creationId="{DAA1435A-567D-8D2D-BE3C-2B0B5354891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6" creationId="{31D03495-265A-7150-929B-533FAEE9327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7" creationId="{5B5CDB07-C35C-99C7-6C14-FE40DAFEF4D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8" creationId="{6BE60F1A-BE69-4C60-B5A8-584B4626435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69" creationId="{FBF2669F-45A7-37DF-EDA0-DC8DE59463D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0" creationId="{D4849998-FD27-1805-C3AD-CF9D797E7E9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1" creationId="{36AF62C3-1092-EC70-E365-57AB4E14123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2" creationId="{7A22EF6D-86E2-A838-C4B9-0ECF00588D6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3" creationId="{D1E1B5E2-3D51-4418-C51F-B80777C1536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4" creationId="{21318DEA-DF83-036B-39AA-FDE18387F7F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5" creationId="{FA428DF9-BEDA-B02E-22D9-B437D10845E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6" creationId="{272A31F5-9E93-6286-2732-F62C0A44A39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7" creationId="{D16E1474-59F9-5229-36C9-60EABC851A3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8" creationId="{D2E3658E-33D2-F48A-C752-58FA34247C3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79" creationId="{7AA07A11-13E5-DEDD-5FBF-34373937800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0" creationId="{F3A28CDF-F332-70A8-A996-98F885CF2DB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1" creationId="{F49144AF-43B3-548F-58A3-4D11212BFAD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2" creationId="{EA434407-9C30-479F-CC73-80CA3D9D602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3" creationId="{D7CEC701-1109-B2C7-530B-1F7FE3D3A29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4" creationId="{4E28A089-ED7F-1539-2BA3-C2CEA31BE84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5" creationId="{5B068CFD-0B86-1308-1D7A-2FFB1EB2A5C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6" creationId="{EF103D4B-57A3-7284-F16D-9A83D85621C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7" creationId="{6A0783DF-F6EC-83B4-E29C-CDD0CF8C575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8" creationId="{6FC6FC4E-694A-B00B-69E0-498F679CD0B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89" creationId="{FD110F34-B0CE-F7F8-C53B-BD1B901289E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0" creationId="{8CD2643E-15AA-FBDD-D689-1833C0BA0CA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1" creationId="{D62DEDBD-BC6B-B7A6-E586-700571ACA50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2" creationId="{976DA482-35A6-9EE2-E0A7-71F8102DA58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3" creationId="{2B013CC7-739A-8C7A-C11D-239920EAF2A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4" creationId="{28226014-432E-680A-3903-47981CB71EA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5" creationId="{453EFB7E-CDE2-B3EA-16F0-49EE128F123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6" creationId="{1EDC027B-A303-CC11-FA54-AAB0111CC32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7" creationId="{010E98B6-B5E7-6C96-B516-F4C913C3085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8" creationId="{C0D1A44B-E1F8-3F5A-D0CB-04CF67E6B9FC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99" creationId="{93F47EA4-2BEE-4FA7-71F6-2EB37619CCFC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0" creationId="{820CF5F9-1156-3516-E304-0E2B36E2666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5" creationId="{9AE4BDB2-F928-EC96-9670-229659E8B72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6" creationId="{FB5C0156-36C8-C49F-EA43-1DAC9CB1F85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7" creationId="{DB0AC792-2576-7AB5-083A-06B23F17ABF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8" creationId="{769BCB31-AC42-A184-2D0E-6EC8D6C90EE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09" creationId="{EDCFD372-2957-DC5F-29C5-C60A210117B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0" creationId="{D800A645-ED62-07B3-E231-AD6A8425DE6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1" creationId="{AA82E636-A1DF-FDBC-BAB7-FC48FDB6C0A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2" creationId="{C7AEC2AE-974C-154F-83DA-DA76C7B28B4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6" creationId="{DD93101B-96D8-64F4-D455-F2E7061B70F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7" creationId="{DB1E1433-037D-BA13-B697-87E06F5FA46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8" creationId="{CAF9FCD3-D8A5-C4E8-639D-79C40E27769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19" creationId="{7F7BDAEB-F354-9480-B9CF-8479DA46835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2" creationId="{5F1DEB78-1714-5BE5-E91A-680AC4CEF1D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3" creationId="{F4A749B1-DCB3-0523-5DD9-8F77F359AE3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4" creationId="{A1049ECD-CEDA-83E0-2CD1-8DD63B09555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5" creationId="{80E0ECCF-C2FE-BF03-10C6-F845F2E107D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6" creationId="{B5AF7FF3-FDC6-37C6-A7D3-3E0041A2B67C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7" creationId="{65C54A00-225E-6B39-EA66-3A92F40897F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8" creationId="{477EE5CE-4411-4A1F-2EAA-4BCE1F89E3B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29" creationId="{C2B7FA29-F16C-8AC8-074C-5DC7CF6FFA8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0" creationId="{9BDEF02E-7F62-3338-E251-DBBF97C62F9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1" creationId="{392DE56D-4C61-873C-59EF-ABD8A65E2C8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2" creationId="{09D17D5D-2A78-AE1E-AA1D-7756F52D037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3" creationId="{E742BA76-E611-9942-1F9C-9C566704F46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4" creationId="{FA002398-4CED-232B-4747-70A4B80AFC5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5" creationId="{756F6BDC-1A5E-7DA0-877D-585537C8AF7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6" creationId="{D8A18DB3-B33C-831E-4642-3628B998656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7" creationId="{89FAFB87-0B93-6307-1A01-EE3E49D84B0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8" creationId="{575758FF-04B8-75D3-DCEE-8C30F2073E3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39" creationId="{B995AF34-9EA2-3440-4C71-2958B8A0B79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0" creationId="{6D271A7E-4DE7-4FAD-2E3C-C3ACC5BA045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1" creationId="{B54A67EA-14D6-AEB7-09C4-348BE048C3D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2" creationId="{770CA1BF-E77D-82F2-8E86-AC6352F1DA8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3" creationId="{02E0F2D8-4E56-7A35-9A4D-ED536D2F9CD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4" creationId="{CD7A2809-C23C-F5DA-94FE-D0CE3B7CBE8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5" creationId="{3B282E0A-162C-31CE-2806-99220775B31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6" creationId="{1FE42E62-0E19-EF57-BBC5-E40671ECC20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7" creationId="{2DCE052C-8D7E-C31B-07D8-F2C576700C8C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8" creationId="{AC8DDBB3-373C-6F7A-28B6-AC9CCB716B7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49" creationId="{F031F1D4-87CB-3B91-4AF2-82CFBE9AEC6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0" creationId="{4523F91E-64F5-F949-3390-5378CBDD28A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1" creationId="{AEA71052-E7B0-54C7-D28A-59C7CB9C2E9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2" creationId="{DA6C4C00-EC72-B661-DD4B-D9B59016772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3" creationId="{B91C30EB-7E4C-B6F9-60C9-8C63A3F4DD2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4" creationId="{C517C3E1-993C-59A1-29A8-363019937C8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5" creationId="{83A377C5-B38C-E959-22E0-D89A0536261C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6" creationId="{08A7EBBC-3257-F5CF-189C-C9BC77B44D8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7" creationId="{3781CD93-E559-412F-F736-E2CDAAE501A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8" creationId="{370B86F8-094E-4D4E-E200-9D38784553F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59" creationId="{976DBD8D-D3D3-AA6C-2C3C-AA3AF32866C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0" creationId="{C0CE26A4-78B1-A393-70A8-D8B391501C7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1" creationId="{91D773D3-1940-7BB2-50F7-29984C03C74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2" creationId="{39FF581E-A370-955B-AC5A-FF298167391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3" creationId="{983996E0-C1CB-E3F3-0118-85506D80267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4" creationId="{3A3E5C9A-1699-9FFE-3759-20287857600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5" creationId="{828BF762-3819-9147-6C69-208D2428905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6" creationId="{90E07716-286C-85F2-62C5-28392C52F5A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7" creationId="{B13BDFC2-FCBB-6C28-0F4D-36C0DF970E3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8" creationId="{B47595BE-7ACE-4124-9078-F1D580DC04D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69" creationId="{D18AC152-F5DB-4860-C69C-E62985D9CD1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0" creationId="{0335A189-2A78-D749-5B0A-DCA9B97D2C12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1" creationId="{80771557-DC7C-753B-C4FD-33D7A4C7E1A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2" creationId="{3182B3BF-2FD7-D9EF-81DD-5CE6F8F7D1CB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3" creationId="{A8B69358-763D-47E1-5808-C71F5E9B8D6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4" creationId="{E6B21BDF-797E-4CB2-1ACC-64DE3AF4659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5" creationId="{5C405C5C-2322-662F-FE93-4C1E1D24CF5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6" creationId="{1290DBE0-DDAC-D74E-3062-DBE7A12BEA6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7" creationId="{370E6A59-5F5C-2DEE-558E-23E7D7D8962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8" creationId="{71A2E01D-A92C-5263-46CB-D8F03229785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79" creationId="{7DFF07F5-D2F0-6DA6-6E6A-84148BDB368D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0" creationId="{BE212FB6-0680-116D-3C1F-E17135BAD01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1" creationId="{281F481E-31DF-4E8F-F992-CAF4FE558EBA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2" creationId="{D199D242-9448-84BB-D31A-4320D74EFE9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3" creationId="{194EDCE4-294E-6E31-C624-CCD6F04E42BF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4" creationId="{AE11C91F-581C-47A6-1459-CE8A6BAF122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5" creationId="{60C12D2C-0AD9-665C-FA3B-00F8AB7F218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6" creationId="{D8ECF361-BA6D-C8A1-7069-5C5D95BF0C60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7" creationId="{A0B85FD7-2173-A4BB-C016-95D588ECA16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8" creationId="{09652A0A-8D53-46EB-F8AF-2E7F64FC37F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89" creationId="{AC2763FE-D47C-4C25-C1A1-A9B3C84FA3C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0" creationId="{B5813BEA-0C67-8BB0-4948-536FFA230DE3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1" creationId="{029AC622-8A39-A935-6D2B-F554C3420B01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2" creationId="{67A65102-6C4C-EAA7-9914-54AFBB2092B4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3" creationId="{D8AD7039-31EE-9543-C77F-D28277680686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4" creationId="{E5037FA4-0D83-E468-4679-6E4309721848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5" creationId="{29E5CBD0-BA57-5AC8-ACEC-1F6380F95AB9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6" creationId="{296D82D1-A986-5DFC-3715-676D3685BEEE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7" creationId="{96811409-D90A-7259-EB3F-94FD0A2F813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8" creationId="{AEEDBB04-8DE3-F5AB-73B7-927B78A6C467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199" creationId="{F3D1915C-0450-85F8-5924-D0C4B01DE675}"/>
          </ac:spMkLst>
        </pc:spChg>
        <pc:spChg chg="mod">
          <ac:chgData name="Ali Bu Hawraa" userId="c298b3438ccd2c24" providerId="LiveId" clId="{CEC14A6B-3A05-4564-BAB0-99E1D0B564EF}" dt="2024-08-12T19:41:10.390" v="2337"/>
          <ac:spMkLst>
            <pc:docMk/>
            <pc:sldMk cId="863294783" sldId="293"/>
            <ac:spMk id="200" creationId="{5722B49A-012E-49A6-464D-90BFC3EA7EEB}"/>
          </ac:spMkLst>
        </pc:spChg>
        <pc:spChg chg="add del mod ord">
          <ac:chgData name="Ali Bu Hawraa" userId="c298b3438ccd2c24" providerId="LiveId" clId="{CEC14A6B-3A05-4564-BAB0-99E1D0B564EF}" dt="2024-08-12T19:44:49.467" v="2644"/>
          <ac:spMkLst>
            <pc:docMk/>
            <pc:sldMk cId="863294783" sldId="293"/>
            <ac:spMk id="203" creationId="{EF7770BB-D6A7-F35A-5F85-CEF555516956}"/>
          </ac:spMkLst>
        </pc:spChg>
        <pc:grpChg chg="ord">
          <ac:chgData name="Ali Bu Hawraa" userId="c298b3438ccd2c24" providerId="LiveId" clId="{CEC14A6B-3A05-4564-BAB0-99E1D0B564EF}" dt="2024-08-12T19:40:13.118" v="2171"/>
          <ac:grpSpMkLst>
            <pc:docMk/>
            <pc:sldMk cId="863294783" sldId="293"/>
            <ac:grpSpMk id="10" creationId="{D72B33BE-0398-7661-6DD3-94415EF095F5}"/>
          </ac:grpSpMkLst>
        </pc:grpChg>
        <pc:grpChg chg="ord">
          <ac:chgData name="Ali Bu Hawraa" userId="c298b3438ccd2c24" providerId="LiveId" clId="{CEC14A6B-3A05-4564-BAB0-99E1D0B564EF}" dt="2024-08-12T19:40:26.731" v="2201"/>
          <ac:grpSpMkLst>
            <pc:docMk/>
            <pc:sldMk cId="863294783" sldId="293"/>
            <ac:grpSpMk id="22" creationId="{88E4D05B-A556-E779-BD7B-EDE868AA53DE}"/>
          </ac:grpSpMkLst>
        </pc:grpChg>
        <pc:grpChg chg="ord">
          <ac:chgData name="Ali Bu Hawraa" userId="c298b3438ccd2c24" providerId="LiveId" clId="{CEC14A6B-3A05-4564-BAB0-99E1D0B564EF}" dt="2024-08-12T19:40:35.791" v="2231"/>
          <ac:grpSpMkLst>
            <pc:docMk/>
            <pc:sldMk cId="863294783" sldId="293"/>
            <ac:grpSpMk id="32" creationId="{715AECD6-C938-7FC0-8E8A-37D4D137902C}"/>
          </ac:grpSpMkLst>
        </pc:grpChg>
        <pc:grpChg chg="ord">
          <ac:chgData name="Ali Bu Hawraa" userId="c298b3438ccd2c24" providerId="LiveId" clId="{CEC14A6B-3A05-4564-BAB0-99E1D0B564EF}" dt="2024-08-12T19:40:51.992" v="2261"/>
          <ac:grpSpMkLst>
            <pc:docMk/>
            <pc:sldMk cId="863294783" sldId="293"/>
            <ac:grpSpMk id="41" creationId="{2030C944-2D7C-1DA7-B2FF-EC1CCA36D432}"/>
          </ac:grpSpMkLst>
        </pc:grpChg>
        <pc:grpChg chg="add del mod ord">
          <ac:chgData name="Ali Bu Hawraa" userId="c298b3438ccd2c24" providerId="LiveId" clId="{CEC14A6B-3A05-4564-BAB0-99E1D0B564EF}" dt="2024-08-12T19:44:49.467" v="2644"/>
          <ac:grpSpMkLst>
            <pc:docMk/>
            <pc:sldMk cId="863294783" sldId="293"/>
            <ac:grpSpMk id="45" creationId="{34B0B7FA-6639-1FB1-F827-0588B0E7BCE3}"/>
          </ac:grpSpMkLst>
        </pc:grpChg>
        <pc:grpChg chg="add mod">
          <ac:chgData name="Ali Bu Hawraa" userId="c298b3438ccd2c24" providerId="LiveId" clId="{CEC14A6B-3A05-4564-BAB0-99E1D0B564EF}" dt="2024-08-12T19:41:10.390" v="2337"/>
          <ac:grpSpMkLst>
            <pc:docMk/>
            <pc:sldMk cId="863294783" sldId="293"/>
            <ac:grpSpMk id="50" creationId="{462EC247-D333-7178-C223-DA4D1BA7362A}"/>
          </ac:grpSpMkLst>
        </pc:grpChg>
        <pc:grpChg chg="mod ord">
          <ac:chgData name="Ali Bu Hawraa" userId="c298b3438ccd2c24" providerId="LiveId" clId="{CEC14A6B-3A05-4564-BAB0-99E1D0B564EF}" dt="2024-08-12T19:41:10.390" v="2337"/>
          <ac:grpSpMkLst>
            <pc:docMk/>
            <pc:sldMk cId="863294783" sldId="293"/>
            <ac:grpSpMk id="201" creationId="{3256AC2F-5747-F561-8399-348D647D0AC1}"/>
          </ac:grpSpMkLst>
        </pc:grpChg>
        <pc:grpChg chg="mod ord">
          <ac:chgData name="Ali Bu Hawraa" userId="c298b3438ccd2c24" providerId="LiveId" clId="{CEC14A6B-3A05-4564-BAB0-99E1D0B564EF}" dt="2024-08-12T19:41:10.390" v="2337"/>
          <ac:grpSpMkLst>
            <pc:docMk/>
            <pc:sldMk cId="863294783" sldId="293"/>
            <ac:grpSpMk id="202" creationId="{E9F43FDE-EE34-9280-3930-4140D38FB122}"/>
          </ac:grpSpMkLst>
        </pc:grpChg>
        <pc:grpChg chg="mod ord">
          <ac:chgData name="Ali Bu Hawraa" userId="c298b3438ccd2c24" providerId="LiveId" clId="{CEC14A6B-3A05-4564-BAB0-99E1D0B564EF}" dt="2024-08-12T19:44:49.467" v="2644"/>
          <ac:grpSpMkLst>
            <pc:docMk/>
            <pc:sldMk cId="863294783" sldId="293"/>
            <ac:grpSpMk id="206" creationId="{09407E72-4DD0-A260-7221-5B59C40E9F02}"/>
          </ac:grpSpMkLst>
        </pc:grpChg>
        <pc:picChg chg="del mod ord">
          <ac:chgData name="Ali Bu Hawraa" userId="c298b3438ccd2c24" providerId="LiveId" clId="{CEC14A6B-3A05-4564-BAB0-99E1D0B564EF}" dt="2024-08-12T19:40:26.727" v="2196" actId="478"/>
          <ac:picMkLst>
            <pc:docMk/>
            <pc:sldMk cId="863294783" sldId="293"/>
            <ac:picMk id="9" creationId="{B2C60DA5-6F23-D9B9-F64A-04580910D0F7}"/>
          </ac:picMkLst>
        </pc:picChg>
        <pc:picChg chg="del mod ord">
          <ac:chgData name="Ali Bu Hawraa" userId="c298b3438ccd2c24" providerId="LiveId" clId="{CEC14A6B-3A05-4564-BAB0-99E1D0B564EF}" dt="2024-08-12T19:40:35.788" v="2226" actId="478"/>
          <ac:picMkLst>
            <pc:docMk/>
            <pc:sldMk cId="863294783" sldId="293"/>
            <ac:picMk id="21" creationId="{441E3B81-538D-5F8B-5E35-5BC058F6D2EA}"/>
          </ac:picMkLst>
        </pc:picChg>
        <pc:picChg chg="del mod ord">
          <ac:chgData name="Ali Bu Hawraa" userId="c298b3438ccd2c24" providerId="LiveId" clId="{CEC14A6B-3A05-4564-BAB0-99E1D0B564EF}" dt="2024-08-12T19:40:51.987" v="2256" actId="478"/>
          <ac:picMkLst>
            <pc:docMk/>
            <pc:sldMk cId="863294783" sldId="293"/>
            <ac:picMk id="31" creationId="{A4CDBEAA-A0B6-31C9-CE36-F7E9F2556194}"/>
          </ac:picMkLst>
        </pc:picChg>
        <pc:picChg chg="del mod ord">
          <ac:chgData name="Ali Bu Hawraa" userId="c298b3438ccd2c24" providerId="LiveId" clId="{CEC14A6B-3A05-4564-BAB0-99E1D0B564EF}" dt="2024-08-12T19:41:02.169" v="2286" actId="478"/>
          <ac:picMkLst>
            <pc:docMk/>
            <pc:sldMk cId="863294783" sldId="293"/>
            <ac:picMk id="35" creationId="{2A451B41-1764-EB53-17B2-E2EA956BF008}"/>
          </ac:picMkLst>
        </pc:picChg>
        <pc:picChg chg="add del mod ord">
          <ac:chgData name="Ali Bu Hawraa" userId="c298b3438ccd2c24" providerId="LiveId" clId="{CEC14A6B-3A05-4564-BAB0-99E1D0B564EF}" dt="2024-08-12T19:44:49.467" v="2644"/>
          <ac:picMkLst>
            <pc:docMk/>
            <pc:sldMk cId="863294783" sldId="293"/>
            <ac:picMk id="44" creationId="{3179A8F0-30DE-9006-F61C-9F218476FE85}"/>
          </ac:picMkLst>
        </pc:picChg>
        <pc:picChg chg="add mod">
          <ac:chgData name="Ali Bu Hawraa" userId="c298b3438ccd2c24" providerId="LiveId" clId="{CEC14A6B-3A05-4564-BAB0-99E1D0B564EF}" dt="2024-08-12T19:41:11.344" v="2351"/>
          <ac:picMkLst>
            <pc:docMk/>
            <pc:sldMk cId="863294783" sldId="293"/>
            <ac:picMk id="48" creationId="{B9110A52-0CE0-0124-FB04-0696474B3C06}"/>
          </ac:picMkLst>
        </pc:picChg>
        <pc:picChg chg="del mod">
          <ac:chgData name="Ali Bu Hawraa" userId="c298b3438ccd2c24" providerId="LiveId" clId="{CEC14A6B-3A05-4564-BAB0-99E1D0B564EF}" dt="2024-08-12T19:40:13.114" v="2166" actId="478"/>
          <ac:picMkLst>
            <pc:docMk/>
            <pc:sldMk cId="863294783" sldId="293"/>
            <ac:picMk id="51" creationId="{EBA23A19-9748-102C-92F3-CEE8BE08A090}"/>
          </ac:picMkLst>
        </pc:picChg>
        <pc:picChg chg="mod ord">
          <ac:chgData name="Ali Bu Hawraa" userId="c298b3438ccd2c24" providerId="LiveId" clId="{CEC14A6B-3A05-4564-BAB0-99E1D0B564EF}" dt="2024-08-12T19:44:49.467" v="2644"/>
          <ac:picMkLst>
            <pc:docMk/>
            <pc:sldMk cId="863294783" sldId="293"/>
            <ac:picMk id="205" creationId="{32615B7E-F910-EAD8-D249-0654F78EE62D}"/>
          </ac:picMkLst>
        </pc:picChg>
      </pc:sldChg>
      <pc:sldChg chg="addSp delSp modSp mod modAnim">
        <pc:chgData name="Ali Bu Hawraa" userId="c298b3438ccd2c24" providerId="LiveId" clId="{CEC14A6B-3A05-4564-BAB0-99E1D0B564EF}" dt="2024-08-12T19:39:52.280" v="2144" actId="962"/>
        <pc:sldMkLst>
          <pc:docMk/>
          <pc:sldMk cId="2337885249" sldId="294"/>
        </pc:sldMkLst>
        <pc:spChg chg="del ord">
          <ac:chgData name="Ali Bu Hawraa" userId="c298b3438ccd2c24" providerId="LiveId" clId="{CEC14A6B-3A05-4564-BAB0-99E1D0B564EF}" dt="2024-08-12T19:39:04.764" v="1908" actId="478"/>
          <ac:spMkLst>
            <pc:docMk/>
            <pc:sldMk cId="2337885249" sldId="294"/>
            <ac:spMk id="8" creationId="{0901CBE3-B36A-786D-CAF2-577C8CD50478}"/>
          </ac:spMkLst>
        </pc:spChg>
        <pc:spChg chg="add del mod ord">
          <ac:chgData name="Ali Bu Hawraa" userId="c298b3438ccd2c24" providerId="LiveId" clId="{CEC14A6B-3A05-4564-BAB0-99E1D0B564EF}" dt="2024-08-12T19:39:13.104" v="1979"/>
          <ac:spMkLst>
            <pc:docMk/>
            <pc:sldMk cId="2337885249" sldId="294"/>
            <ac:spMk id="15" creationId="{444791FE-4179-5856-7ABD-1BADDF9092FD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9" creationId="{89F5C1E4-6CF4-CFA8-B6BA-A406F59127F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2" creationId="{A337A012-0268-2B4B-67DA-A846D8041A94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4" creationId="{A0A1F860-440F-D52A-7337-57AD15006A9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5" creationId="{3382C708-8D19-73D8-5F0E-04356ABB301A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6" creationId="{CA776DD3-0A55-3E91-B520-6F6F8390DB28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8" creationId="{F7E43CF8-112E-911E-2CBF-97F0D0FA672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29" creationId="{EA282F78-1C10-09A0-0675-AEF802BEFB1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1" creationId="{F0FB0348-CF24-0AC9-AFBD-3F9F68ACC6E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2" creationId="{5876F7A2-E968-6C9F-D908-1D55C55A449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4" creationId="{D5E5D99C-9CA6-6784-5917-C1484636C24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5" creationId="{4E2ED263-7565-D71C-E3E5-657E437684B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6" creationId="{08321E80-E97A-9465-6C88-0E68B6E8542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7" creationId="{778C2D9D-871B-36C1-71B8-F33CD6EC53C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8" creationId="{D304EEDC-024E-E6B2-CACD-0B81F0804FD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39" creationId="{6B17E280-87F7-C9E0-AF99-1C8EFD2E72B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0" creationId="{F62095AD-778C-E345-A874-1099EA89E51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1" creationId="{599F31F3-3BEA-A04B-D97F-EE96134CD5E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2" creationId="{7E4EA1EE-47FA-9A12-0275-61092B83CB2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3" creationId="{A55BCD6D-1C1D-3DA6-3D03-D175EB46225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4" creationId="{C9C2F848-FE9F-C9CB-35B0-A26F28A6AA41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5" creationId="{900E0F7B-9FC2-0058-F0A8-2D82E576371C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6" creationId="{AC74B154-84B2-EE93-521B-5216612076E8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7" creationId="{D78AC840-03E9-4069-169C-D0DC0E15BA41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48" creationId="{E0B72858-2B25-E7A0-145B-4E9F726607FC}"/>
          </ac:spMkLst>
        </pc:spChg>
        <pc:spChg chg="mod">
          <ac:chgData name="Ali Bu Hawraa" userId="c298b3438ccd2c24" providerId="LiveId" clId="{CEC14A6B-3A05-4564-BAB0-99E1D0B564EF}" dt="2024-08-12T19:39:13.104" v="1979"/>
          <ac:spMkLst>
            <pc:docMk/>
            <pc:sldMk cId="2337885249" sldId="294"/>
            <ac:spMk id="49" creationId="{8AA33F1C-61FC-C694-98AE-3576F8E2CDF4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0" creationId="{C7934CB0-76EC-79BD-3D54-51DE59193F9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1" creationId="{F3CFD7C4-0146-4DD4-86A7-570D0CFF7768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2" creationId="{D53D38AC-F889-79C7-0DB5-46BD2B85382C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3" creationId="{1A79A881-5631-8A14-C11A-E929281340C1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4" creationId="{C40FFC6A-2ABE-04D5-3CEE-15C02BF9224A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5" creationId="{FD94196F-9CE9-69F1-7716-3CF437D2534E}"/>
          </ac:spMkLst>
        </pc:spChg>
        <pc:spChg chg="mod">
          <ac:chgData name="Ali Bu Hawraa" userId="c298b3438ccd2c24" providerId="LiveId" clId="{CEC14A6B-3A05-4564-BAB0-99E1D0B564EF}" dt="2024-08-12T19:39:44.754" v="2111"/>
          <ac:spMkLst>
            <pc:docMk/>
            <pc:sldMk cId="2337885249" sldId="294"/>
            <ac:spMk id="56" creationId="{E92C7D42-81E5-8B41-664D-6D4EFE6F59C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7" creationId="{9F30F6E1-35AA-D06C-48EC-447F616A82B2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8" creationId="{F446D053-16C7-2931-6932-28CCEE278FFA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59" creationId="{2783EA86-0F64-8E83-6053-EE57E0D6B2C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0" creationId="{D7F24B90-F323-15EF-E5EF-E4BAE273E022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1" creationId="{DCEDED7F-D852-3D3F-625E-B1C0038683E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2" creationId="{5AEB7476-15FA-3FA4-DC98-E6DA48ABBE5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3" creationId="{78C9AAB6-7D05-9675-50F8-31BDEEFE57C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4" creationId="{8A430257-9CF4-5686-0E2E-12F4E29666F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5" creationId="{B8568427-C621-5D4F-F7B4-F40B770D33E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6" creationId="{EA5E797B-C0C5-F5F4-1651-386938546D8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7" creationId="{B69BE5B1-D408-1989-6DE9-26A44585C12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8" creationId="{4FEA10E7-A89F-3F54-ADEC-775B8B45CD4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69" creationId="{60FE6945-425D-DD4D-602D-FC6582685C1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0" creationId="{A26FBDF8-B0F1-6C6C-41C6-8FBE43545C2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1" creationId="{9597A0CE-914E-D326-962F-4A2FC7B633D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2" creationId="{8AD116FC-3A40-E6C5-AF6D-C179982E2FC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3" creationId="{BC82937F-CBFD-FDFE-BB2F-4F297AB85BDE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4" creationId="{5F7BC2E4-6125-148F-BD41-CDF28ED0C1C4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5" creationId="{6E3F7C94-C1CA-3D1C-FDD3-96DB3D0445B1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6" creationId="{52181A41-7E49-72EE-AE12-30839D21A2C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7" creationId="{BB4355E0-B32C-1299-3CDA-1AEB1002A47E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8" creationId="{6CD9820D-6E6E-1AF9-24BF-DB5999B865A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79" creationId="{3EF02688-5BE6-A853-9746-999D98326F0E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0" creationId="{0EB0E48A-DA55-3E53-44A0-A9961D6163D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1" creationId="{03D71283-EDD8-F619-27DF-C35ED344D88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2" creationId="{B7A4C179-5110-E417-1407-24650562C3D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3" creationId="{40776469-5483-F558-026D-21F0B1CBEEE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4" creationId="{7E7A169D-3102-6CB9-B29D-6221180E8344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5" creationId="{19FA9095-1AC4-85D4-1011-BC733DD608A7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6" creationId="{29E15BB3-576E-0D89-42A0-7FA90F8EAFF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7" creationId="{403B5A65-0AA8-2EA6-DAC9-AA18026AACC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8" creationId="{A89BC26F-1C02-873C-94AE-E57638D5A99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89" creationId="{EB89688E-5C7C-18BD-661B-8AE662516A3C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0" creationId="{75EA1774-35AA-A89C-508A-C74325331C6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1" creationId="{4D9DC7AC-975F-824D-CC99-126FB3DBE9B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2" creationId="{4ED90F32-91A3-C366-56A5-E3A12AF82012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3" creationId="{AE11292B-2FEE-10D5-8920-6B3EAACBD38B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4" creationId="{39FD34B4-ADF3-9FFF-2B8A-16756A28225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5" creationId="{2295D4E2-C404-DC92-121D-F77EC9C75EB3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6" creationId="{9B718E1F-FE95-F57C-5E38-3460B9093AB5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7" creationId="{AB13E13C-81BC-6EBD-084D-07891C627308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8" creationId="{457ED67B-E321-83A8-094C-60BD787E4B1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99" creationId="{78EF35B0-CE55-B61F-C553-69F4DAD2533D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0" creationId="{24364CC1-1CF2-6B04-41DF-855D7F9FB704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1" creationId="{996FC11E-C19E-71B7-419D-58BCEC5AF42D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2" creationId="{D45018A3-ACB7-A670-FE38-04604519AC0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3" creationId="{CBC5CC13-14B4-4BDB-D036-163022B766F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4" creationId="{72FC65AE-C67C-BF2B-9515-A5B105C9C606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5" creationId="{8B0C84DB-F0B8-0674-BF58-2D0D033A1079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6" creationId="{737B81A8-77EA-39F9-7079-9ABAE6B94DFF}"/>
          </ac:spMkLst>
        </pc:spChg>
        <pc:spChg chg="mod">
          <ac:chgData name="Ali Bu Hawraa" userId="c298b3438ccd2c24" providerId="LiveId" clId="{CEC14A6B-3A05-4564-BAB0-99E1D0B564EF}" dt="2024-08-12T19:39:11.999" v="1963"/>
          <ac:spMkLst>
            <pc:docMk/>
            <pc:sldMk cId="2337885249" sldId="294"/>
            <ac:spMk id="107" creationId="{9777DCF0-C6DF-4CE3-D525-212DBD072219}"/>
          </ac:spMkLst>
        </pc:spChg>
        <pc:spChg chg="del ord">
          <ac:chgData name="Ali Bu Hawraa" userId="c298b3438ccd2c24" providerId="LiveId" clId="{CEC14A6B-3A05-4564-BAB0-99E1D0B564EF}" dt="2024-08-12T19:39:20.745" v="2013" actId="478"/>
          <ac:spMkLst>
            <pc:docMk/>
            <pc:sldMk cId="2337885249" sldId="294"/>
            <ac:spMk id="110" creationId="{B8BB7150-75DD-F4AB-1087-EC8F89C1105C}"/>
          </ac:spMkLst>
        </pc:spChg>
        <pc:spChg chg="del ord">
          <ac:chgData name="Ali Bu Hawraa" userId="c298b3438ccd2c24" providerId="LiveId" clId="{CEC14A6B-3A05-4564-BAB0-99E1D0B564EF}" dt="2024-08-12T19:39:34.930" v="2046" actId="478"/>
          <ac:spMkLst>
            <pc:docMk/>
            <pc:sldMk cId="2337885249" sldId="294"/>
            <ac:spMk id="114" creationId="{4D337EA1-F255-5A3F-2D8E-81FC8DD1E572}"/>
          </ac:spMkLst>
        </pc:spChg>
        <pc:spChg chg="add del mod ord">
          <ac:chgData name="Ali Bu Hawraa" userId="c298b3438ccd2c24" providerId="LiveId" clId="{CEC14A6B-3A05-4564-BAB0-99E1D0B564EF}" dt="2024-08-12T19:39:44.754" v="2111"/>
          <ac:spMkLst>
            <pc:docMk/>
            <pc:sldMk cId="2337885249" sldId="294"/>
            <ac:spMk id="118" creationId="{EE1EC97B-7A37-45AA-4E7F-8D0B74AE365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2" creationId="{F00CAB4E-CB25-790C-DDA4-6F1E6742F99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3" creationId="{4F276F80-E011-A56F-D0C2-65DBE09A3DC0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4" creationId="{7FE80ACA-BDFF-3141-36C2-F461E113175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5" creationId="{1EBA2103-D630-9510-316B-1274F6CE7D3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6" creationId="{D182F323-EBFE-AFE2-EC2F-56419DD9F6F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7" creationId="{8B6A9F1A-D7A5-56E3-97FF-6EC0D7363C6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8" creationId="{192086C6-F2B3-7D37-EA94-B422AFE721AA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29" creationId="{C0A5C8AE-EFED-E4CF-5609-4BA69AB020C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0" creationId="{BA47AD83-ABAD-1A24-3164-0EE6226EB1FA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1" creationId="{F6B81351-B292-A30E-5B95-4190DA0F2A8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2" creationId="{4DCA031B-6C98-7495-42FB-09A4BA68D944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3" creationId="{CF8CD563-0161-C36E-E3E3-FAB0F5297B4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4" creationId="{0C049421-3780-C2C6-721E-F4704CCB15C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5" creationId="{4280D1C8-2CF1-2E5E-4BCC-21AEDA6D75E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6" creationId="{62A4BA8D-4D87-D3E6-B1BC-925380A27F2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7" creationId="{93A61116-F6E5-6E06-D157-00A587565390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8" creationId="{0D96FEDC-BA46-EA48-5D35-B4597E192F9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39" creationId="{F88681A4-2146-0DA9-5C5B-3177E753ACB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0" creationId="{F043D242-8EE2-9E33-BAC4-A42FEE099245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1" creationId="{58CE8E01-7954-022F-A2E3-1EC6B321C8A1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2" creationId="{29D2DD68-7442-52CE-3349-672571B967F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3" creationId="{BE59CFD8-97CF-55FA-1499-47C9B074DC4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4" creationId="{685E6D8B-2D5F-8383-E763-D248F6DD521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5" creationId="{4C811F17-8941-8BA7-A736-B47CE76B3FF7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6" creationId="{786510F8-8A89-A516-256F-62EA6E13705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7" creationId="{B7B2D981-67D0-C03D-32A9-2D62D2B4C3F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8" creationId="{711B925B-3D72-7A98-CC3F-59FED1C41EB4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49" creationId="{ECE1276B-E8B7-0E2D-0907-559724138FF0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0" creationId="{33F1016E-CFE0-D282-D525-584E2956F96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1" creationId="{76BD769D-EC28-EF9D-F6FA-B21F04C7180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2" creationId="{436D8C39-3A90-77F5-ACE1-61DD25565F1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3" creationId="{BB62A52D-8083-AD79-4D1B-C04124770CC4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4" creationId="{8E34B32D-B741-E638-95E4-D6B9088CA51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5" creationId="{863CA126-CDCE-B32D-DC03-2BEB81471BE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6" creationId="{AE5A9863-9666-8645-E533-625590A696E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7" creationId="{2D984147-D8E3-1D68-1221-81BD44532A0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8" creationId="{9CAFB4E1-B3DE-EBD8-034D-825F29605DD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59" creationId="{D653CAB4-D3F4-3CFB-6A3A-AFE5535BA9A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0" creationId="{E208B082-610B-2292-AD71-791B71A025D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1" creationId="{90DC1BFF-718F-2008-C2DA-F728DD34C50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2" creationId="{5A03EBFB-68A5-C5ED-1C54-5777D81D3A7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3" creationId="{EED373E6-5BCC-B19E-AB30-BD315830BE5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4" creationId="{204EAE49-D57E-B0C0-E60C-B6913BEB222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5" creationId="{F3754815-7929-4BDA-A063-AEF63ED879B0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6" creationId="{CF2549DE-E40A-E593-E07E-1A58AA16DE8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7" creationId="{FEDD223B-BFA0-8AE6-946E-99B2A496078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8" creationId="{378B8DF2-F129-6BD9-D6BB-A8912418B3C7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69" creationId="{E07CF9C7-2CF0-E864-BE2E-F09C271712E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0" creationId="{2433DF46-5F99-0521-ECC4-7F81F033698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1" creationId="{C1C46300-C9DF-E3DE-0194-3718FE6E16E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2" creationId="{90B4C35D-42E6-541A-4A3E-7413D65F6E9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3" creationId="{0CD8902E-0621-1F30-36A1-7404A7288DE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4" creationId="{082F7814-A7A8-7A0E-C8B0-759B49C3989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5" creationId="{4D41C432-A9A9-24C0-CFD3-05FC114ADAC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6" creationId="{1891BA3D-00FF-132C-87AF-F535BBB3B83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7" creationId="{0562FC84-C3D5-73B4-C9E4-DDFDA999BEE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8" creationId="{B2F04A8D-1057-0942-1996-8DA432B5E1F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79" creationId="{BCA5084E-BA73-7D28-B359-728F06F6459F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0" creationId="{86FE2ACE-3A97-EB7A-D404-91657A36D5E7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1" creationId="{7EAA7A66-8224-5836-FD96-81F150EF051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2" creationId="{8519F05C-5C4E-9182-FCE9-E2188169736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3" creationId="{C62A1841-C3F1-02E9-A41E-10DC87417EFA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4" creationId="{B45D0D9D-F985-1EBF-C319-CACB49C1996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5" creationId="{1B3C2651-9247-7984-3D58-EAE875C5AF61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6" creationId="{103E7A05-F04F-074E-424A-E8966AE3E35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7" creationId="{061F6432-027B-1A47-4BC7-FB7ED91E1DA4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8" creationId="{92C95BF8-4C23-1260-76A1-0BBEC8F4F7E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89" creationId="{86305BB9-31C3-691B-8DFF-22C4EAC6AB6F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0" creationId="{AABA43DC-B6F3-99A6-6C75-384C5582D08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1" creationId="{18767070-D491-8AF5-5516-605DC7C590D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2" creationId="{A9259090-F4E8-DE15-8ACD-A4E3DE24A58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3" creationId="{E42AFDC2-38F4-5F67-9B37-5C7E0097E8DF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4" creationId="{8444F93B-F493-DF0D-E541-DB61A2E3A309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5" creationId="{0A232AED-88E4-5A63-D4E7-9333BD3C33F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6" creationId="{D0A4AE93-9CA6-B02E-D0D7-7933516FE30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7" creationId="{9AFF6ACC-7ECE-5AFE-5C17-E8AD5F35853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8" creationId="{86A4F032-8FB0-1466-4BCF-338CE040748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199" creationId="{34DEBBA9-27D2-B200-6E9C-D0DB7EB35F11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0" creationId="{BC6BD80B-7782-6737-DF02-144D6F4CCD3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1" creationId="{5A256E95-CA6C-4908-E5D2-1E33CE7CAF1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2" creationId="{8A23D380-98D5-0065-9068-CBE26BCE9FA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3" creationId="{DDF2FF28-0878-A216-3127-64550816112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4" creationId="{9F549798-3A8C-DAFE-F640-38D1E011A083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5" creationId="{6D12C147-F264-8989-C2B4-03BD0776E57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6" creationId="{4D6C1E72-270A-3D2C-B562-D5007B5B9611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7" creationId="{BB491062-2DD8-2707-6CB7-1B8BC0574C55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8" creationId="{12964001-4D81-7552-7CB9-041F5309E25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09" creationId="{CB64EB89-3A04-A7C6-83B9-BA116E30766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0" creationId="{881F67AA-EB26-B964-AB66-1C1FF9109BA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1" creationId="{32688464-E5A5-FA1D-0A11-05B2B3B09B38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2" creationId="{387673F9-96BA-1104-B724-92173FD3E984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3" creationId="{70DF2198-B9A2-B353-7E21-0161CFDCDB91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4" creationId="{266DB1E8-260E-93B9-DFA5-59F424079CD0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5" creationId="{678A49F3-23BB-1034-4945-941C8BB7AFC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6" creationId="{1D9D3319-73BC-B95F-A11D-6606E009908D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7" creationId="{6B536A67-CBB7-D32E-2F02-DAFCF8A58857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8" creationId="{2C94CAC0-268E-F5BB-A29A-3016A626367C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19" creationId="{B50ACBC9-76F7-9682-2076-BC4BABF67BE2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20" creationId="{01C434D6-56BD-359A-E86B-198048CC8A06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21" creationId="{C0238AEE-A7F7-3ED0-F6FC-BADFB60C776E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22" creationId="{EF63A2D3-618E-F2AF-6B1D-FC3FADF41D0B}"/>
          </ac:spMkLst>
        </pc:spChg>
        <pc:spChg chg="mod">
          <ac:chgData name="Ali Bu Hawraa" userId="c298b3438ccd2c24" providerId="LiveId" clId="{CEC14A6B-3A05-4564-BAB0-99E1D0B564EF}" dt="2024-08-12T19:39:43.597" v="2096"/>
          <ac:spMkLst>
            <pc:docMk/>
            <pc:sldMk cId="2337885249" sldId="294"/>
            <ac:spMk id="223" creationId="{D42680A0-BA1A-FE97-1AE0-0CD13A4A0ED1}"/>
          </ac:spMkLst>
        </pc:spChg>
        <pc:spChg chg="del ord">
          <ac:chgData name="Ali Bu Hawraa" userId="c298b3438ccd2c24" providerId="LiveId" clId="{CEC14A6B-3A05-4564-BAB0-99E1D0B564EF}" dt="2024-08-12T19:39:52.280" v="2142" actId="478"/>
          <ac:spMkLst>
            <pc:docMk/>
            <pc:sldMk cId="2337885249" sldId="294"/>
            <ac:spMk id="226" creationId="{CF7ADDDE-9DED-0D4B-CC2C-E8FD59D026F4}"/>
          </ac:spMkLst>
        </pc:spChg>
        <pc:grpChg chg="add mod ord">
          <ac:chgData name="Ali Bu Hawraa" userId="c298b3438ccd2c24" providerId="LiveId" clId="{CEC14A6B-3A05-4564-BAB0-99E1D0B564EF}" dt="2024-08-12T19:39:13.104" v="1979"/>
          <ac:grpSpMkLst>
            <pc:docMk/>
            <pc:sldMk cId="2337885249" sldId="294"/>
            <ac:grpSpMk id="14" creationId="{BBD104D1-4BB1-A45C-9F3C-C14B3D16B0B0}"/>
          </ac:grpSpMkLst>
        </pc:grpChg>
        <pc:grpChg chg="add mod">
          <ac:chgData name="Ali Bu Hawraa" userId="c298b3438ccd2c24" providerId="LiveId" clId="{CEC14A6B-3A05-4564-BAB0-99E1D0B564EF}" dt="2024-08-12T19:39:11.999" v="1963"/>
          <ac:grpSpMkLst>
            <pc:docMk/>
            <pc:sldMk cId="2337885249" sldId="294"/>
            <ac:grpSpMk id="18" creationId="{ABBE88C2-7A81-52AA-5C2C-644C703202CD}"/>
          </ac:grpSpMkLst>
        </pc:grpChg>
        <pc:grpChg chg="mod ord">
          <ac:chgData name="Ali Bu Hawraa" userId="c298b3438ccd2c24" providerId="LiveId" clId="{CEC14A6B-3A05-4564-BAB0-99E1D0B564EF}" dt="2024-08-12T19:39:11.999" v="1963"/>
          <ac:grpSpMkLst>
            <pc:docMk/>
            <pc:sldMk cId="2337885249" sldId="294"/>
            <ac:grpSpMk id="108" creationId="{BFCB68B7-3AE7-E2CE-3F20-3AD1E4149CC1}"/>
          </ac:grpSpMkLst>
        </pc:grpChg>
        <pc:grpChg chg="mod ord">
          <ac:chgData name="Ali Bu Hawraa" userId="c298b3438ccd2c24" providerId="LiveId" clId="{CEC14A6B-3A05-4564-BAB0-99E1D0B564EF}" dt="2024-08-12T19:39:11.999" v="1963"/>
          <ac:grpSpMkLst>
            <pc:docMk/>
            <pc:sldMk cId="2337885249" sldId="294"/>
            <ac:grpSpMk id="109" creationId="{301D8D29-1E0E-6023-F58A-28FDDE6DD4C9}"/>
          </ac:grpSpMkLst>
        </pc:grpChg>
        <pc:grpChg chg="ord">
          <ac:chgData name="Ali Bu Hawraa" userId="c298b3438ccd2c24" providerId="LiveId" clId="{CEC14A6B-3A05-4564-BAB0-99E1D0B564EF}" dt="2024-08-12T19:39:20.745" v="2012"/>
          <ac:grpSpMkLst>
            <pc:docMk/>
            <pc:sldMk cId="2337885249" sldId="294"/>
            <ac:grpSpMk id="113" creationId="{5A099C37-06D3-E701-E1F6-2B69D6442273}"/>
          </ac:grpSpMkLst>
        </pc:grpChg>
        <pc:grpChg chg="add mod ord">
          <ac:chgData name="Ali Bu Hawraa" userId="c298b3438ccd2c24" providerId="LiveId" clId="{CEC14A6B-3A05-4564-BAB0-99E1D0B564EF}" dt="2024-08-12T19:39:44.754" v="2111"/>
          <ac:grpSpMkLst>
            <pc:docMk/>
            <pc:sldMk cId="2337885249" sldId="294"/>
            <ac:grpSpMk id="117" creationId="{6F9BEBC2-2DE5-DBBC-B7A5-6C825E57E370}"/>
          </ac:grpSpMkLst>
        </pc:grpChg>
        <pc:grpChg chg="add mod">
          <ac:chgData name="Ali Bu Hawraa" userId="c298b3438ccd2c24" providerId="LiveId" clId="{CEC14A6B-3A05-4564-BAB0-99E1D0B564EF}" dt="2024-08-12T19:39:43.597" v="2096"/>
          <ac:grpSpMkLst>
            <pc:docMk/>
            <pc:sldMk cId="2337885249" sldId="294"/>
            <ac:grpSpMk id="121" creationId="{51240E6F-3F34-F63F-C0E6-8D3AA24156FD}"/>
          </ac:grpSpMkLst>
        </pc:grpChg>
        <pc:grpChg chg="mod ord">
          <ac:chgData name="Ali Bu Hawraa" userId="c298b3438ccd2c24" providerId="LiveId" clId="{CEC14A6B-3A05-4564-BAB0-99E1D0B564EF}" dt="2024-08-12T19:39:43.597" v="2096"/>
          <ac:grpSpMkLst>
            <pc:docMk/>
            <pc:sldMk cId="2337885249" sldId="294"/>
            <ac:grpSpMk id="224" creationId="{7F5C91BC-E4B2-C045-9A38-948DF6AE3348}"/>
          </ac:grpSpMkLst>
        </pc:grpChg>
        <pc:grpChg chg="mod ord">
          <ac:chgData name="Ali Bu Hawraa" userId="c298b3438ccd2c24" providerId="LiveId" clId="{CEC14A6B-3A05-4564-BAB0-99E1D0B564EF}" dt="2024-08-12T19:39:43.597" v="2096"/>
          <ac:grpSpMkLst>
            <pc:docMk/>
            <pc:sldMk cId="2337885249" sldId="294"/>
            <ac:grpSpMk id="225" creationId="{949D2F61-A86F-04E9-54B0-1C12E9C84E05}"/>
          </ac:grpSpMkLst>
        </pc:grpChg>
        <pc:grpChg chg="ord">
          <ac:chgData name="Ali Bu Hawraa" userId="c298b3438ccd2c24" providerId="LiveId" clId="{CEC14A6B-3A05-4564-BAB0-99E1D0B564EF}" dt="2024-08-12T19:39:52.279" v="2141"/>
          <ac:grpSpMkLst>
            <pc:docMk/>
            <pc:sldMk cId="2337885249" sldId="294"/>
            <ac:grpSpMk id="229" creationId="{7C31B031-2547-8457-3D36-884CCBAABC67}"/>
          </ac:grpSpMkLst>
        </pc:grpChg>
        <pc:picChg chg="del mod">
          <ac:chgData name="Ali Bu Hawraa" userId="c298b3438ccd2c24" providerId="LiveId" clId="{CEC14A6B-3A05-4564-BAB0-99E1D0B564EF}" dt="2024-08-12T19:39:04.759" v="1900" actId="478"/>
          <ac:picMkLst>
            <pc:docMk/>
            <pc:sldMk cId="2337885249" sldId="294"/>
            <ac:picMk id="10" creationId="{9DC8CE4A-5970-172F-B895-EC4920C31A0F}"/>
          </ac:picMkLst>
        </pc:picChg>
        <pc:picChg chg="add del mod ord">
          <ac:chgData name="Ali Bu Hawraa" userId="c298b3438ccd2c24" providerId="LiveId" clId="{CEC14A6B-3A05-4564-BAB0-99E1D0B564EF}" dt="2024-08-12T19:39:20.740" v="2005" actId="478"/>
          <ac:picMkLst>
            <pc:docMk/>
            <pc:sldMk cId="2337885249" sldId="294"/>
            <ac:picMk id="13" creationId="{72784959-5347-52B0-D804-1BB8CB53824E}"/>
          </ac:picMkLst>
        </pc:picChg>
        <pc:picChg chg="add mod">
          <ac:chgData name="Ali Bu Hawraa" userId="c298b3438ccd2c24" providerId="LiveId" clId="{CEC14A6B-3A05-4564-BAB0-99E1D0B564EF}" dt="2024-08-12T19:39:13.104" v="1979"/>
          <ac:picMkLst>
            <pc:docMk/>
            <pc:sldMk cId="2337885249" sldId="294"/>
            <ac:picMk id="17" creationId="{87E3FBFB-271C-FE56-619E-261DA9747158}"/>
          </ac:picMkLst>
        </pc:picChg>
        <pc:picChg chg="del mod">
          <ac:chgData name="Ali Bu Hawraa" userId="c298b3438ccd2c24" providerId="LiveId" clId="{CEC14A6B-3A05-4564-BAB0-99E1D0B564EF}" dt="2024-08-12T19:39:34.924" v="2039" actId="478"/>
          <ac:picMkLst>
            <pc:docMk/>
            <pc:sldMk cId="2337885249" sldId="294"/>
            <ac:picMk id="20" creationId="{181A3198-0A8A-0BB3-A452-7F52FE5A14FC}"/>
          </ac:picMkLst>
        </pc:picChg>
        <pc:picChg chg="mod ord">
          <ac:chgData name="Ali Bu Hawraa" userId="c298b3438ccd2c24" providerId="LiveId" clId="{CEC14A6B-3A05-4564-BAB0-99E1D0B564EF}" dt="2024-08-12T19:39:20.746" v="2015" actId="962"/>
          <ac:picMkLst>
            <pc:docMk/>
            <pc:sldMk cId="2337885249" sldId="294"/>
            <ac:picMk id="112" creationId="{6E1B863A-0464-460F-9DF6-C4C0B81DF98E}"/>
          </ac:picMkLst>
        </pc:picChg>
        <pc:picChg chg="add del mod ord">
          <ac:chgData name="Ali Bu Hawraa" userId="c298b3438ccd2c24" providerId="LiveId" clId="{CEC14A6B-3A05-4564-BAB0-99E1D0B564EF}" dt="2024-08-12T19:39:52.274" v="2135" actId="478"/>
          <ac:picMkLst>
            <pc:docMk/>
            <pc:sldMk cId="2337885249" sldId="294"/>
            <ac:picMk id="116" creationId="{198337BD-0693-79F7-F5AE-66436CA74A70}"/>
          </ac:picMkLst>
        </pc:picChg>
        <pc:picChg chg="add mod">
          <ac:chgData name="Ali Bu Hawraa" userId="c298b3438ccd2c24" providerId="LiveId" clId="{CEC14A6B-3A05-4564-BAB0-99E1D0B564EF}" dt="2024-08-12T19:39:44.754" v="2111"/>
          <ac:picMkLst>
            <pc:docMk/>
            <pc:sldMk cId="2337885249" sldId="294"/>
            <ac:picMk id="120" creationId="{D605124E-346A-89BD-0BA1-79C0C3D89CDA}"/>
          </ac:picMkLst>
        </pc:picChg>
        <pc:picChg chg="mod ord">
          <ac:chgData name="Ali Bu Hawraa" userId="c298b3438ccd2c24" providerId="LiveId" clId="{CEC14A6B-3A05-4564-BAB0-99E1D0B564EF}" dt="2024-08-12T19:39:52.280" v="2144" actId="962"/>
          <ac:picMkLst>
            <pc:docMk/>
            <pc:sldMk cId="2337885249" sldId="294"/>
            <ac:picMk id="228" creationId="{3D6A0023-9653-94C4-0C9F-77B394046E43}"/>
          </ac:picMkLst>
        </pc:picChg>
      </pc:sldChg>
      <pc:sldChg chg="addSp delSp modSp mod modAnim">
        <pc:chgData name="Ali Bu Hawraa" userId="c298b3438ccd2c24" providerId="LiveId" clId="{CEC14A6B-3A05-4564-BAB0-99E1D0B564EF}" dt="2024-08-12T19:45:39.927" v="2711" actId="1037"/>
        <pc:sldMkLst>
          <pc:docMk/>
          <pc:sldMk cId="3833931704" sldId="297"/>
        </pc:sldMkLst>
        <pc:spChg chg="add del mod ord">
          <ac:chgData name="Ali Bu Hawraa" userId="c298b3438ccd2c24" providerId="LiveId" clId="{CEC14A6B-3A05-4564-BAB0-99E1D0B564EF}" dt="2024-08-12T19:41:45.321" v="2414"/>
          <ac:spMkLst>
            <pc:docMk/>
            <pc:sldMk cId="3833931704" sldId="297"/>
            <ac:spMk id="7" creationId="{3400AA25-A55A-A87A-F30C-76B0812C50B5}"/>
          </ac:spMkLst>
        </pc:spChg>
        <pc:spChg chg="add del mod ord">
          <ac:chgData name="Ali Bu Hawraa" userId="c298b3438ccd2c24" providerId="LiveId" clId="{CEC14A6B-3A05-4564-BAB0-99E1D0B564EF}" dt="2024-08-12T19:45:11.621" v="2678"/>
          <ac:spMkLst>
            <pc:docMk/>
            <pc:sldMk cId="3833931704" sldId="297"/>
            <ac:spMk id="8" creationId="{C69A6F37-924A-8BF4-766E-4096DC2A769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28" creationId="{F8A6E640-F338-5B1E-6030-AE8F9F41C1F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29" creationId="{B5477728-4E04-BDEA-785F-EDC819B15F9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33" creationId="{5E7E52F2-FE48-4598-A288-246EDE3714F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34" creationId="{E15C5A5B-CCDF-3939-CC4B-CE28FBC880C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35" creationId="{71E7AAF8-C4B1-C859-16AC-34650B2487D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36" creationId="{3EC043D8-9299-456B-FE8B-0E8B06ABB2D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39" creationId="{9ADC3E37-31C1-D9B7-B516-D58C5F92F28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0" creationId="{13B66018-FD73-CB98-5A01-41EC5CDDD4F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1" creationId="{735D72BE-99CB-D952-46C7-64456541C6D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2" creationId="{4067A0FC-110E-A4C6-06CA-FE431C7A7EC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3" creationId="{7FC84117-819B-1998-CE5E-41C7A085A2C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4" creationId="{6017EC75-13FE-0FF3-2C4D-B8094EBCCC5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5" creationId="{5EB8F127-2D3C-B474-471E-BD475381279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6" creationId="{28A00613-B294-3E7A-7F48-5FD26195510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7" creationId="{5B3CDAA3-37C9-F9F7-0280-43E662AA792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48" creationId="{6C45960F-03DA-FC4C-8144-BDED88D5CB5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1" creationId="{0076B741-04C9-28F6-B966-16FE44EA870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2" creationId="{5CB2F7D7-1FED-B484-1CDB-A8DDA48519B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3" creationId="{7E6EB29E-F2D4-EADB-204C-DE8AA687BAE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4" creationId="{4057A442-CC31-E079-670C-E72E6B9BF7F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5" creationId="{FC9A0BE2-DD23-1C58-D10E-172572D88AC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6" creationId="{E47FFC13-DDDB-53A9-C375-89B6CE3ADD0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7" creationId="{6C0483C3-CCB5-9D92-9951-8E74A00414A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8" creationId="{D2480628-EC9F-990B-0C33-6F27B502BC1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59" creationId="{4BD0F3AE-7E7B-4942-ECEE-4B1988A2768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0" creationId="{7AC61856-9EFD-D5CF-ADC3-68C329ACD16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1" creationId="{258093D2-44B2-82DA-C98D-7E32F40F390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2" creationId="{64B90CB6-289D-9CAB-7FCF-33D862D043C0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3" creationId="{EE427C74-D4DE-D596-BBB7-11CAB9E669C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4" creationId="{31409CFC-F7D4-85CC-E382-B4A5461A2F5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5" creationId="{5020CFFD-68E2-4F46-FA4B-076070360BB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6" creationId="{29D7C478-26C5-8CE9-65EE-23BBB93E921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7" creationId="{77A1541A-710B-C34D-05EF-7B207D8FF88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8" creationId="{740BC91C-7009-49AA-9B85-1EDCD2D2439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69" creationId="{E3A4BF70-1BA8-CF3E-A771-CD43FB2A6F9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0" creationId="{05874BA3-6210-2700-3F38-6721181EA67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1" creationId="{FA2AD3A9-D36B-A103-A469-2B0CC578F6D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2" creationId="{4A575EA2-9292-BA53-9A43-293D3F63D58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3" creationId="{C9344A13-1EA6-5FDD-376C-EB09C1AE74F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4" creationId="{36E2B032-A1DE-5310-E4D6-80381EA19CF0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5" creationId="{DBEF3F13-5077-F16D-F60C-ABA53AE5E7C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6" creationId="{06362383-3130-6681-550C-DF503BDBEED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7" creationId="{0177E191-3743-414A-D67A-4704CB35114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8" creationId="{0078CFBE-DDBA-E68E-2883-FD032BD49C9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79" creationId="{97118333-CACF-26BB-EE3D-B7F23DBA6DF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0" creationId="{4D3AE17E-1566-EFB3-E6B7-D892BBAF6E7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1" creationId="{14B356C0-EF08-DD09-ACA6-FC90AA02BF4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2" creationId="{CBEC1F98-16F4-B2CD-2C57-F59296F9F940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3" creationId="{AF933076-56F0-AD1E-1666-8F81D9EBBA2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4" creationId="{D9E4E1E8-502A-D924-9267-599E3940D1E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5" creationId="{BAD78279-3F75-6E5F-D4C4-C9EBFF46508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6" creationId="{C6B1EB52-40B9-3674-7987-655FE5475FF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7" creationId="{A4970449-89BC-533B-B9C7-F10613731FB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8" creationId="{C8CAD1E4-018D-5DCE-8A85-6CD24180C76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89" creationId="{D0DBF02F-C239-1223-7670-13CB5CD08BC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0" creationId="{0D421998-1500-222A-4299-6D8BAD6C65D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1" creationId="{03909496-2B89-6F3B-FAFF-1E3045B9444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2" creationId="{54313AEC-7E83-7654-89B2-60244471F2B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3" creationId="{44557C8E-DCED-2FCD-76AE-CEDB77E0579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4" creationId="{E0FFF927-44A5-34A3-BB91-3397ADE348F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5" creationId="{553D11A3-92F5-337C-E231-C0C5D918BDA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6" creationId="{08FA1249-1A3C-7F1A-D3DE-C98388463A8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7" creationId="{2AFD495C-B515-1734-BF1B-B04E6191AB2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8" creationId="{64837C49-9B01-C68A-BC93-99336ECF87E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99" creationId="{78F39367-EC5A-2C9F-9AFD-262BC2D381C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0" creationId="{53D4B951-EA6D-FFC2-8F75-8E2A434D387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5" creationId="{3FFAEFBE-AE54-F5BE-AF40-8990D163ED2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6" creationId="{2FD721B8-685A-A1E2-0C00-17E046AB18E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7" creationId="{BBFC319A-4450-1DF0-7398-5987BAAA90D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8" creationId="{8640725A-1A02-6D36-9319-9BEDB331D2A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09" creationId="{B45DE40E-526B-72EC-48D8-5C15BE4FD2A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0" creationId="{5616D139-13E5-43D6-C44E-9DA99A11307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1" creationId="{2D795B9A-D636-8171-0924-E2CF6B30BD8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2" creationId="{A12CDA54-4BAF-F948-40A7-A4E1096038E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6" creationId="{EEBF72E8-C8C9-EF20-80FB-9D3C80DF495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7" creationId="{BD860D11-42E7-69CE-7BF6-A074707B45B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8" creationId="{0F0AA670-E022-F3A4-A7BF-2A675EC718E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19" creationId="{DEF32758-7043-559B-8F2B-9D505573B7C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1" creationId="{72CF7F72-7D86-89B5-8CF7-14D9D9C0514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2" creationId="{8BA8BBF4-D2B0-48E2-9B91-5F53C72D782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3" creationId="{CD33D64B-CA94-90F2-B927-619466EFBC4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4" creationId="{4ED4B907-8A1C-B653-F827-784287AB746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5" creationId="{A8DD67D1-F6E8-A3C2-0A50-1A92B646D54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6" creationId="{A5BFA358-D0C6-FF51-B83F-16E06476C36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7" creationId="{45AC0486-D105-B4CD-28DA-275E33A5C18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8" creationId="{26335427-CC04-BBE7-A926-22AC1E4F20D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29" creationId="{F71EC12E-253B-4EE6-FEC4-A7D0E1FB903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0" creationId="{D7859F1E-11F2-8FC5-8109-28FBCE84FBA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1" creationId="{A445F452-D55B-5DCA-6BA3-0B98E21121F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2" creationId="{1EEB3D6B-FC96-BBD1-EE62-319EA7A4F5C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3" creationId="{3789F690-6731-5ABE-B91C-FF1D2824088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4" creationId="{8083FA52-C928-96C3-0E51-09D81E45228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5" creationId="{D85358DF-98FE-D1B9-DC8E-931A965D9CE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6" creationId="{E3C75539-8E86-5870-08BB-CF1979CBD8F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7" creationId="{951D4001-09BC-5369-187D-9D9C9E24E1B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8" creationId="{1CC3226B-6EDE-CA6F-6DB0-AAB020D0ADD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39" creationId="{17AEFDEA-8894-39EC-1546-372B6AB0421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0" creationId="{5A1AF81B-54F9-C09E-CCBD-9F6B85F459B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1" creationId="{46EF98F6-C7ED-DB58-DAC5-B93B9FC4663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2" creationId="{FEADCD1E-2738-B913-5A1E-F2FE81431F8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3" creationId="{8BF1BF8B-0B40-D092-EA02-321B8C8FCAF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4" creationId="{821BD94E-0324-F998-7B32-CBD528762EF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5" creationId="{89F6296D-7980-6210-140B-DC78D83033F0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6" creationId="{D287ECCD-23B9-28AB-FE93-902EA5989CE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7" creationId="{54F49131-EEAF-6926-ADFB-C9DFBB75F8A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8" creationId="{EF29921C-714F-05DA-F9B7-F6E11322F5B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49" creationId="{0D4490A1-3D89-0E7A-0801-DBF69EA0A84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0" creationId="{2B925CC0-E0C3-BE63-1D81-7A4C2D5C98B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1" creationId="{EEFB3ACF-E6D9-74A5-FEA8-469F2E8D931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2" creationId="{ABEB1EA8-92A5-3793-1F3F-3A474CC6E72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3" creationId="{FCAAF62F-7981-1A14-86D3-1CE608D4A322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4" creationId="{D1AAB649-BCD0-6CC3-99B3-6AAE274F112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5" creationId="{D1597427-2556-3FC6-13D5-0A0ACB437FD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6" creationId="{1767889C-DE46-4170-9DBE-6350486B492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7" creationId="{92F22950-84E2-2C3A-19BE-3446A7A7762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8" creationId="{C340F344-B433-2640-7755-6FCD0762608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59" creationId="{E9D5A442-7B06-D51D-DA63-A712BECFEC6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0" creationId="{311290BA-61F3-EF55-7E3F-02C718DD872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1" creationId="{1353C445-A9FD-E775-D8AE-4C02C94F6ED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2" creationId="{B5B8FCDF-E36B-DCE4-DB33-C33AADDD8D2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3" creationId="{E7C9D2DA-1EE8-0906-404E-D3E0A15709B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4" creationId="{E8E962E3-E037-73C3-9404-B18660F84CD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5" creationId="{F8AB45EB-5018-81D2-B026-34DC35AD591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6" creationId="{E2F9EE9E-912E-D774-693E-7121F801FB6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7" creationId="{DAD0D7BB-5B77-9BF7-C069-FAA752D1E10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8" creationId="{70A2A193-2E5F-00E9-8A31-A32AE06B508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69" creationId="{DAC6F56C-F429-E8DF-1396-5BB1D4342AFC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0" creationId="{A450D243-BE86-E5A5-0348-2828BCB9A557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1" creationId="{D69EBC00-2447-DE59-3E0A-9C4A32F4D1C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2" creationId="{031855CB-FA91-4F7C-5340-CCA28782374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3" creationId="{767023C5-DBDA-2618-A32C-1B7813051DB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4" creationId="{137B5DDD-1FFE-889F-C145-C953278713A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5" creationId="{6B66659E-32E1-2569-12D4-12EDDD75D90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6" creationId="{333DE033-C74A-3701-AAB8-794FC53054B9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7" creationId="{FC5FAB31-0FB3-D566-76F8-76D6E74B261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8" creationId="{BCAD83B6-83E7-0B20-BF8D-0D997009FC9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79" creationId="{3AA84F60-83D8-BA4E-A24B-32C75FF4EF5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0" creationId="{0C6C0CAD-34DB-341A-0501-E7B57305291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1" creationId="{1A485824-7195-0880-5141-88089C5279FE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2" creationId="{78FE860F-C189-ACDB-50D5-56AC272B315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3" creationId="{7B486AE6-C01A-6E8A-37E8-D83AA732D69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4" creationId="{C2813E8E-8D79-A013-759E-E7E480E425DD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5" creationId="{A6AD7A82-0095-523E-CB30-62731C68628F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6" creationId="{0ECCFCE8-5E50-F36B-62E5-33BCD89D43C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7" creationId="{5931E740-A067-1070-8BF5-6DC23024BCD1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8" creationId="{E9338F2C-9E66-70E3-9D81-04F500F227F0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89" creationId="{45029658-801B-3B86-F50D-680192D73116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0" creationId="{712CC4C8-EBA2-14F4-363C-DA58ED369948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1" creationId="{F4C291EC-3819-7B30-E732-529B7C25012A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2" creationId="{FAECFB20-E3E9-D2F3-2B4F-E7FCB97E0975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3" creationId="{0641AB08-9BF7-87FE-3BB3-BFEE1764905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4" creationId="{CBA59321-5EF2-EAE1-CFA6-A3B6E3EDB9E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5" creationId="{9D0635FD-BA0C-910A-F9DB-46F0936C7644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6" creationId="{5CF8B625-4439-885F-A484-304FB366D8EB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7" creationId="{17E978AB-6C1C-CE05-CD28-6F35C0F8A063}"/>
          </ac:spMkLst>
        </pc:spChg>
        <pc:spChg chg="mod">
          <ac:chgData name="Ali Bu Hawraa" userId="c298b3438ccd2c24" providerId="LiveId" clId="{CEC14A6B-3A05-4564-BAB0-99E1D0B564EF}" dt="2024-08-12T19:41:43.565" v="2404"/>
          <ac:spMkLst>
            <pc:docMk/>
            <pc:sldMk cId="3833931704" sldId="297"/>
            <ac:spMk id="198" creationId="{5621CA6D-AE96-EF4F-947D-3521A005E649}"/>
          </ac:spMkLst>
        </pc:spChg>
        <pc:spChg chg="add del mod ord">
          <ac:chgData name="Ali Bu Hawraa" userId="c298b3438ccd2c24" providerId="LiveId" clId="{CEC14A6B-3A05-4564-BAB0-99E1D0B564EF}" dt="2024-08-12T19:42:01.896" v="2447"/>
          <ac:spMkLst>
            <pc:docMk/>
            <pc:sldMk cId="3833931704" sldId="297"/>
            <ac:spMk id="201" creationId="{4AD50CD2-1584-16A7-7545-85C8CB3525A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05" creationId="{475D15C6-4715-1766-81E9-7079A6D2590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06" creationId="{6E26ACAD-49A6-AD62-1D74-C1D4142233F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07" creationId="{35CCD753-483A-85B1-C410-FCC3A118BEB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08" creationId="{7E9E9457-3850-B0ED-4A59-BBD22C4509A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09" creationId="{EC148184-C99D-7C49-0E30-EE9B8047463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0" creationId="{9184B0D8-1126-2B04-35A1-5C1594B9A68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1" creationId="{4C139C73-26A1-B259-5A53-5E43BB9E72C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2" creationId="{86857365-E5ED-3E4F-189F-D15C110F721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3" creationId="{4B0A912F-816B-C8BC-3139-056B270168C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4" creationId="{59B98312-FF0C-5538-4D3A-DEA7A3B6797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5" creationId="{60922149-AD18-54FF-5048-BE5820677F1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6" creationId="{A564DC28-7AA9-4753-F23B-DF212A3A48D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7" creationId="{189B30FB-8E6D-8671-1473-A5F5F0F2E6F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8" creationId="{F2A126D0-A276-1E66-9F4D-5901AD6CA6E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19" creationId="{1E8BA67A-EE25-0766-C6EB-90235B76C11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0" creationId="{12E30CF1-105B-DAF2-B9A3-0313E420BFA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1" creationId="{C6D8FDF9-E1E3-411C-3B7B-00CA9018047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2" creationId="{53212DF4-8745-98BB-1F48-880686B9F95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3" creationId="{F21F7D61-20D1-D668-6B6B-0B8FE445DAF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4" creationId="{04CB3DB3-2307-32BE-6BAE-0D472238F1D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5" creationId="{82859EB8-5B6A-A2EC-78F0-9091F082097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6" creationId="{5E125BA1-A8F3-7CDD-D1DE-64B079138C5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7" creationId="{E24DFAED-928B-6B90-A367-567617DA520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8" creationId="{C5DCA75E-AE84-B711-0A2C-B4AAF691CFB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29" creationId="{D7253866-CD73-3D3A-7FA8-09E8E64F94D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0" creationId="{11457782-D798-7ACE-D622-591578FB690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1" creationId="{3C70D265-33D1-8C00-4B87-06B190E8E3D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2" creationId="{AB3188E2-A12A-13BD-20A6-9864F010BD5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3" creationId="{0EFAEEEA-7908-90C3-9E9D-6AE0046BE23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4" creationId="{E1D5942B-01B8-8C37-D51F-387BF7D6B68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5" creationId="{DABCCB28-57B6-0161-6C98-CCA624E1ABF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6" creationId="{6C4D9756-279F-7575-2B50-0F95D209366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7" creationId="{3C6B798A-4A54-0F3E-1B44-39765A53BD2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8" creationId="{76F605FC-D655-8CF8-BEE7-B3D98588D3E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39" creationId="{4162A9C2-1C4A-3C43-FC97-78E90B63E25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0" creationId="{396EA622-AE13-C81F-F339-F2898405EA1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1" creationId="{57C444A8-3ADD-5915-89AD-2BC5E200706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2" creationId="{932511CD-124E-F8CA-CE75-36AA3D6C9938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3" creationId="{3912BA73-27B5-8CF8-B6E9-1E496E68458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4" creationId="{E59AC274-3867-76AC-51A4-FBEB3AB5580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5" creationId="{3C22D41B-EF0E-A3DB-DAFE-E301A5C21CA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6" creationId="{4CFA57AC-F7C4-C31A-FD03-5F610D6CDA2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7" creationId="{BAD7362C-B87C-B25A-7A72-355746F0A65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8" creationId="{0850C775-5322-14DF-2E6E-ED4DF2FD20A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49" creationId="{66307284-537A-7AE3-CF6D-2DDF8C11C27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0" creationId="{C499E802-7502-6ABD-3287-E6DA370D4DB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1" creationId="{01B29593-1743-1E89-AA9E-F423C5F0E22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2" creationId="{5CFE9F8A-49A3-4208-9FCC-19767B8A7D9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3" creationId="{E43FCE28-B826-AB8A-5B45-85CDBA1AD07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4" creationId="{7AFE501D-E069-620F-039F-53D786193DB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5" creationId="{3C2A6AFB-7D44-6B45-5C6C-16F8974D17E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6" creationId="{AE403A12-26B7-B09F-6B80-696ACF824B2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7" creationId="{073FE26B-A6B9-1534-6BCA-C2DA2EF5830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8" creationId="{7922B69B-1CC7-1C8C-0499-F210FF07595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59" creationId="{C6B6691C-4658-B407-45B1-E493CABA4DD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0" creationId="{8CED541A-AF9C-4779-26A8-F910B4BCE15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1" creationId="{316862CC-F31F-9480-D501-A58B2392654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2" creationId="{21A1F257-62EF-6C0E-0684-EB240D86CEF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3" creationId="{9B943914-929F-5FAC-D3FB-AF3B1003F0A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4" creationId="{89A7DF39-1A2E-6210-0277-A536965A816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5" creationId="{BF9D08A5-0827-CD0C-C235-90E7318175A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6" creationId="{16486C60-CA9B-4C58-EABC-9C33B22107E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7" creationId="{C918E6A3-F1C3-CB6B-B352-04093CBDD46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8" creationId="{376171DB-036A-76D7-C8FE-7634472B6B5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69" creationId="{44457361-74E4-6113-95EB-F43B5AAD57D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0" creationId="{90D012B8-61F9-8CFC-8E48-A30FF85DB38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1" creationId="{AD928A69-8FA0-C855-1A49-B686E680AC6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2" creationId="{E63A949A-C3D5-1B01-09A4-03BB68D18AB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3" creationId="{2D168243-0C5A-7B3C-8570-6765EB3B920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4" creationId="{BFBDF0A3-8C28-8D33-59D6-527C631B434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5" creationId="{49E9522E-2970-53B0-05F1-5C67A75A99E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6" creationId="{0257E931-3746-505F-01D0-627DEC160DC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7" creationId="{BA043942-D2C5-B829-F13D-1B26DF68379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8" creationId="{0C6C9A57-F1E6-2C9E-54EB-AF0F9915A48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79" creationId="{2019EBDD-41AD-1BBE-D4E1-F35D0E8E2F3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0" creationId="{C05931C7-289D-C2A2-D585-343097DC0FF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1" creationId="{B6B35EB7-1C83-1B18-A02D-E3B004DDBCD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2" creationId="{8A8C0EA5-B83F-8606-5E29-8D9A4533C07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3" creationId="{B3F5E4E0-A848-6037-C580-742B3F7381E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4" creationId="{CD52CF50-4CFC-8007-CBD8-1199863FCDF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5" creationId="{DDDC2071-B1FE-DD67-BB8C-88ABDC5615E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6" creationId="{F0CF531A-CD96-CD8F-E64E-5E7FD846495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7" creationId="{156DF058-067E-E582-7C7B-95A4CF9C281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8" creationId="{C55E7A79-B461-0315-AC30-00717C9606B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89" creationId="{7836C3ED-973E-190E-7E7A-F07C0E51005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0" creationId="{B45035B9-012A-F8D8-0EDD-20856390B6E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1" creationId="{F7BA3C5E-C733-F7BD-9BEA-A2CC5159970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2" creationId="{54DC39AC-7341-C118-8EA6-AC078D84071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3" creationId="{462C215B-7DCA-8642-5197-1FF33847199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4" creationId="{1B595C93-5C0B-FD09-6260-8FA28C9C054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5" creationId="{1AD1FAF5-5ED8-323C-668D-0E1241C061F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6" creationId="{102682BB-E8C7-6CC6-2F8E-C853AE21C09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7" creationId="{2D16F077-B386-8284-9DAF-CBC9D85A75D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8" creationId="{E49A37FF-CEF1-26DE-FCAA-6122675906F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299" creationId="{DF9BC191-D3BA-20C1-EAB5-58AC07279A2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0" creationId="{1A32CCA8-0050-3189-D9AE-3A3080ED7BA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1" creationId="{9A74E1CA-9625-7D49-4399-5EAC5540317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2" creationId="{5673674D-8846-5AC8-759E-5F8CE9F19BCD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3" creationId="{EF301732-69CB-13AE-B557-F1F546F28CA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4" creationId="{C70AEC18-390B-8004-0FE4-F0459F111E4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5" creationId="{22FD53E8-AA04-1652-F56F-0955DA970C7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6" creationId="{75BB00BE-AEA6-C86E-81BE-904BDC24BC0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7" creationId="{5DEC9FAD-D957-59EC-5ABC-DA8540F69EE6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8" creationId="{9C10FA3B-16F7-C26D-ACE2-B45D70C0CA6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09" creationId="{654267DB-E497-29B4-D8ED-C0BE14FBF8E6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0" creationId="{5790CD85-1DA2-76D6-C742-380FCAB2206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1" creationId="{A06D9629-3413-0FF8-F073-569CBA6FFFA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2" creationId="{7B8B089C-1FAB-1EE5-FB5D-96D25D1919A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3" creationId="{9DB3A12B-89DE-CBA3-6ECF-2A00466C6B3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4" creationId="{58B96F72-241C-A744-B801-AB9DFF0A66B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5" creationId="{8397E776-14F5-80E0-2196-9CD18BE83B0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6" creationId="{E13A6A83-CD07-A986-C956-562E5E762948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7" creationId="{26E899D1-8AA0-3DC9-5163-F2629958C9B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8" creationId="{CE0C3696-21F4-9211-ADD4-B578F444357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19" creationId="{A3CBB4BC-62D4-F501-32C1-DA08E9512F2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0" creationId="{C06F24FB-A401-E796-FFE0-03955AB50A1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1" creationId="{3FAD9903-163F-24A9-5A1A-AB89F3485A2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2" creationId="{9349F132-C979-E464-5778-0E0116663DC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3" creationId="{47F18DA8-8CD8-718B-48B1-044B481AF26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4" creationId="{04F01616-49E8-6F7D-E801-0F58CB41FC3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5" creationId="{9B2397F0-336E-340B-0172-6817EF926A9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6" creationId="{14CE0933-679B-548D-FE2F-2B6D7C5C476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7" creationId="{702A528E-7166-7E69-7A61-1A4D7488DC3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8" creationId="{A7444D3A-F809-4D9E-5F9B-5CCB9FC9F0D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29" creationId="{8D9582FD-0BE4-5D2C-A670-3F8D6DFB6E06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0" creationId="{ED026145-183B-EE1B-7D0D-6ED3D43D07B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1" creationId="{BB6D0CFA-9195-889E-4641-FEB5674B83E6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2" creationId="{E26305CB-9508-E1AF-E2EF-302FCA8C35C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3" creationId="{7CED615A-99C6-A264-91B5-143EBC999CB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4" creationId="{7E0542BD-66F1-5D15-E766-D84C4A59DC9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5" creationId="{33CDFF7A-A307-06A4-C692-85ACFDB53C2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6" creationId="{A4F3BDB1-0444-A760-5F67-4F41F957A58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7" creationId="{D13627B5-2732-33B0-CC76-912E25C871B7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8" creationId="{9E64D8E2-E4C0-6598-4D7B-6B2C99F9B47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39" creationId="{D6496A32-97E2-7C0C-F321-2EA24FE356D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0" creationId="{DC475386-77B2-1015-2C7C-93CF5D4157F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1" creationId="{5AF3CCFA-5BD3-96DA-ACF5-59F7623FE028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2" creationId="{FCF1CE1E-19BB-3AC4-F86D-0F4C5C4705B0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3" creationId="{3FC1DAB5-DD31-8F35-82D9-4440020E1B68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4" creationId="{729A18C4-E91B-B57F-2033-B4B171B4917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5" creationId="{31B3754D-57EC-B45E-A628-1867F6348A9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6" creationId="{2F6361CA-53C0-8BC3-064A-D10F883021E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7" creationId="{FA4A8EB5-00B5-A90F-A388-9B5693A75166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8" creationId="{B794948C-197D-F526-5A07-0E85346C4FE5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49" creationId="{27670229-0885-0882-636B-50A4C3336A8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0" creationId="{F0B964CE-CF2C-3E68-2318-80B8A829DB2C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1" creationId="{7F648B9F-3599-48F2-77FB-FC6D9B24136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2" creationId="{94C38E66-B62F-4D68-761F-E94CFFA14F04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3" creationId="{8B73A727-8B34-2024-1430-7635FC31A8F9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4" creationId="{ED807F7C-C0DA-5FE4-A81E-318D114B7A91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5" creationId="{139084DD-0AF5-7D53-7A80-4B1B0C7D368B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6" creationId="{4661CD40-383E-F084-1B2A-A2C36DD1030E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7" creationId="{3F18FAAF-3340-BACE-05A4-321FDF2F63B2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8" creationId="{65D19BAE-EAFC-3DB3-392C-44E7B3C6FF2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59" creationId="{C38892FA-A78D-EA69-57DF-D7B0AAA14413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60" creationId="{01D3FCC9-F692-5437-E83D-A810BA2F867A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61" creationId="{1A87F62B-1D73-FAF8-A52F-423B7AEFDA2F}"/>
          </ac:spMkLst>
        </pc:spChg>
        <pc:spChg chg="mod">
          <ac:chgData name="Ali Bu Hawraa" userId="c298b3438ccd2c24" providerId="LiveId" clId="{CEC14A6B-3A05-4564-BAB0-99E1D0B564EF}" dt="2024-08-12T19:41:59.366" v="2437"/>
          <ac:spMkLst>
            <pc:docMk/>
            <pc:sldMk cId="3833931704" sldId="297"/>
            <ac:spMk id="362" creationId="{5FB03D0E-BAFE-1C54-E19E-6013F856BFE1}"/>
          </ac:spMkLst>
        </pc:spChg>
        <pc:spChg chg="add del mod ord">
          <ac:chgData name="Ali Bu Hawraa" userId="c298b3438ccd2c24" providerId="LiveId" clId="{CEC14A6B-3A05-4564-BAB0-99E1D0B564EF}" dt="2024-08-12T19:44:39.837" v="2582"/>
          <ac:spMkLst>
            <pc:docMk/>
            <pc:sldMk cId="3833931704" sldId="297"/>
            <ac:spMk id="365" creationId="{8FA09D44-F2DA-7A11-461A-B3C2A4FAAD2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69" creationId="{3654A9BF-0A32-9B11-B38C-AA30BAAAA14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0" creationId="{CCAB9105-D73D-F3F4-E850-7F4935D1C62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1" creationId="{C3A82129-C49B-3C80-CBDC-B4093B3265F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2" creationId="{6A519E26-781F-428A-9E36-AF744F2F0F5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3" creationId="{B9C6144B-F914-C104-A71D-964BF243255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4" creationId="{F412F77C-125F-EF8E-B689-E4376835566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5" creationId="{EB59E066-416A-02D5-3E25-1CBAC645364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6" creationId="{C4DEE749-8212-72F0-B258-A5DA1B27C84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7" creationId="{303C0200-127B-B0D1-0139-8BBEA4E19ED0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8" creationId="{12878591-701C-2A2C-AF69-0B6B0798633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79" creationId="{161D5420-0457-BB22-8C04-77A97DDF0CF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0" creationId="{EBED0B4D-6CAA-B983-9843-42EFE01AC0C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1" creationId="{ADDB2556-2964-872F-2EE0-5B3661E06B9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2" creationId="{89958D17-8E29-36DB-375B-AE700F0C350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3" creationId="{D0531CCE-8555-F8B8-6FFF-F6D8458F9A4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4" creationId="{38F32943-0901-75F5-7E51-AA273CC24C4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5" creationId="{39CC0D3E-6A3B-1145-0E21-CF4C619616A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6" creationId="{AC526601-F025-72FD-6289-6FE5E22E816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7" creationId="{E9777A83-D626-045B-2D08-C76548863EE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8" creationId="{922FBBC7-74C4-5F30-F831-FF1BC698E17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89" creationId="{14ABC7A0-26C4-A860-4463-B017478E251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0" creationId="{A1622B7D-7222-3810-56DD-E8754392899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1" creationId="{EC413EE8-323D-9F63-6856-339D46BFE7A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2" creationId="{DF115B0C-EE32-7276-7BC8-A3EDD0070A8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3" creationId="{DF4E5033-6B48-B8E5-1C5B-0483F019CF9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4" creationId="{791BD2E9-FED7-7820-C370-48FECF6CDCA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5" creationId="{D896ED2E-6D48-7D07-B622-AF69B27A77A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6" creationId="{9804B558-C498-DE4A-E407-A17D7A099DB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7" creationId="{E5E13163-39C8-464A-D7EC-110B0E42A31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8" creationId="{01C77673-4279-AA1D-7609-C352C109C1F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399" creationId="{7019BCBD-4921-2B02-F250-85990517323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0" creationId="{9CBBAD86-9817-E734-AE3E-AB1E3A5BBA2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1" creationId="{51416421-B095-F895-4B98-0201BA9B9D7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2" creationId="{D4D1E48B-13B9-1151-02F3-C6474E3D7DB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3" creationId="{E311FE02-8FC8-EB5F-46C5-71483C1D682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4" creationId="{ED1EA89E-7ABF-1133-640E-AC93ADF1B33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5" creationId="{2BB7BF9F-BD15-8230-640D-78EA95A9C85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6" creationId="{E585F400-3860-1120-ABEF-CB08899AE3A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7" creationId="{DAB6A9A7-046D-CB41-00AB-210E81D302E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8" creationId="{04BC640D-199B-EAC5-AFB4-AAC80FAEB21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09" creationId="{771F2247-B76B-7791-C221-F64E31191A8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0" creationId="{FAB96971-91A9-50FC-38C6-7D4F2B10A5F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1" creationId="{053F62CB-C898-39A5-9BB6-C575B5EDA54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2" creationId="{D54A1A66-B89C-AF47-845C-CA2A48F0632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3" creationId="{55AEE5C1-0760-A663-FB01-D26F352D6C6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4" creationId="{8994FB6D-5CD7-3C20-20C7-35C919A28CF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5" creationId="{AA5255CD-8086-48A9-A798-37FA8E2A2A1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6" creationId="{B767857F-4536-10E0-24E2-6DFDDEE762B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7" creationId="{2B383FD2-63CF-1CC9-7E1A-86095CDA6D80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8" creationId="{5AE5B9B2-0CD5-B074-3593-76C7BEDA70F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19" creationId="{1DE10F1D-59C9-F853-CED7-8E63BFC385D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0" creationId="{650C41D5-1C6F-C862-1672-7272C30353D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1" creationId="{42F1A7C8-8EB9-6124-2165-4FF9CB3A019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2" creationId="{C3DBC47D-53AA-D639-50C0-983F8850DF3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3" creationId="{6588851B-CBC9-7B6A-B90D-DD545D25509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4" creationId="{69D84C1C-0605-191B-8A71-0E4AFB897BC0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5" creationId="{27AE9FAD-6495-3C6C-358B-FBE41543E89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6" creationId="{92DE1583-A332-424E-D43A-D048979FF46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7" creationId="{3CFF48C9-AFBA-5F21-CE14-8849E21347D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8" creationId="{5991371F-384D-40F0-0962-213B68A054E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29" creationId="{69288FBF-84E9-3F10-3998-901400CBFAB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0" creationId="{CF970DFB-D2E0-C54E-B220-7B0BF54C55E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1" creationId="{D06BD288-1E89-44B1-920B-8D8BF867D0C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2" creationId="{5D6E8303-170B-4713-25CA-35F578081B3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3" creationId="{44FD7B2E-055A-6152-CA4D-D69B5BB064B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4" creationId="{5D563D4E-A335-69DC-EFEB-F73E6B1C92E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5" creationId="{9CB6A6B9-AAAE-CC10-7DD3-3D4B20864C5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6" creationId="{CBD7EA91-E4FF-D045-57ED-B8B9D7A2067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7" creationId="{C9A3E1D4-8145-373A-BC46-1AE8AC19EB1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8" creationId="{A6E569E7-247F-6CDE-BEB2-A18E0C5F058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39" creationId="{129758E7-4C16-4EBE-1911-83E8C3C7B34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0" creationId="{4FC17481-55CE-0700-8AF6-84104ED6B87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1" creationId="{65EB1C8C-D796-A67B-17E4-113B82414F4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2" creationId="{8D0D3DA6-ED8E-8EC8-CB59-F05148921D1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3" creationId="{7AF54245-9579-86F6-8B94-2ECA1FA1F11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4" creationId="{42B8DD9A-3D16-B686-CFA6-626D66D6F09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5" creationId="{AB985D4C-5B9C-2620-6CA3-CAD119A9A2F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6" creationId="{34D1330E-ED8A-040A-90B3-FE58B24D2E4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7" creationId="{7F72B27A-4356-11A8-2BD8-BD4FF30C472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8" creationId="{62C1D653-115F-B565-7234-BC252E461FF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49" creationId="{BD644BB5-F212-03E9-619D-1108656B4C5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0" creationId="{06F1BCB6-978D-DBAA-4F49-2D400EDD5B2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1" creationId="{33B8E9F8-679A-8516-5859-606417CB63F0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2" creationId="{B7660FD9-E02A-D797-C1A9-093ECD02EED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3" creationId="{52778E81-EE88-DCE2-86A9-9747F2640F1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4" creationId="{BA19EFF6-86AF-E1DC-5C2C-FD03BA98677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5" creationId="{95C74C72-4C93-5CA8-4821-FCFB983C2F0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6" creationId="{1B1C5182-E245-E673-A609-1CCE9C8624E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7" creationId="{DAA998B3-171C-D091-753D-24C7CA57B4E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8" creationId="{B15CF536-D7A8-3BD1-2548-F291FA30F34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59" creationId="{8EAFE0FC-F4F7-8001-4000-E6B7DAFFA66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0" creationId="{4AB91869-57E7-F93B-7CB9-50622636FAB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1" creationId="{927A90FC-796D-F6AE-0C39-FFFDFD8DBDB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2" creationId="{DCBC01AE-47A2-32F9-0531-E563815955A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3" creationId="{65F8399B-B9F2-7B95-7780-EF48FB470BC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4" creationId="{E955231C-16B7-6BD4-BAD4-9FBE4E9897D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5" creationId="{87E8DB57-283F-B3A4-927B-3B40D8C7FA1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6" creationId="{7F44D374-FC2D-2642-180F-D3958A428A0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7" creationId="{326E21DF-CA32-EE7D-0CEC-47603006936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8" creationId="{946D1868-D885-921C-7C23-CEDCA96213E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69" creationId="{13028176-82F3-8D54-FC68-9570363DCA5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0" creationId="{AADC81C4-696E-55F3-C274-787BE0C5237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1" creationId="{560BA446-651C-BFE7-F464-85726D321E4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2" creationId="{D7479C22-8480-21BA-BA6C-F5216B852DE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3" creationId="{A08F61F3-9A7B-A5A6-4AEC-9323B47C039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4" creationId="{40C3BA0B-D896-57C4-6BD6-BE37D02B4CC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5" creationId="{53E5BB00-6480-6808-1562-D12BA8EE086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6" creationId="{0EBEE749-8FD7-647E-FD3E-8A00FD28B7D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7" creationId="{C64B537F-1048-0D34-78B2-06D22939D9A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8" creationId="{E5CC1B58-D2BD-4F49-8078-C386EFE99EA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79" creationId="{9DEE3A81-E9C7-F6DF-B040-7171BDDE592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0" creationId="{835F6208-0E0B-FEDC-722B-0D197286BC8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1" creationId="{7A5BC060-5E4F-A54A-BDAA-12DAAAFC553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2" creationId="{99742063-3403-6663-7C2B-7FB7496FE4D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3" creationId="{BF6F2BE1-6ABC-558A-B3E3-A1AC31439903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4" creationId="{19A75DCA-3323-BA9D-03EC-4D14F8058D2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5" creationId="{FA92BE8E-0FC3-0C8B-99A3-9E32802E17E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6" creationId="{267681A5-B393-4E73-36E1-222651C53B6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7" creationId="{74F98C27-292D-7065-AF8B-F1666B5DC9E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8" creationId="{ADBD1474-9133-36F2-4821-C7F2F1B14D7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89" creationId="{89CBC608-1FD3-BDCF-3885-7908895C371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0" creationId="{6E538AC5-7F10-DE7C-757F-5CEFCB1B337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1" creationId="{C0157EAD-1B43-4472-055C-DF5D52A6DF2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2" creationId="{BD6F4722-5566-DFA4-160D-2F2D7222150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3" creationId="{C47E7CB5-86CD-E741-EF96-608E4BB8462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4" creationId="{F7F61185-1C00-FEE5-0A22-122AC0B23D8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5" creationId="{BE41E1AC-D4B1-07E1-471B-09939FF90C5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6" creationId="{4F2BDF0F-1424-35D6-6654-45B5A9D8D3D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7" creationId="{956A054D-8740-3DC0-E394-F6F0ED013E20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8" creationId="{4E7EDB9D-A0F7-BD9D-9DA1-CC68D8966F5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499" creationId="{62F45C7B-CF3C-F910-6C7B-6345FB0594B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0" creationId="{E787B34D-CB88-671C-EA8F-4A8ECB2D9DD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1" creationId="{8254930B-09E1-18B9-5D9B-2481B31C405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2" creationId="{EDF94DF1-0453-65C8-FB1E-D8CB0B00958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3" creationId="{3F0856A4-6446-84C8-0B2E-3E0131DD8659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4" creationId="{14B44975-3B5E-F4D8-74B0-32B8EBABF67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5" creationId="{DFDCAEDF-E318-9135-F764-6DA0C7DF270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6" creationId="{557CD1DA-798B-1DFD-C029-2A4035DC74A6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7" creationId="{717DD1DE-0F97-AA41-7D40-4F97C6316FB7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8" creationId="{24AD4B77-3B3A-1BEB-3969-3920701611E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09" creationId="{C66EC18F-39CB-D900-AAAB-468EF1603F41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0" creationId="{D8EDD9C6-7E23-6464-146F-B93CD7A1908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1" creationId="{7B73F09C-7DCB-E1B4-ACBC-951B64C3C4E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2" creationId="{9D22DD6D-7624-59C1-FCD4-61A4B16DF2C8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3" creationId="{C161F64D-4A2A-FA4B-680D-2B1CD4CC45BD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4" creationId="{B23DE187-6F80-03A1-35E8-EC2FC34BC84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5" creationId="{4A550189-715C-72B6-086D-347AAE622C2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6" creationId="{A4674830-7921-F37F-3607-07082492ECF5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7" creationId="{38C3CBD1-12C3-1C93-5024-EE1A2AE0073A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8" creationId="{1A6E84EF-A405-A4CB-494B-F077AE58ABDE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19" creationId="{36B91F36-CEF0-595D-A765-232FF1CC4CDB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0" creationId="{A2B8A0CA-87AA-0C29-BFF9-0C55C648420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1" creationId="{B9BDE681-09F4-04A6-1EE5-3B3819D78EFF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2" creationId="{444F3A02-4800-B740-266A-75149486C87C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3" creationId="{72DA5405-CB2C-73DA-52A2-FEA000F1E262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4" creationId="{1F72F4BA-97EA-2BA7-24F2-1F869D8B1E4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5" creationId="{A023FB07-55EE-5EE1-3CC5-98FEF3E86064}"/>
          </ac:spMkLst>
        </pc:spChg>
        <pc:spChg chg="mod">
          <ac:chgData name="Ali Bu Hawraa" userId="c298b3438ccd2c24" providerId="LiveId" clId="{CEC14A6B-3A05-4564-BAB0-99E1D0B564EF}" dt="2024-08-12T19:42:25.092" v="2470"/>
          <ac:spMkLst>
            <pc:docMk/>
            <pc:sldMk cId="3833931704" sldId="297"/>
            <ac:spMk id="526" creationId="{2D0253DE-18D1-513F-A9F9-55704681811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2" creationId="{069EFB2B-49BC-5DF7-6ABC-2654FFADEE1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3" creationId="{DA4FFCE8-B181-A83C-E889-2BFA6C3AE83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4" creationId="{800CACE8-6FA9-ACBA-FCA3-3A90D8DCC5A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5" creationId="{029BA146-7FD7-3F0D-0A0B-E587906D036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6" creationId="{74B7B4AE-4E7D-4965-D95F-EBB94A61D5F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7" creationId="{1ECE95C7-E1C9-00E8-413B-466D46910A9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8" creationId="{FBDAD1BC-E5CB-3DCB-0147-1C001BCE4CE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39" creationId="{B2AC050B-0B36-F9A8-58CB-9848B49F727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0" creationId="{0EA748BD-A038-721F-D84E-5878880469A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1" creationId="{5C262D9B-73AE-33DD-7825-3FDEA09F339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2" creationId="{791BDA34-9D2F-092A-A7E3-BB52CADCDEB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3" creationId="{FB8851B5-57D0-7CB4-998A-453597FA1BB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4" creationId="{1AF5CE2C-EDDA-7F00-C314-5CB40E8CDFF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5" creationId="{15A2015F-4E66-94B7-D7EF-3598CCDE3D3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6" creationId="{36AAB849-DE02-A090-959F-0B4DF2DCA7E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7" creationId="{C4FA0E89-D95A-1CA4-5B89-B6AE2DA20A2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8" creationId="{3A22FBC6-3449-D015-BECA-034FE3E9451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49" creationId="{7EE66325-45DF-1CD3-EFFA-45043FE55CC4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0" creationId="{C447F8F1-90D2-0B8A-DF59-A69ABCFDF67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1" creationId="{1F1BFD16-0863-A1FD-6ABD-3BBD91F7D61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2" creationId="{70F5805D-9338-8167-70B3-D1321F1D4AC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3" creationId="{866FEA75-5161-309A-EBED-3396763A9F5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4" creationId="{8A3A31CE-7C53-1790-2A71-BAA9CA854F7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5" creationId="{F083B974-280B-2B86-F7E8-85EAAA0E75A4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6" creationId="{5237153F-61D4-FAC8-74A4-745F47A4303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7" creationId="{36C637CC-85B9-C1E5-4838-5D3DFCCBDAC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8" creationId="{20B1DF88-AFD3-0B0C-918A-F03C15AE30F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59" creationId="{4093232D-B6D4-378D-C7DE-E6FEFD3504A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0" creationId="{DB3F631F-4D66-D48C-A66B-9E4867B4826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1" creationId="{404A2ECC-8FD2-4172-C6A7-CB6CE5065ED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2" creationId="{7D8DEDD0-726C-B570-5D8E-798E2DE53C0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3" creationId="{FF9C3834-3A47-955D-33AC-B591E4536A7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4" creationId="{50502DA0-1005-C5A3-E5E6-1FC0BDDB047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5" creationId="{709FE7FA-1081-F538-B5EE-C68C48EFCA2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6" creationId="{1EA3AA24-142B-A7AD-D84D-1918FE3D7DD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7" creationId="{1AA2BD0E-762F-8335-C3BA-EB7F9BF2101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8" creationId="{F30050BF-5818-CE22-9D24-423013394B9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69" creationId="{0C2A2B06-E16A-7F26-A68C-1C14003FC31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0" creationId="{013CDF5A-627F-796C-B47C-0A286AB6416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1" creationId="{B37583DF-A73B-0D76-6160-404EA73D31B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2" creationId="{DBC791D9-2D91-F581-3C2E-3ED300F8B5B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3" creationId="{7B3B324B-CA49-DD65-3BC4-139D1522972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4" creationId="{0505E2D4-D38A-E038-FCAA-714253F51CE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5" creationId="{7FD868DE-BB5A-14D6-2B02-3997B840852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6" creationId="{A0566D0B-B8EA-5DF2-BC64-ADADC71F30E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7" creationId="{26C84B7C-4191-A3A8-814F-D2EC990CA0E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8" creationId="{808ECA0C-4F4C-23F7-5905-286FD82329E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79" creationId="{278001B0-0B70-412E-DE46-ED26A88061F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0" creationId="{F3AD9217-6819-2F2F-0615-3DDF92300C74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1" creationId="{7B040838-7B0C-9DE2-44EE-FFBDC392347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2" creationId="{00B1EB58-1A1E-8358-B081-F8A68A5A70B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3" creationId="{2CA7297B-55C2-0667-E6F0-7923044E725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4" creationId="{86CF213C-0E2C-99B9-960B-71CFABED8FA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5" creationId="{A41C7079-5006-4C27-7D6C-B01C3F3D574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6" creationId="{254BAB96-1DE0-2533-1F1E-72383F62A26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7" creationId="{623F95D2-6FA6-797A-DDDD-77FF96CA5D2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8" creationId="{BEFA52FF-B5B1-A786-1F5C-9730C147626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89" creationId="{BCFE0817-D89D-420F-FC74-7B429822A7C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0" creationId="{16D201CE-9968-F396-B436-E5F1208E530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1" creationId="{B78044AF-6132-1DD7-6DD4-68E4B96BBE0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2" creationId="{F565D950-3D54-2E80-F275-32A496F2F39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3" creationId="{969F54AC-2999-9032-38A0-2C49EF0E03E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4" creationId="{E3331AF8-3FC8-FBA3-1E09-A50466E1E72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5" creationId="{274DEFAC-29B4-7598-5EF0-C80D91C6AFE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6" creationId="{5520D569-AEEA-2F85-DB97-9C929C0A224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7" creationId="{AE3E96D7-8231-3E96-F3B2-3F4D2C6E730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8" creationId="{967A9C16-B611-75A2-7F47-8892CB366B2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599" creationId="{AB08FCE0-E63B-EA37-0CA9-72A7BC254D9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0" creationId="{BFDE4A7A-056A-9764-B73D-4411448FD9F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1" creationId="{EC667830-C1E0-753D-ADA6-B1A4717974E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2" creationId="{F165C881-2062-2EC3-FD53-AC6D9A302F7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3" creationId="{D2C7365B-EA34-56EC-C832-ECB318DF405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4" creationId="{48F71E61-DA2D-A588-0CED-C6EDC26D415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5" creationId="{71D61A1A-9634-B962-E943-4DE8ED8A15C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6" creationId="{E429FEAE-16F9-81BE-518C-5BA222DED27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7" creationId="{C22DC157-56E8-79D3-0B51-D608E007BC9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8" creationId="{E539BF99-A64F-18E8-50CC-23A2AD6163A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09" creationId="{8D630AD2-504F-C092-5D1E-5D2BBEBD687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0" creationId="{B3EFB84B-9E9A-3E40-66D5-29FBAC12C25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1" creationId="{08FBF5A3-2377-D08E-A855-E4E1F9F8123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2" creationId="{AFF3DD8A-63D8-9F02-B6E1-C2DFFCC143E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3" creationId="{A741A765-CE6C-2C50-3A86-5EEDFF7F75A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4" creationId="{5542A67F-0390-1CF7-01F9-9633BE97FAD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5" creationId="{02007EC6-3439-A3F6-4EA8-50CA6125FDD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6" creationId="{756B3E6E-B101-DEF3-8208-94B250598FA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7" creationId="{07DB58F1-A57B-7136-25E6-6F11CEBEFC4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8" creationId="{6FF1D879-7AEF-2E4E-AEF2-C4E54A19DD3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19" creationId="{C190410A-B32A-80D0-B390-777F5DB0A47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0" creationId="{D9E35D72-46D9-60ED-84E8-FB244F80DBC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1" creationId="{F48113C1-8C1D-0096-2121-62689FC03EF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2" creationId="{F4F18041-819B-B5D0-2FF0-1805915404A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3" creationId="{0381C946-86E5-D36A-C4FE-65B2679DB48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4" creationId="{41BB7B60-43D6-CEFA-316E-66F34E5527C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5" creationId="{3924458A-CBDE-CC3C-7734-29BE883F311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6" creationId="{ECED2B50-EA59-B889-045B-A6958E1E991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7" creationId="{99496CF5-7274-EE84-DD9C-8ED2BF977BA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8" creationId="{486D043E-BCDE-9E9C-71D0-663BF0C194E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29" creationId="{96C1F79F-9CAB-313B-7F41-B14A5DA201A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0" creationId="{A3E42A3A-8A7D-1B99-8EAB-560961706B9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1" creationId="{40AF2608-148B-CE99-85D1-DB4336E9BFA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2" creationId="{728418D0-3476-31C3-8834-B81FB370D634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3" creationId="{EE664D83-696F-9454-12E5-81E9AEB360D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4" creationId="{1B4C3DAF-8FC1-8DAC-7B5D-19D194B5697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5" creationId="{A797C468-B3DA-9118-1D7F-71D7E05CA34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6" creationId="{7E319EC7-7647-0A0C-67F1-581FAE870704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7" creationId="{E049737E-63BD-3BD5-80DE-FF660D5A49F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8" creationId="{F9D2D2A1-188A-0058-8F47-19637BD04FF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39" creationId="{3DA3E846-B464-4994-F00C-135B44C6AAA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0" creationId="{6C8BFE33-20F5-0D21-5D79-89DD3D12135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1" creationId="{30DF6C1A-0665-7CE0-298D-F1B27E6757D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2" creationId="{67A883F0-1BFD-8A31-7B5E-78F7626F071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3" creationId="{09AB3B81-C886-4AAA-9F83-F63381CBB1F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4" creationId="{FD115FE3-6058-D4A8-C323-22259C85C71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5" creationId="{BB29447D-A3AE-B72F-58F5-581D7535325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6" creationId="{81C22DA9-D567-DE1C-F408-E9365E878A2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7" creationId="{E6785D95-EC0F-C317-85BC-66B554D7C82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8" creationId="{798FA026-92EF-389A-CADC-3ABAAE326CD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49" creationId="{2E490E3A-4428-DA8A-9516-F9EEE2ACBFA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0" creationId="{668AF8FA-77CA-2579-8D2C-9C81F2ACD13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1" creationId="{2F8DA8A4-C68C-9C68-CEB8-4091C888BD8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2" creationId="{C052DFA2-BFEB-BDC0-5D2D-0108D1998BB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3" creationId="{8E5B2D3D-400C-6CBF-AA33-7CF14C03482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4" creationId="{A5FEF801-EDDC-41D1-4A6A-56D71958A73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5" creationId="{B4CC663C-D731-CA82-658C-0B3645DCFB2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6" creationId="{76B8049E-07F4-FD32-F145-854BCD5B3707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7" creationId="{9F6D20E6-306D-876C-B756-ABF8644EDD5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8" creationId="{DB52EEA7-EEB8-61AB-F4A6-40230F7C9E4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59" creationId="{1D2FA215-C841-8CC9-CB56-965477D1DF78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0" creationId="{12F30B05-3FFA-613B-F230-CE2AEB26FFE1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1" creationId="{AB17D160-5C95-3A33-33F1-0BFB54CADC52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2" creationId="{A4D64580-72E0-4068-F7C9-900A87D35F4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3" creationId="{5ECBF6C5-FEDC-86E6-BECF-A3067C271E9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4" creationId="{6CF5B96A-9CC6-B4A9-2C10-B2DFFD874E1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5" creationId="{EE3730AC-A8BC-3470-5254-EB3BFE63C54A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6" creationId="{450E4C16-3143-1860-1209-DE146DDAC21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7" creationId="{CEB8003C-554A-B141-3895-5319291CA50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8" creationId="{337716D4-B47D-75F3-596C-33DCD06064A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69" creationId="{885B062E-CB99-404B-A0B4-80E67F57A61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0" creationId="{3EB89E96-89B3-DDBF-7F70-4A827A59F15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1" creationId="{F05D32C1-9702-1E14-F58A-C4653D297A7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2" creationId="{B51B5C1F-6D40-AD30-D318-851F42F5FC3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3" creationId="{C4290D2B-1107-D916-1337-7AB73559041B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4" creationId="{724AC93E-580D-34DF-1CE8-5A706785925D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5" creationId="{2B3855CE-5599-92B0-3736-352971E1FEA0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6" creationId="{84471CB9-11C2-E74E-0810-15C6556044F9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7" creationId="{7F3D393B-82EA-81B7-71C3-62CD0643564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8" creationId="{702B0E2A-0C94-844B-E827-720ACE004C4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79" creationId="{128069F9-7B6E-BAC8-E94C-427B5C4D0ED6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0" creationId="{0CD8ED12-FAC7-65C9-05B0-7DC342ADFC93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1" creationId="{675E8371-9E98-6FAD-E5E4-0B8D7E79FCF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2" creationId="{976A3772-9818-B6F3-56B6-0E322D7A616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3" creationId="{35505415-6A8B-3C2C-37C0-95F910C349F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4" creationId="{32F9F5EB-56A9-202C-413F-C497BC43C9F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5" creationId="{AA351438-CC83-F075-6D31-540B103D2E1E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6" creationId="{18FA42A1-918E-697E-9F53-992FBE92F485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7" creationId="{455F814D-40A7-C6F6-3B8E-79D5CC2935EF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8" creationId="{EBE04DA5-1CA8-1E42-BE28-64228681A6CC}"/>
          </ac:spMkLst>
        </pc:spChg>
        <pc:spChg chg="mod">
          <ac:chgData name="Ali Bu Hawraa" userId="c298b3438ccd2c24" providerId="LiveId" clId="{CEC14A6B-3A05-4564-BAB0-99E1D0B564EF}" dt="2024-08-12T19:43:04.781" v="2499"/>
          <ac:spMkLst>
            <pc:docMk/>
            <pc:sldMk cId="3833931704" sldId="297"/>
            <ac:spMk id="689" creationId="{9C0FE97A-8905-EA14-5BAB-E946D9A0E429}"/>
          </ac:spMkLst>
        </pc:spChg>
        <pc:spChg chg="add del mod ord">
          <ac:chgData name="Ali Bu Hawraa" userId="c298b3438ccd2c24" providerId="LiveId" clId="{CEC14A6B-3A05-4564-BAB0-99E1D0B564EF}" dt="2024-08-12T19:45:11.621" v="2678"/>
          <ac:spMkLst>
            <pc:docMk/>
            <pc:sldMk cId="3833931704" sldId="297"/>
            <ac:spMk id="691" creationId="{8D625F27-9192-B254-02EE-62617A70D8D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695" creationId="{BF8A5366-4323-326B-0C87-83668E3962B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696" creationId="{215B96D3-413C-D7E4-6A54-BE9731F2205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697" creationId="{B12594D4-BDF4-EC98-75B1-2F4B6CC1B4A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698" creationId="{AF44350E-5AE7-74DD-A5D9-0728AFA04D6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699" creationId="{717F892D-2306-CCC4-DFED-FAD16BD5803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0" creationId="{7C4D7A73-B1A3-CE4F-E658-556B371BF35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1" creationId="{4F922CAA-751E-730D-C597-79D03D0FB6A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2" creationId="{9FD8737E-A346-3285-109F-AEAC30C7983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3" creationId="{1BAC5B89-28EC-031E-D6EA-F03412D9C1C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4" creationId="{6C58845F-DE8D-8BA8-2F20-78538925A6A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5" creationId="{BA23C0E3-3866-1BAA-A6FD-24B558AFD94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6" creationId="{FA540F2B-2A48-9BCD-101C-59B65E5E147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7" creationId="{DA2F9547-7E14-94E2-0D1C-6AF39F93E2D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8" creationId="{5C8EB2F7-0128-E4B0-643E-E0A6080DC9A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09" creationId="{4848CCD5-D838-0F8E-9E54-3D20EE626D6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0" creationId="{CCBA5FBF-6596-FB86-91E0-F3A767826A7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1" creationId="{6AE59D78-3DAC-92D9-48D9-257FAE54B4F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2" creationId="{8D260E22-D791-48B6-1F6D-E152DEBC17A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3" creationId="{6A9C52EC-2FAF-3B1E-CB63-BC016870503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4" creationId="{4284C277-93EC-2400-CCE8-A835B061F00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5" creationId="{F1771072-3C99-ED6C-DCAE-5BFF0CB69DB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6" creationId="{9F2F8404-A95F-E64B-AFBA-654D4950DEB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7" creationId="{B4BC8A0B-AC91-987C-0854-FEA97945A39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8" creationId="{B83ED5E0-C80E-94E9-8851-5CDE80BD21D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19" creationId="{AB7E39D7-05BC-673E-EB21-F3AA754357A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0" creationId="{21336C96-3FCD-10B7-182C-C97F8651C00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1" creationId="{55680FD7-5FAC-564E-1A55-1C5F814D0A2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2" creationId="{C723481A-94E1-62FA-1283-0A53E61CF75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3" creationId="{21346971-EF1E-F678-7CB0-5FCC600F3E3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4" creationId="{B79185FB-5B3A-5112-3068-63E50705923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5" creationId="{4323271E-5938-603A-DE86-1CB5C6B450E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6" creationId="{5621FDE2-2130-F6D9-DBB5-C8843FEBF7D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7" creationId="{E49E6CDF-5AC9-137B-978B-756E57624DC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8" creationId="{C9190185-465B-4D50-38A4-D4524274061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29" creationId="{CE46967F-FD10-CEE8-E19B-88D78F0EF36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0" creationId="{DE3B4CCF-CA85-A1EC-EE9B-5F298A45D29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1" creationId="{AE866A77-EF4A-2164-FE92-D355C8314EF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2" creationId="{3A0AB690-FD85-43C6-2228-49CEAB0636F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3" creationId="{0A791780-EAB2-747A-B777-6C3FC9F9B30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4" creationId="{8CBEADF1-C349-EDE7-A9FD-933483774F8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5" creationId="{7FE5C9CC-72C8-BA12-5A14-F41286F120D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6" creationId="{C97A8DD9-7E27-7AF2-482E-61CC1CF29E2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7" creationId="{E6FBEC1F-ECF7-A521-A54B-620FBCBB588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8" creationId="{6882B2A8-4111-5666-8DF0-A9849D173F1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39" creationId="{1069475F-F1F9-7544-46B5-5865E2338BD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0" creationId="{A3DDB9E8-5B3E-9DB5-407D-F7A813B21F6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1" creationId="{81488708-4B8F-6BF7-BB2C-53D16342102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2" creationId="{216B58C2-544F-757E-7063-BD979F7B84D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3" creationId="{1386E6E8-C2CE-1BA5-EC39-F493747B5C2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4" creationId="{CA727135-2DFA-A05B-9045-36CEC0A30BD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5" creationId="{F745F3E7-087D-35D5-AB80-85003DFE37F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6" creationId="{BB3D6AAA-53BF-CB77-3BA8-10AA27E6909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7" creationId="{79284DAF-65F4-A5EC-D685-030908D5CE5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8" creationId="{EFD00C5A-B6B9-5614-F329-62DAE700752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49" creationId="{EA05B528-6706-19D2-3DB0-3355F4BAA9E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0" creationId="{9CE5D759-D6F8-87F9-AFD7-C59948CE24A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1" creationId="{EFAF4E29-9C38-CC0C-2381-0FEC49C3D32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2" creationId="{3F59379E-7B43-535A-9106-2ED922BC161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3" creationId="{D497B94C-2011-4BD4-0279-48422422A92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4" creationId="{F4BB2432-57FC-6D55-D0FB-1CF4BB0BB45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5" creationId="{35277E2F-23B4-9D69-50A6-D7A9A4F2F00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6" creationId="{A22E1278-B93A-1360-7B39-A3DC4AE62F0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7" creationId="{406923CB-1EFB-8DCD-9D15-D34D43508E9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8" creationId="{56AFD9B4-77FB-1728-355F-D8D2B813A8F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59" creationId="{090785D3-BD22-7666-5330-3A9E92C1D9F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0" creationId="{5C2DDFE0-FF0D-5144-24E2-86EEADD8CEA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1" creationId="{12A547CC-53C4-9901-7EEA-8F378D592C5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2" creationId="{9B5DDDC6-B94E-E00F-FF7F-109EB7B92F5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3" creationId="{B55425CA-540F-AC1A-E61D-19195FF8997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4" creationId="{293C19E1-230E-28E4-F810-56EB7F7B510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5" creationId="{4ACD85A9-D06D-E704-2596-B73EF4E945E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6" creationId="{E5ABD23D-9482-1479-FBB0-1B8AF655A2E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7" creationId="{450932D3-7D16-F87C-8C6F-7288C1BBDCB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8" creationId="{7833BC3F-3884-1EFF-CDCD-5BA3BFDFBB5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69" creationId="{D689D365-594E-68CF-05CD-BD96C9A3905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0" creationId="{8675ED86-ED20-4235-76DA-0DA4FCB49DD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1" creationId="{7DAC0D89-1BBD-106C-0574-3C3104D4DBC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2" creationId="{2881D821-987F-933B-42AF-213FCF939E4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3" creationId="{16798AE4-51E5-6DB1-DAF8-7CE7545B47E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4" creationId="{FF327DEC-137D-FB82-7DE6-E8E3A376FC5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5" creationId="{22B49828-6710-8D90-C9D3-FFB1BE737C7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6" creationId="{A8F742FB-04D6-214B-4BA7-3AAECFB0E4E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7" creationId="{C48C860B-F090-E28B-1E6F-26B0B3F21D3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8" creationId="{5E8B3657-5371-6165-4402-A4CB9F966EA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79" creationId="{97BCCB2E-2135-2CDC-716F-306FE421A3D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0" creationId="{1B18F945-87EE-C698-D7EE-60FD85AF055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1" creationId="{48E88366-2917-A47E-519F-5EB70A3BA31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2" creationId="{63B784C0-FFCA-C450-70AA-3B4D801B326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3" creationId="{855E61F7-7D22-0FBC-1C82-A34CF7D6544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4" creationId="{97F2BC71-9383-08A2-83AC-4BFF52A8602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5" creationId="{8C138FD7-B9A9-6260-068D-22DAB84CE58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6" creationId="{1645934D-0877-1D7C-9239-474CBF97F40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7" creationId="{0BC5162A-AE81-0E09-5EC3-3D4F51ED4A4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8" creationId="{50D846C1-C179-1462-1094-FAE12DA674F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89" creationId="{2A72AA04-CEC1-96C0-709A-09D4F7EE2F4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0" creationId="{3F48C508-D121-41DE-3D54-A5553AEAB3D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1" creationId="{F8FB587F-05B2-EB5C-36B9-F6A9C461249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2" creationId="{40CA79B4-A739-8167-09E6-0C36243D3C5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3" creationId="{CAD2FB0A-6F59-D6B1-ED29-A0A21C3662A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4" creationId="{C1B93E30-110F-3E3E-1671-561D2CFB859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5" creationId="{57C5647F-4ADC-E66B-FC37-C69DD9DC032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6" creationId="{0FBC96B2-1733-F899-94A6-6631B0CD239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7" creationId="{FDBC9874-6421-D7C8-EABC-160B2C714DD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8" creationId="{C2BEFA5D-F872-CB3F-E3BD-AC3E431ECAA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799" creationId="{1D9D72AF-BFA3-DD01-BF92-21D8889FB63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0" creationId="{B1F55AC7-8E74-9AB3-6465-D89238D124F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1" creationId="{7FA121DE-30B3-FAB5-AAA0-AA567E7A0E5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2" creationId="{E126DD6D-BA03-CCF4-781A-3F0BDF20C65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3" creationId="{4DF4BBDB-20A4-E5C3-2F1D-4A7FCDDADC2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4" creationId="{10295260-1EE7-3E07-B38F-A7C88DB2C58D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5" creationId="{719505C4-2C60-E6E6-EE92-4E77EA6545F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6" creationId="{D66FFA55-7ABF-0C1C-25D6-61AFFB094A4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7" creationId="{CE0C786E-350A-62D6-9DFC-9477CCF4FC2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8" creationId="{D0F45212-4014-AFAF-0B1D-F03D8B4EDB5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09" creationId="{DD48B698-3548-BF30-F9B1-D5BB1BF604B8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0" creationId="{A0A16B01-800E-4EAC-E067-6CD4529DDA6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1" creationId="{34099BA2-C8DE-B000-2061-5C63CF647D4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2" creationId="{4C73476D-BBF1-A4EC-E797-CE9990D57C3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3" creationId="{A7F2856B-4207-95AB-B61B-9E2C023B5A8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4" creationId="{B9D3914E-9E43-1EDB-1082-2B72BD2A074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5" creationId="{B010EE45-5216-0233-6FB9-DACFD5ACA7A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6" creationId="{FCA8FA56-96DE-2350-96EC-66C678A45B3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7" creationId="{1B92BEF4-1361-1C19-5C53-E70418310B9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8" creationId="{A114C494-8157-76D5-CD0E-76C8AD98022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19" creationId="{1581CD93-CFDD-8EC4-6EC8-8E4960F1411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0" creationId="{7CA53161-025C-4A48-9692-1F805647141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1" creationId="{07374289-186D-E0CD-CE52-4375AF8E344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2" creationId="{F30DE474-19F0-3B44-D54A-AF6E57E08F1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3" creationId="{DF61B44A-927B-025C-85C0-4856B0365AF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4" creationId="{CE1222C6-9828-82F8-8760-745A67FF19D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5" creationId="{FD3DF29D-59E6-4C6F-E6FE-00AC8FA06F8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6" creationId="{E10D07E0-CF39-06FD-D8A7-EE26C060EF6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7" creationId="{82BDC5DC-AC1B-CD4A-0028-A5D05AC19A7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8" creationId="{CF0D5AA3-EC48-3AA5-1FA6-9F473CC6B875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29" creationId="{42B664B8-B11F-59C5-84E3-B3F2C5ADAA8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0" creationId="{FB3613AB-40FB-00BA-A38F-AEEEEF07E6B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1" creationId="{F351F828-E345-39EF-ADB3-5805FA024AF0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2" creationId="{DADFC846-9F21-C4F2-1E58-ADA25FBC8F41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3" creationId="{B9EB9F2C-F0B6-E68C-2737-82ADAE5006F9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4" creationId="{A304CA83-359B-C351-083D-59340EDA2BBA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5" creationId="{031C6D65-A7C6-F9B1-0F51-BBA512C71DC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6" creationId="{63ACACFE-4F08-21B3-8D30-C49D720B411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7" creationId="{C75D78DE-6DAB-F073-7729-FCA340C42E8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8" creationId="{7FF6E631-3628-8336-C29B-706E3CABB78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39" creationId="{E6761B05-ADF7-5EE9-9AFF-D130A99BF5C4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0" creationId="{034E44DF-DB32-9807-41D6-D64A1EC8BF96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1" creationId="{622EB82F-834F-D3BC-2EB9-7AEA6012AD82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2" creationId="{CF245E84-03CF-8916-7B77-CA6A442BE82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3" creationId="{DD3C71C9-88DE-8BC8-EBA5-4B004DE5D10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4" creationId="{03EB577B-327E-8D7E-9CEB-C8F16CE1B01E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5" creationId="{C427CFA1-1CF3-ABCB-3CB8-DE2714CB571B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6" creationId="{7DF175AE-5A81-3388-7F21-7A229F3E1BD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7" creationId="{3DA86C11-B12F-CBC4-279F-EF8F6BCD929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8" creationId="{22002513-1A80-579A-3D6C-955F2337626F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49" creationId="{24FF124B-63BF-625F-FD8F-539D83D31A3C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50" creationId="{0AB9EDBF-092D-0712-42D9-203A524DEFF3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51" creationId="{E801B7E1-AC76-DF7A-BC39-50074320E387}"/>
          </ac:spMkLst>
        </pc:spChg>
        <pc:spChg chg="mod">
          <ac:chgData name="Ali Bu Hawraa" userId="c298b3438ccd2c24" providerId="LiveId" clId="{CEC14A6B-3A05-4564-BAB0-99E1D0B564EF}" dt="2024-08-12T19:45:09.802" v="2668"/>
          <ac:spMkLst>
            <pc:docMk/>
            <pc:sldMk cId="3833931704" sldId="297"/>
            <ac:spMk id="852" creationId="{4B40B699-E34D-956B-588E-522761DBA139}"/>
          </ac:spMkLst>
        </pc:spChg>
        <pc:spChg chg="del ord">
          <ac:chgData name="Ali Bu Hawraa" userId="c298b3438ccd2c24" providerId="LiveId" clId="{CEC14A6B-3A05-4564-BAB0-99E1D0B564EF}" dt="2024-08-12T19:45:23.402" v="2694" actId="478"/>
          <ac:spMkLst>
            <pc:docMk/>
            <pc:sldMk cId="3833931704" sldId="297"/>
            <ac:spMk id="855" creationId="{BE75F6B4-24D4-6127-3F8E-7C3711A61139}"/>
          </ac:spMkLst>
        </pc:spChg>
        <pc:grpChg chg="add mod">
          <ac:chgData name="Ali Bu Hawraa" userId="c298b3438ccd2c24" providerId="LiveId" clId="{CEC14A6B-3A05-4564-BAB0-99E1D0B564EF}" dt="2024-08-12T19:41:43.565" v="2404"/>
          <ac:grpSpMkLst>
            <pc:docMk/>
            <pc:sldMk cId="3833931704" sldId="297"/>
            <ac:grpSpMk id="24" creationId="{88315C99-5BAF-A425-1F9D-A0DE22110928}"/>
          </ac:grpSpMkLst>
        </pc:grpChg>
        <pc:grpChg chg="add mod">
          <ac:chgData name="Ali Bu Hawraa" userId="c298b3438ccd2c24" providerId="LiveId" clId="{CEC14A6B-3A05-4564-BAB0-99E1D0B564EF}" dt="2024-08-12T19:45:11.621" v="2678"/>
          <ac:grpSpMkLst>
            <pc:docMk/>
            <pc:sldMk cId="3833931704" sldId="297"/>
            <ac:grpSpMk id="50" creationId="{F7600017-AD3E-31A2-789C-C29EF9A7BAC6}"/>
          </ac:grpSpMkLst>
        </pc:grpChg>
        <pc:grpChg chg="mod ord">
          <ac:chgData name="Ali Bu Hawraa" userId="c298b3438ccd2c24" providerId="LiveId" clId="{CEC14A6B-3A05-4564-BAB0-99E1D0B564EF}" dt="2024-08-12T19:41:43.565" v="2404"/>
          <ac:grpSpMkLst>
            <pc:docMk/>
            <pc:sldMk cId="3833931704" sldId="297"/>
            <ac:grpSpMk id="199" creationId="{55C34977-F6AF-CF50-C415-5875FEA1258C}"/>
          </ac:grpSpMkLst>
        </pc:grpChg>
        <pc:grpChg chg="mod ord">
          <ac:chgData name="Ali Bu Hawraa" userId="c298b3438ccd2c24" providerId="LiveId" clId="{CEC14A6B-3A05-4564-BAB0-99E1D0B564EF}" dt="2024-08-12T19:41:43.565" v="2404"/>
          <ac:grpSpMkLst>
            <pc:docMk/>
            <pc:sldMk cId="3833931704" sldId="297"/>
            <ac:grpSpMk id="200" creationId="{2A39E7E7-AEB1-9731-8D10-498C8023A345}"/>
          </ac:grpSpMkLst>
        </pc:grpChg>
        <pc:grpChg chg="add mod">
          <ac:chgData name="Ali Bu Hawraa" userId="c298b3438ccd2c24" providerId="LiveId" clId="{CEC14A6B-3A05-4564-BAB0-99E1D0B564EF}" dt="2024-08-12T19:41:59.366" v="2437"/>
          <ac:grpSpMkLst>
            <pc:docMk/>
            <pc:sldMk cId="3833931704" sldId="297"/>
            <ac:grpSpMk id="204" creationId="{5F5EFF92-CFDF-7240-20F4-472CE5B2657C}"/>
          </ac:grpSpMkLst>
        </pc:grpChg>
        <pc:grpChg chg="mod ord">
          <ac:chgData name="Ali Bu Hawraa" userId="c298b3438ccd2c24" providerId="LiveId" clId="{CEC14A6B-3A05-4564-BAB0-99E1D0B564EF}" dt="2024-08-12T19:41:59.366" v="2437"/>
          <ac:grpSpMkLst>
            <pc:docMk/>
            <pc:sldMk cId="3833931704" sldId="297"/>
            <ac:grpSpMk id="363" creationId="{77DC0776-49CA-9DF1-D539-AA2F0C29E576}"/>
          </ac:grpSpMkLst>
        </pc:grpChg>
        <pc:grpChg chg="mod ord">
          <ac:chgData name="Ali Bu Hawraa" userId="c298b3438ccd2c24" providerId="LiveId" clId="{CEC14A6B-3A05-4564-BAB0-99E1D0B564EF}" dt="2024-08-12T19:41:59.366" v="2437"/>
          <ac:grpSpMkLst>
            <pc:docMk/>
            <pc:sldMk cId="3833931704" sldId="297"/>
            <ac:grpSpMk id="364" creationId="{B1598B15-A3F7-8E85-271A-138047C5291C}"/>
          </ac:grpSpMkLst>
        </pc:grpChg>
        <pc:grpChg chg="add mod">
          <ac:chgData name="Ali Bu Hawraa" userId="c298b3438ccd2c24" providerId="LiveId" clId="{CEC14A6B-3A05-4564-BAB0-99E1D0B564EF}" dt="2024-08-12T19:42:25.092" v="2470"/>
          <ac:grpSpMkLst>
            <pc:docMk/>
            <pc:sldMk cId="3833931704" sldId="297"/>
            <ac:grpSpMk id="368" creationId="{715C7234-8393-1071-E73E-34AFE4B5890E}"/>
          </ac:grpSpMkLst>
        </pc:grpChg>
        <pc:grpChg chg="mod ord">
          <ac:chgData name="Ali Bu Hawraa" userId="c298b3438ccd2c24" providerId="LiveId" clId="{CEC14A6B-3A05-4564-BAB0-99E1D0B564EF}" dt="2024-08-12T19:42:25.092" v="2470"/>
          <ac:grpSpMkLst>
            <pc:docMk/>
            <pc:sldMk cId="3833931704" sldId="297"/>
            <ac:grpSpMk id="527" creationId="{CE0E94AB-8166-A39B-CD93-7DF2F5B0C8E5}"/>
          </ac:grpSpMkLst>
        </pc:grpChg>
        <pc:grpChg chg="mod ord">
          <ac:chgData name="Ali Bu Hawraa" userId="c298b3438ccd2c24" providerId="LiveId" clId="{CEC14A6B-3A05-4564-BAB0-99E1D0B564EF}" dt="2024-08-12T19:42:25.092" v="2470"/>
          <ac:grpSpMkLst>
            <pc:docMk/>
            <pc:sldMk cId="3833931704" sldId="297"/>
            <ac:grpSpMk id="528" creationId="{02170DE7-397D-3B2F-F736-C104A54187B2}"/>
          </ac:grpSpMkLst>
        </pc:grpChg>
        <pc:grpChg chg="add mod">
          <ac:chgData name="Ali Bu Hawraa" userId="c298b3438ccd2c24" providerId="LiveId" clId="{CEC14A6B-3A05-4564-BAB0-99E1D0B564EF}" dt="2024-08-12T19:43:04.781" v="2499"/>
          <ac:grpSpMkLst>
            <pc:docMk/>
            <pc:sldMk cId="3833931704" sldId="297"/>
            <ac:grpSpMk id="531" creationId="{0711876A-1A52-B6F9-DC2D-0D58C45F3AC8}"/>
          </ac:grpSpMkLst>
        </pc:grpChg>
        <pc:grpChg chg="mod ord">
          <ac:chgData name="Ali Bu Hawraa" userId="c298b3438ccd2c24" providerId="LiveId" clId="{CEC14A6B-3A05-4564-BAB0-99E1D0B564EF}" dt="2024-08-12T19:43:04.781" v="2499"/>
          <ac:grpSpMkLst>
            <pc:docMk/>
            <pc:sldMk cId="3833931704" sldId="297"/>
            <ac:grpSpMk id="690" creationId="{D2AA103C-8AA9-9B6F-BABA-1E6753725BF1}"/>
          </ac:grpSpMkLst>
        </pc:grpChg>
        <pc:grpChg chg="add mod">
          <ac:chgData name="Ali Bu Hawraa" userId="c298b3438ccd2c24" providerId="LiveId" clId="{CEC14A6B-3A05-4564-BAB0-99E1D0B564EF}" dt="2024-08-12T19:45:09.802" v="2668"/>
          <ac:grpSpMkLst>
            <pc:docMk/>
            <pc:sldMk cId="3833931704" sldId="297"/>
            <ac:grpSpMk id="694" creationId="{F744E153-3A80-D654-4E4E-5D9241CDB047}"/>
          </ac:grpSpMkLst>
        </pc:grpChg>
        <pc:grpChg chg="mod ord">
          <ac:chgData name="Ali Bu Hawraa" userId="c298b3438ccd2c24" providerId="LiveId" clId="{CEC14A6B-3A05-4564-BAB0-99E1D0B564EF}" dt="2024-08-12T19:45:09.802" v="2668"/>
          <ac:grpSpMkLst>
            <pc:docMk/>
            <pc:sldMk cId="3833931704" sldId="297"/>
            <ac:grpSpMk id="853" creationId="{48A865A2-A7FF-50DB-9EF3-BB7743F45DE1}"/>
          </ac:grpSpMkLst>
        </pc:grpChg>
        <pc:grpChg chg="mod ord">
          <ac:chgData name="Ali Bu Hawraa" userId="c298b3438ccd2c24" providerId="LiveId" clId="{CEC14A6B-3A05-4564-BAB0-99E1D0B564EF}" dt="2024-08-12T19:45:09.802" v="2668"/>
          <ac:grpSpMkLst>
            <pc:docMk/>
            <pc:sldMk cId="3833931704" sldId="297"/>
            <ac:grpSpMk id="854" creationId="{19AB4319-BD4A-E576-FC1F-7D8D2DB26B10}"/>
          </ac:grpSpMkLst>
        </pc:grpChg>
        <pc:grpChg chg="ord">
          <ac:chgData name="Ali Bu Hawraa" userId="c298b3438ccd2c24" providerId="LiveId" clId="{CEC14A6B-3A05-4564-BAB0-99E1D0B564EF}" dt="2024-08-12T19:45:23.401" v="2693"/>
          <ac:grpSpMkLst>
            <pc:docMk/>
            <pc:sldMk cId="3833931704" sldId="297"/>
            <ac:grpSpMk id="858" creationId="{CEF9F368-0F7E-055B-F3D4-FE84C4F4772E}"/>
          </ac:grpSpMkLst>
        </pc:grpChg>
        <pc:picChg chg="add mod">
          <ac:chgData name="Ali Bu Hawraa" userId="c298b3438ccd2c24" providerId="LiveId" clId="{CEC14A6B-3A05-4564-BAB0-99E1D0B564EF}" dt="2024-08-12T19:41:45.321" v="2414"/>
          <ac:picMkLst>
            <pc:docMk/>
            <pc:sldMk cId="3833931704" sldId="297"/>
            <ac:picMk id="21" creationId="{501F06F7-65A0-496E-EB5A-B28420CFBEBC}"/>
          </ac:picMkLst>
        </pc:picChg>
        <pc:picChg chg="add del mod">
          <ac:chgData name="Ali Bu Hawraa" userId="c298b3438ccd2c24" providerId="LiveId" clId="{CEC14A6B-3A05-4564-BAB0-99E1D0B564EF}" dt="2024-08-12T19:45:23.398" v="2692" actId="478"/>
          <ac:picMkLst>
            <pc:docMk/>
            <pc:sldMk cId="3833931704" sldId="297"/>
            <ac:picMk id="49" creationId="{AAB01A43-1C51-6C3D-8BC5-93B15E3B55BC}"/>
          </ac:picMkLst>
        </pc:picChg>
        <pc:picChg chg="add mod">
          <ac:chgData name="Ali Bu Hawraa" userId="c298b3438ccd2c24" providerId="LiveId" clId="{CEC14A6B-3A05-4564-BAB0-99E1D0B564EF}" dt="2024-08-12T19:42:01.896" v="2447"/>
          <ac:picMkLst>
            <pc:docMk/>
            <pc:sldMk cId="3833931704" sldId="297"/>
            <ac:picMk id="203" creationId="{367D57F1-18E5-DD6A-1EF1-BF560EF290F8}"/>
          </ac:picMkLst>
        </pc:picChg>
        <pc:picChg chg="add del mod">
          <ac:chgData name="Ali Bu Hawraa" userId="c298b3438ccd2c24" providerId="LiveId" clId="{CEC14A6B-3A05-4564-BAB0-99E1D0B564EF}" dt="2024-08-12T19:44:39.837" v="2582"/>
          <ac:picMkLst>
            <pc:docMk/>
            <pc:sldMk cId="3833931704" sldId="297"/>
            <ac:picMk id="367" creationId="{9883F210-1AFB-A880-C7AB-307929B4891A}"/>
          </ac:picMkLst>
        </pc:picChg>
        <pc:picChg chg="add mod">
          <ac:chgData name="Ali Bu Hawraa" userId="c298b3438ccd2c24" providerId="LiveId" clId="{CEC14A6B-3A05-4564-BAB0-99E1D0B564EF}" dt="2024-08-12T19:44:38.044" v="2570"/>
          <ac:picMkLst>
            <pc:docMk/>
            <pc:sldMk cId="3833931704" sldId="297"/>
            <ac:picMk id="530" creationId="{2FFD8FCA-E2C5-0AA4-F3BB-403D176E8D75}"/>
          </ac:picMkLst>
        </pc:picChg>
        <pc:picChg chg="add mod">
          <ac:chgData name="Ali Bu Hawraa" userId="c298b3438ccd2c24" providerId="LiveId" clId="{CEC14A6B-3A05-4564-BAB0-99E1D0B564EF}" dt="2024-08-12T19:45:11.621" v="2678"/>
          <ac:picMkLst>
            <pc:docMk/>
            <pc:sldMk cId="3833931704" sldId="297"/>
            <ac:picMk id="693" creationId="{5B195C82-2048-411A-B7E6-75C617887F0D}"/>
          </ac:picMkLst>
        </pc:picChg>
        <pc:picChg chg="mod ord">
          <ac:chgData name="Ali Bu Hawraa" userId="c298b3438ccd2c24" providerId="LiveId" clId="{CEC14A6B-3A05-4564-BAB0-99E1D0B564EF}" dt="2024-08-12T19:45:39.927" v="2711" actId="1037"/>
          <ac:picMkLst>
            <pc:docMk/>
            <pc:sldMk cId="3833931704" sldId="297"/>
            <ac:picMk id="857" creationId="{B4F0BC44-AE0E-0BC8-0611-4FC3185AC75E}"/>
          </ac:picMkLst>
        </pc:picChg>
      </pc:sldChg>
      <pc:sldChg chg="addSp delSp modSp mod modAnim">
        <pc:chgData name="Ali Bu Hawraa" userId="c298b3438ccd2c24" providerId="LiveId" clId="{CEC14A6B-3A05-4564-BAB0-99E1D0B564EF}" dt="2024-08-12T19:46:35.768" v="2966" actId="962"/>
        <pc:sldMkLst>
          <pc:docMk/>
          <pc:sldMk cId="3023682883" sldId="298"/>
        </pc:sldMkLst>
        <pc:spChg chg="add del mod ord">
          <ac:chgData name="Ali Bu Hawraa" userId="c298b3438ccd2c24" providerId="LiveId" clId="{CEC14A6B-3A05-4564-BAB0-99E1D0B564EF}" dt="2024-08-12T19:46:28.338" v="2936"/>
          <ac:spMkLst>
            <pc:docMk/>
            <pc:sldMk cId="3023682883" sldId="298"/>
            <ac:spMk id="7" creationId="{1187A87C-E569-D831-BDA1-C7230C1422A9}"/>
          </ac:spMkLst>
        </pc:spChg>
        <pc:spChg chg="del ord">
          <ac:chgData name="Ali Bu Hawraa" userId="c298b3438ccd2c24" providerId="LiveId" clId="{CEC14A6B-3A05-4564-BAB0-99E1D0B564EF}" dt="2024-08-04T14:19:31.260" v="123" actId="478"/>
          <ac:spMkLst>
            <pc:docMk/>
            <pc:sldMk cId="3023682883" sldId="298"/>
            <ac:spMk id="7" creationId="{844829A8-165E-357D-6171-6ADAB7951321}"/>
          </ac:spMkLst>
        </pc:spChg>
        <pc:spChg chg="mod">
          <ac:chgData name="Ali Bu Hawraa" userId="c298b3438ccd2c24" providerId="LiveId" clId="{CEC14A6B-3A05-4564-BAB0-99E1D0B564EF}" dt="2024-08-12T19:46:28.338" v="2936"/>
          <ac:spMkLst>
            <pc:docMk/>
            <pc:sldMk cId="3023682883" sldId="298"/>
            <ac:spMk id="10" creationId="{C563EB9D-0911-8260-83BA-E1DC132DBD41}"/>
          </ac:spMkLst>
        </pc:spChg>
        <pc:spChg chg="mod">
          <ac:chgData name="Ali Bu Hawraa" userId="c298b3438ccd2c24" providerId="LiveId" clId="{CEC14A6B-3A05-4564-BAB0-99E1D0B564EF}" dt="2024-08-04T14:25:01.329" v="217" actId="1035"/>
          <ac:spMkLst>
            <pc:docMk/>
            <pc:sldMk cId="3023682883" sldId="298"/>
            <ac:spMk id="13" creationId="{7A375522-A760-5FC1-C6A0-199FC7D7065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3" creationId="{B4CC3D4C-A96A-723D-D353-32C59B1A5CC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5" creationId="{A01C01D8-527E-318C-44C4-109492B6EA4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6" creationId="{CAC57908-8F91-CE32-642F-E35C921E944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7" creationId="{4476C920-933A-5C21-9A2C-0657862C9C0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9" creationId="{53EE48C0-C23A-6934-C733-B3C57520F2F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33" creationId="{8FF6086F-D04A-64F4-A19E-31545984884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34" creationId="{3FE5EDF7-F95A-5A09-5A29-B7DF15EBF7B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35" creationId="{9129A359-2F19-8B14-D900-D7AB509AC5D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36" creationId="{C70CA28D-9C40-6272-8942-4864DD84421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39" creationId="{32696E23-558B-20B9-8DE2-3DDEE6D66C58}"/>
          </ac:spMkLst>
        </pc:spChg>
        <pc:spChg chg="mod">
          <ac:chgData name="Ali Bu Hawraa" userId="c298b3438ccd2c24" providerId="LiveId" clId="{CEC14A6B-3A05-4564-BAB0-99E1D0B564EF}" dt="2024-08-04T14:24:20.391" v="207" actId="6549"/>
          <ac:spMkLst>
            <pc:docMk/>
            <pc:sldMk cId="3023682883" sldId="298"/>
            <ac:spMk id="39" creationId="{AD374B6C-3C49-BCC9-B2AC-1F5D0A52219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0" creationId="{CCA63DCD-7349-377B-676F-5B3525DB968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1" creationId="{9BED9A99-0FDA-BBB0-0A42-F5D559EAAE3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2" creationId="{8D7BAB16-DE85-D3EC-F8C8-90117EFF3F1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3" creationId="{1B58E10D-2205-3EA0-FB1B-B5B9CCE7CCC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4" creationId="{6AEE5054-F281-64B2-BCA1-02FBC9ED759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5" creationId="{5ADB905B-6693-F5BD-FB81-FD3872188A85}"/>
          </ac:spMkLst>
        </pc:spChg>
        <pc:spChg chg="add del mod topLvl">
          <ac:chgData name="Ali Bu Hawraa" userId="c298b3438ccd2c24" providerId="LiveId" clId="{CEC14A6B-3A05-4564-BAB0-99E1D0B564EF}" dt="2024-08-04T14:26:12.136" v="227" actId="478"/>
          <ac:spMkLst>
            <pc:docMk/>
            <pc:sldMk cId="3023682883" sldId="298"/>
            <ac:spMk id="45" creationId="{CAE9D1BD-A79E-128A-8CC4-FCCC8D07E9A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6" creationId="{F0490855-1E69-6C55-6814-4089B3B1B26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47" creationId="{481E17AC-71F0-381A-3F4B-F48586F79BAA}"/>
          </ac:spMkLst>
        </pc:spChg>
        <pc:spChg chg="mod">
          <ac:chgData name="Ali Bu Hawraa" userId="c298b3438ccd2c24" providerId="LiveId" clId="{CEC14A6B-3A05-4564-BAB0-99E1D0B564EF}" dt="2024-08-04T14:27:47.065" v="236"/>
          <ac:spMkLst>
            <pc:docMk/>
            <pc:sldMk cId="3023682883" sldId="298"/>
            <ac:spMk id="51" creationId="{886C51CA-402A-875E-EDA7-5D682F52C47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52" creationId="{FAC6B319-B0B8-8629-6C6F-927737D1A8E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53" creationId="{3E8E334F-206E-ECB7-9B16-2799019D116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54" creationId="{D8206BB8-9B91-8A46-B694-210153FD79D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55" creationId="{299FA79C-C7D7-0E27-10D1-F534BDC4C90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56" creationId="{87DB2886-4782-8162-8A27-9AD44FA5CEB5}"/>
          </ac:spMkLst>
        </pc:spChg>
        <pc:spChg chg="mod">
          <ac:chgData name="Ali Bu Hawraa" userId="c298b3438ccd2c24" providerId="LiveId" clId="{CEC14A6B-3A05-4564-BAB0-99E1D0B564EF}" dt="2024-08-04T14:29:26.449" v="245" actId="1076"/>
          <ac:spMkLst>
            <pc:docMk/>
            <pc:sldMk cId="3023682883" sldId="298"/>
            <ac:spMk id="59" creationId="{91E7F8AC-A68A-95DD-A0C4-99CEDAF5565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0" creationId="{8030D95A-40DB-FDDE-E6BF-3B8C7E4565C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1" creationId="{2B8C471F-D250-F7C4-330A-9D37B3BAEAC9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2" creationId="{DFBF4355-2A26-8EFA-F598-41442C0E22C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3" creationId="{4A13ABA3-3C12-AB5C-6CBC-809B89F5B9D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4" creationId="{C02A06D9-60CB-B121-0CEB-FA1D94B57124}"/>
          </ac:spMkLst>
        </pc:spChg>
        <pc:spChg chg="mod">
          <ac:chgData name="Ali Bu Hawraa" userId="c298b3438ccd2c24" providerId="LiveId" clId="{CEC14A6B-3A05-4564-BAB0-99E1D0B564EF}" dt="2024-08-04T14:58:45.017" v="275" actId="14100"/>
          <ac:spMkLst>
            <pc:docMk/>
            <pc:sldMk cId="3023682883" sldId="298"/>
            <ac:spMk id="65" creationId="{18BB56C7-5F91-A2E3-34CD-3881D275A1A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5" creationId="{EF6DB90C-F9E7-603E-E740-E5F79B829F0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6" creationId="{DE101E72-A885-B80F-4A75-5DC84B06D07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7" creationId="{666EF84A-71B5-A558-27D8-E15085162A0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68" creationId="{5CBF39E3-F6F5-0215-918D-F41AF2B28136}"/>
          </ac:spMkLst>
        </pc:spChg>
        <pc:spChg chg="mod">
          <ac:chgData name="Ali Bu Hawraa" userId="c298b3438ccd2c24" providerId="LiveId" clId="{CEC14A6B-3A05-4564-BAB0-99E1D0B564EF}" dt="2024-08-04T14:59:35.576" v="300" actId="6549"/>
          <ac:spMkLst>
            <pc:docMk/>
            <pc:sldMk cId="3023682883" sldId="298"/>
            <ac:spMk id="71" creationId="{62028B0A-869A-822C-7AF3-D953D7ADE64B}"/>
          </ac:spMkLst>
        </pc:spChg>
        <pc:spChg chg="mod">
          <ac:chgData name="Ali Bu Hawraa" userId="c298b3438ccd2c24" providerId="LiveId" clId="{CEC14A6B-3A05-4564-BAB0-99E1D0B564EF}" dt="2024-08-04T14:59:56.436" v="306" actId="1076"/>
          <ac:spMkLst>
            <pc:docMk/>
            <pc:sldMk cId="3023682883" sldId="298"/>
            <ac:spMk id="74" creationId="{A2D8EEC3-04FB-3EA0-6209-8D37F76730F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75" creationId="{E042448B-DD47-0AAF-555C-4973B46342F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76" creationId="{DB17D0CD-2BB1-D6FB-68EF-644EDED820C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77" creationId="{FCA16FA7-B489-6068-D820-236790721CF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78" creationId="{29B3C51F-1FAE-704E-616F-241A51DC88F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79" creationId="{40E1A311-4B89-5AFF-3B6F-2C8A67D9B21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0" creationId="{B0F9A9B5-23F0-F866-29B8-BD52E03990A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1" creationId="{71DB4541-6E35-E7F5-CC96-B9383CEF68C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2" creationId="{74297887-32ED-EBF1-DA28-F9351F86925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3" creationId="{76E7CEBA-3D3E-C79F-13E0-40E360FEFB2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4" creationId="{8E95D82A-1945-1B09-9602-BD04F06AD44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5" creationId="{E47A89C0-6F2A-CE8A-6E49-BC867B79769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6" creationId="{15705A6A-5E91-B042-1BC9-0FDE5C9A862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7" creationId="{11D890F1-7B00-0246-DF8A-6DE1A871B4B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8" creationId="{B30D1101-C642-2F84-3ACA-CC288123CFA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89" creationId="{96EA4A7D-49BC-7A68-DF76-5584024165C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0" creationId="{F69DBA56-2246-A39E-30A8-0262494BFF9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1" creationId="{5DB9C3BA-C9FD-C0FA-1CC9-A98F9C8EC00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2" creationId="{7222E555-186C-2016-9DBD-9FD1F037876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3" creationId="{A2374028-B353-FF2E-BF1B-D4F1B402D6C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4" creationId="{A1F4DA3B-1E2C-F9B2-C312-12BFA4C4692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5" creationId="{03435552-CA1C-264B-CA2D-DBC45F017C4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6" creationId="{B19BFE84-FD60-F540-1EC4-BC7A20457BD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7" creationId="{3B58B343-A0DE-56B0-FBB7-2AA732F2569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8" creationId="{956A4F2E-B8CD-2922-2C47-C7471CD56C6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99" creationId="{770E21A9-2276-D730-F562-184EB06757B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0" creationId="{5987F942-12B9-D6C7-BA43-A905E489F6F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1" creationId="{C15DD8A8-E70F-6090-72DD-06A501B623D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2" creationId="{640CC0D4-CE24-5320-05CC-046EFA4DF19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3" creationId="{E741D9B7-A6D4-B509-469A-FA9873B3B95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4" creationId="{5C8B16E5-8451-888A-10DE-9B47EBDC66C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5" creationId="{CB7D3A30-5465-2AA0-6DCF-99CA7D0201F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6" creationId="{6FDAC357-114B-A46C-AFD9-F9E5CEA1859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7" creationId="{8917B221-165D-256E-50F4-CB79A234BC1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8" creationId="{47079847-C953-4C44-5AB0-56905738EB7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09" creationId="{3C72B652-1CE6-FD78-D72C-9F81C4A3EBA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0" creationId="{88669307-70A1-EC04-838F-F12827D2107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1" creationId="{2AF58756-2C3D-EEDE-4A4F-56900BD0188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2" creationId="{4618CA2D-DFCE-D09B-C5BF-86B4B4FEC91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3" creationId="{BFACAB85-BBE5-A801-C0B2-8E59ECC72B8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4" creationId="{0036DA0F-7A39-78E7-EB7C-E105C830762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5" creationId="{55D0AC70-C610-6E70-9A56-6474BB1343B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6" creationId="{06F2F907-212D-51E4-2A82-BE6522F5B2F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7" creationId="{129AA976-868E-4ABF-BD17-96701B89C77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8" creationId="{BDB89581-E61F-8674-EF79-09A2495883FA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19" creationId="{EE08E399-FB5D-48C5-25A6-E3690625715A}"/>
          </ac:spMkLst>
        </pc:spChg>
        <pc:spChg chg="mod">
          <ac:chgData name="Ali Bu Hawraa" userId="c298b3438ccd2c24" providerId="LiveId" clId="{CEC14A6B-3A05-4564-BAB0-99E1D0B564EF}" dt="2024-08-04T14:30:03.074" v="259" actId="1035"/>
          <ac:spMkLst>
            <pc:docMk/>
            <pc:sldMk cId="3023682883" sldId="298"/>
            <ac:spMk id="120" creationId="{0023BE5C-DA1F-5BED-DF0F-2EC5B55D98B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1" creationId="{675FC186-22DB-7566-5142-E6111F733D7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2" creationId="{0E052986-FA0C-DFE9-52C7-FA9CA477C5C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3" creationId="{8C41D9CB-361B-86F6-FE61-AC2CF3367BB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4" creationId="{7DCD09EA-E4D4-A195-C685-D7909B12148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5" creationId="{E42E7C86-3CBB-5A09-CC51-59A3D9C673E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6" creationId="{6156D54C-EB79-EE68-573C-DCECD6C5981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7" creationId="{EC88BA07-D186-158C-992B-3EBC5FCA2C4A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8" creationId="{D95B5D11-1158-CFDB-96FE-A820E5E2985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29" creationId="{52EE8C3A-9E86-B57D-DCA2-5587A37D16D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0" creationId="{48A8DD7E-8E81-C3BC-DEFD-27C69225279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1" creationId="{5624B7F3-7CE9-DAB2-53EF-17769C525A09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2" creationId="{7F540A5F-A087-8FCF-9A45-B86356EF504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3" creationId="{84BE472B-AF7D-79F7-E129-22B0F36FE46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4" creationId="{09ACF492-6873-29A2-2354-9324CD6397E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5" creationId="{B7277450-AC4D-FBA2-AD7A-E22ED883FB9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6" creationId="{3D110BCD-6C16-0647-CA54-7D5CBF530BF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7" creationId="{8770D91A-1B21-663D-7C6A-6DB95EF5E97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8" creationId="{D47C03AC-34A3-3CE2-2184-C0A2F7192BA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39" creationId="{D246D4FC-16B4-6E1A-1FCB-B5BE1F867A7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0" creationId="{6A0124DC-0EF6-AEA3-EBEA-6E08AACBE02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1" creationId="{9D87C52D-9943-7D34-0F35-F6C3CACE223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2" creationId="{C476F123-B12E-0370-3B44-1FD8812E185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3" creationId="{5173883C-4FE9-6410-56D0-49439F44B78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4" creationId="{023F0C10-0F86-C5F0-5929-37D388FD509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5" creationId="{D881D220-7EE6-0D5A-EF19-23ADD0ED106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6" creationId="{B07E3E4B-9F1F-F44B-D2E4-FF802E75574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7" creationId="{077D5DFD-C6E6-C6E3-A0A9-3FC2FB10379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8" creationId="{9450827D-7CC0-2E16-1F0E-A1FACD31482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49" creationId="{B00DB684-D676-0DC7-0952-301220294CF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0" creationId="{0CE1718E-03AE-9070-3A0C-A780BE607D1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1" creationId="{7DF41414-A809-C3E3-3ABE-D642372C952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2" creationId="{26700759-BA70-512A-4495-644559DA2F2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3" creationId="{0A6328C9-A85E-8345-82C6-8C472A63A6A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4" creationId="{E0C3A1FF-7033-0979-134F-2880B520021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5" creationId="{C827856F-C168-FE8E-8ED9-39DBC066399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6" creationId="{9F7CB36E-F319-8DDE-267F-8C5F8A36E9E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7" creationId="{7D397B5B-4BE5-48D3-9384-148573732A0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8" creationId="{30CCD784-E7B9-A726-25FD-AFEF4F2F3FB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59" creationId="{36A82FE2-4AA9-A478-ABBC-BE7ACA36936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0" creationId="{2D1506B0-D01D-BE30-E118-080C0113B86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1" creationId="{A377C0CB-C759-5B39-3ADE-A5AD790E7B8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2" creationId="{CAE26843-3B1D-9E52-DEE4-DC8F5FD7C14A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3" creationId="{4914E8CB-4964-5D88-7139-12883783110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4" creationId="{799230D9-7391-EDD3-155C-EC05320AB43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5" creationId="{5C97424A-4F76-39D0-AB8C-C98E406DAE8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6" creationId="{87DE9F84-10C2-572B-9BDF-03B2AB5264E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7" creationId="{5E1AAA28-A1B1-375F-A35E-C3BAB98CAC5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8" creationId="{DD4346DB-EAE1-FA30-0229-53572CD4E33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69" creationId="{4BC728E5-C4F1-A255-561B-10D59600940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0" creationId="{643CA4F1-6CF8-4793-14FE-877832143E7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1" creationId="{5FEDF253-3BEC-2C5E-40B7-D0365B40E23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2" creationId="{4851A029-E68C-198A-9862-663FB22FBE2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3" creationId="{CB288035-B705-EAA4-57D5-C63439BD265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4" creationId="{256BF401-F0AD-5331-B7A6-F214FE5C0E8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5" creationId="{72D28FB5-82A6-B74E-BD8B-5D56448E9F99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6" creationId="{EDE12923-EF72-5A95-13AF-A4A87B0302B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7" creationId="{4895461B-A873-C150-4D5D-2184B1372D9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8" creationId="{550E5B83-CFD8-6C25-1275-9E1CFBAC5B7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79" creationId="{82A52F85-558F-7062-A783-91DB39C4E3B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0" creationId="{4A28671C-B2F4-4701-BD1D-072FFAD13FD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1" creationId="{0E2917F1-DAF1-FDB9-86D4-77E36DC6FAD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2" creationId="{ADE2C612-E691-3478-4066-0B3858BD116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3" creationId="{9A7FA591-5BCC-21A8-76D1-CBED9F1E9F4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4" creationId="{D937F7F8-747B-EB47-F97F-4765B97EDFF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5" creationId="{FF574ACE-AAEB-2058-149B-EC147EC1D1E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6" creationId="{1509842B-2700-6EE2-3D09-BD6E5E413E1C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7" creationId="{4028B34E-816B-2536-B722-1CB6A977251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8" creationId="{3AE7AE7C-9552-BB00-525A-4A58E0E9613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89" creationId="{4B1F5EB9-DB6F-BF02-85B7-08B117D2057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0" creationId="{A4652852-B347-E5B4-C77E-6699AAB2676A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1" creationId="{6E6B03D0-8D24-782D-48EF-9FF2A6E1764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2" creationId="{9D13D45F-FA09-137A-43A5-92965FEC9AD5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3" creationId="{1517E9BE-D8C4-DAE3-F5A1-D3C4F8155CB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4" creationId="{45560EAD-64EA-EC9F-FE70-D9F207F6D02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5" creationId="{A0B4FD54-947A-CB8E-D7E5-A83AC859E1EA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6" creationId="{31BB7FD5-2727-C4DF-830C-87153BB0846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7" creationId="{0302D1DF-23F7-BF66-5203-996EE3F6FBA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8" creationId="{E2513485-D580-932C-74BD-7060AEBE3B2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199" creationId="{7881370B-8757-400E-B2CD-7F758A41475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0" creationId="{65575C20-E9FE-55E2-64B5-C65F2A47AD2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1" creationId="{834CC241-AB67-21E3-CA7C-DE6BEB9152E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2" creationId="{38A723AF-0957-61D5-B907-1F27B387E8C3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3" creationId="{A8071E00-EC0C-EE2C-C71D-12904822DD29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4" creationId="{09307497-FC84-E29C-6198-E5A3281907D7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5" creationId="{B8EC7D49-3FD3-8948-3073-8B3805ACA2E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6" creationId="{04C4168F-8A1A-E8C0-52A7-BB733D618D5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7" creationId="{A0483936-CD08-8D22-CF44-A78CF55C5C3D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8" creationId="{CCF6ACE7-B408-EA87-3ADC-930A147C5DEF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09" creationId="{F2D0303A-ECC7-F418-B3D6-E704FDFC2CC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0" creationId="{F83E0808-F208-4951-A581-73EDB27A6D1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1" creationId="{DA1E5B29-2833-2A96-17A8-8A6DA231DA6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2" creationId="{D0489922-D1A7-FD20-995E-331BA6EC192B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3" creationId="{6FD9172A-1DF7-C5E9-E1C1-8D93937D376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4" creationId="{F1C63C38-DA57-6C66-844D-A0A7EDF7CE9E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5" creationId="{6A1D02E7-AFC2-7C95-693D-19F49830B462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6" creationId="{9C67419C-1245-93C0-79DE-E42C4162A431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7" creationId="{B33394C0-7F85-C709-7B0C-86BF33DA1E34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8" creationId="{6F25CD80-22A3-CF54-A87F-E419FF0AD28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19" creationId="{6F48C26D-8ECA-B9D9-1C57-CD7DE1A733B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20" creationId="{6AC9FAC4-2CDD-1043-A594-018DC1387390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21" creationId="{EBB835EF-F9E7-0576-ECA8-87F21E16C3D8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22" creationId="{2915853D-1F94-C231-D5D4-DB5C625FE686}"/>
          </ac:spMkLst>
        </pc:spChg>
        <pc:spChg chg="mod">
          <ac:chgData name="Ali Bu Hawraa" userId="c298b3438ccd2c24" providerId="LiveId" clId="{CEC14A6B-3A05-4564-BAB0-99E1D0B564EF}" dt="2024-08-12T19:46:27.012" v="2922"/>
          <ac:spMkLst>
            <pc:docMk/>
            <pc:sldMk cId="3023682883" sldId="298"/>
            <ac:spMk id="223" creationId="{9ECECCDB-4079-848B-D628-257D8D6A7DB1}"/>
          </ac:spMkLst>
        </pc:spChg>
        <pc:spChg chg="del ord">
          <ac:chgData name="Ali Bu Hawraa" userId="c298b3438ccd2c24" providerId="LiveId" clId="{CEC14A6B-3A05-4564-BAB0-99E1D0B564EF}" dt="2024-08-12T19:46:35.767" v="2964" actId="478"/>
          <ac:spMkLst>
            <pc:docMk/>
            <pc:sldMk cId="3023682883" sldId="298"/>
            <ac:spMk id="226" creationId="{ED050505-AAA8-0656-4892-DECE724F376F}"/>
          </ac:spMkLst>
        </pc:spChg>
        <pc:grpChg chg="add mod">
          <ac:chgData name="Ali Bu Hawraa" userId="c298b3438ccd2c24" providerId="LiveId" clId="{CEC14A6B-3A05-4564-BAB0-99E1D0B564EF}" dt="2024-08-12T19:46:27.012" v="2922"/>
          <ac:grpSpMkLst>
            <pc:docMk/>
            <pc:sldMk cId="3023682883" sldId="298"/>
            <ac:grpSpMk id="11" creationId="{0F1B9440-E75C-586C-424C-A08117570AA8}"/>
          </ac:grpSpMkLst>
        </pc:grpChg>
        <pc:grpChg chg="mod">
          <ac:chgData name="Ali Bu Hawraa" userId="c298b3438ccd2c24" providerId="LiveId" clId="{CEC14A6B-3A05-4564-BAB0-99E1D0B564EF}" dt="2024-08-04T14:25:01.329" v="217" actId="1035"/>
          <ac:grpSpMkLst>
            <pc:docMk/>
            <pc:sldMk cId="3023682883" sldId="298"/>
            <ac:grpSpMk id="14" creationId="{6CF16F2B-D94A-C1C9-DC88-9E7CB06B75E6}"/>
          </ac:grpSpMkLst>
        </pc:grpChg>
        <pc:grpChg chg="mod">
          <ac:chgData name="Ali Bu Hawraa" userId="c298b3438ccd2c24" providerId="LiveId" clId="{CEC14A6B-3A05-4564-BAB0-99E1D0B564EF}" dt="2024-08-04T14:25:01.329" v="217" actId="1035"/>
          <ac:grpSpMkLst>
            <pc:docMk/>
            <pc:sldMk cId="3023682883" sldId="298"/>
            <ac:grpSpMk id="17" creationId="{A0F782AC-F335-6401-A67F-3E1FF62172B3}"/>
          </ac:grpSpMkLst>
        </pc:grpChg>
        <pc:grpChg chg="add mod ord">
          <ac:chgData name="Ali Bu Hawraa" userId="c298b3438ccd2c24" providerId="LiveId" clId="{CEC14A6B-3A05-4564-BAB0-99E1D0B564EF}" dt="2024-08-12T19:46:28.338" v="2936"/>
          <ac:grpSpMkLst>
            <pc:docMk/>
            <pc:sldMk cId="3023682883" sldId="298"/>
            <ac:grpSpMk id="22" creationId="{7A6F2260-1F6D-22F3-C884-DCFB6DBB066A}"/>
          </ac:grpSpMkLst>
        </pc:grpChg>
        <pc:grpChg chg="add mod">
          <ac:chgData name="Ali Bu Hawraa" userId="c298b3438ccd2c24" providerId="LiveId" clId="{CEC14A6B-3A05-4564-BAB0-99E1D0B564EF}" dt="2024-08-04T14:24:53.282" v="212" actId="1076"/>
          <ac:grpSpMkLst>
            <pc:docMk/>
            <pc:sldMk cId="3023682883" sldId="298"/>
            <ac:grpSpMk id="29" creationId="{1DAB3141-6E5A-130F-04D5-840D16A19F8B}"/>
          </ac:grpSpMkLst>
        </pc:grpChg>
        <pc:grpChg chg="mod">
          <ac:chgData name="Ali Bu Hawraa" userId="c298b3438ccd2c24" providerId="LiveId" clId="{CEC14A6B-3A05-4564-BAB0-99E1D0B564EF}" dt="2024-08-04T14:25:01.329" v="217" actId="1035"/>
          <ac:grpSpMkLst>
            <pc:docMk/>
            <pc:sldMk cId="3023682883" sldId="298"/>
            <ac:grpSpMk id="30" creationId="{DE64F6A1-EFDA-517D-0A75-FE375B16E6FB}"/>
          </ac:grpSpMkLst>
        </pc:grpChg>
        <pc:grpChg chg="del">
          <ac:chgData name="Ali Bu Hawraa" userId="c298b3438ccd2c24" providerId="LiveId" clId="{CEC14A6B-3A05-4564-BAB0-99E1D0B564EF}" dt="2024-08-04T14:59:14.093" v="280" actId="478"/>
          <ac:grpSpMkLst>
            <pc:docMk/>
            <pc:sldMk cId="3023682883" sldId="298"/>
            <ac:grpSpMk id="33" creationId="{E0EFF90B-1196-C5DA-318B-04BFA249B95C}"/>
          </ac:grpSpMkLst>
        </pc:grpChg>
        <pc:grpChg chg="del">
          <ac:chgData name="Ali Bu Hawraa" userId="c298b3438ccd2c24" providerId="LiveId" clId="{CEC14A6B-3A05-4564-BAB0-99E1D0B564EF}" dt="2024-08-04T14:25:14.654" v="220" actId="165"/>
          <ac:grpSpMkLst>
            <pc:docMk/>
            <pc:sldMk cId="3023682883" sldId="298"/>
            <ac:grpSpMk id="43" creationId="{A3DAD84F-DFDD-2661-501F-0D4D10C73E0D}"/>
          </ac:grpSpMkLst>
        </pc:grpChg>
        <pc:grpChg chg="add mod">
          <ac:chgData name="Ali Bu Hawraa" userId="c298b3438ccd2c24" providerId="LiveId" clId="{CEC14A6B-3A05-4564-BAB0-99E1D0B564EF}" dt="2024-08-04T14:29:41.559" v="247" actId="1076"/>
          <ac:grpSpMkLst>
            <pc:docMk/>
            <pc:sldMk cId="3023682883" sldId="298"/>
            <ac:grpSpMk id="49" creationId="{0BDFD2B0-00D0-36C6-3E2A-833791604B0D}"/>
          </ac:grpSpMkLst>
        </pc:grpChg>
        <pc:grpChg chg="add mod">
          <ac:chgData name="Ali Bu Hawraa" userId="c298b3438ccd2c24" providerId="LiveId" clId="{CEC14A6B-3A05-4564-BAB0-99E1D0B564EF}" dt="2024-08-04T14:29:04.034" v="241" actId="1076"/>
          <ac:grpSpMkLst>
            <pc:docMk/>
            <pc:sldMk cId="3023682883" sldId="298"/>
            <ac:grpSpMk id="57" creationId="{75D3B567-CEE3-9D72-8968-88C9C7CE8A18}"/>
          </ac:grpSpMkLst>
        </pc:grpChg>
        <pc:grpChg chg="add del mod">
          <ac:chgData name="Ali Bu Hawraa" userId="c298b3438ccd2c24" providerId="LiveId" clId="{CEC14A6B-3A05-4564-BAB0-99E1D0B564EF}" dt="2024-08-04T14:59:10.858" v="279" actId="478"/>
          <ac:grpSpMkLst>
            <pc:docMk/>
            <pc:sldMk cId="3023682883" sldId="298"/>
            <ac:grpSpMk id="63" creationId="{C349A3A1-DC7F-E7D1-6122-9FFFCBB938B7}"/>
          </ac:grpSpMkLst>
        </pc:grpChg>
        <pc:grpChg chg="add mod">
          <ac:chgData name="Ali Bu Hawraa" userId="c298b3438ccd2c24" providerId="LiveId" clId="{CEC14A6B-3A05-4564-BAB0-99E1D0B564EF}" dt="2024-08-04T14:59:29.414" v="296" actId="1035"/>
          <ac:grpSpMkLst>
            <pc:docMk/>
            <pc:sldMk cId="3023682883" sldId="298"/>
            <ac:grpSpMk id="69" creationId="{49016A35-FC4F-F058-44B0-F135BCEB397E}"/>
          </ac:grpSpMkLst>
        </pc:grpChg>
        <pc:grpChg chg="add mod">
          <ac:chgData name="Ali Bu Hawraa" userId="c298b3438ccd2c24" providerId="LiveId" clId="{CEC14A6B-3A05-4564-BAB0-99E1D0B564EF}" dt="2024-08-04T14:59:29.414" v="296" actId="1035"/>
          <ac:grpSpMkLst>
            <pc:docMk/>
            <pc:sldMk cId="3023682883" sldId="298"/>
            <ac:grpSpMk id="72" creationId="{C3508D31-9F01-BEFE-007F-86894DEA6E6B}"/>
          </ac:grpSpMkLst>
        </pc:grpChg>
        <pc:grpChg chg="mod ord">
          <ac:chgData name="Ali Bu Hawraa" userId="c298b3438ccd2c24" providerId="LiveId" clId="{CEC14A6B-3A05-4564-BAB0-99E1D0B564EF}" dt="2024-08-12T19:46:27.012" v="2922"/>
          <ac:grpSpMkLst>
            <pc:docMk/>
            <pc:sldMk cId="3023682883" sldId="298"/>
            <ac:grpSpMk id="224" creationId="{05B6F4AE-5879-D630-587F-BD481817D00F}"/>
          </ac:grpSpMkLst>
        </pc:grpChg>
        <pc:grpChg chg="mod ord">
          <ac:chgData name="Ali Bu Hawraa" userId="c298b3438ccd2c24" providerId="LiveId" clId="{CEC14A6B-3A05-4564-BAB0-99E1D0B564EF}" dt="2024-08-12T19:46:27.012" v="2922"/>
          <ac:grpSpMkLst>
            <pc:docMk/>
            <pc:sldMk cId="3023682883" sldId="298"/>
            <ac:grpSpMk id="225" creationId="{45A4A0F3-51DA-763D-801C-4B4313AD0FA1}"/>
          </ac:grpSpMkLst>
        </pc:grpChg>
        <pc:grpChg chg="ord">
          <ac:chgData name="Ali Bu Hawraa" userId="c298b3438ccd2c24" providerId="LiveId" clId="{CEC14A6B-3A05-4564-BAB0-99E1D0B564EF}" dt="2024-08-12T19:46:35.767" v="2963"/>
          <ac:grpSpMkLst>
            <pc:docMk/>
            <pc:sldMk cId="3023682883" sldId="298"/>
            <ac:grpSpMk id="229" creationId="{4F1EE62B-BCAB-C516-C548-F88C2BAB70B1}"/>
          </ac:grpSpMkLst>
        </pc:grpChg>
        <pc:graphicFrameChg chg="mod">
          <ac:chgData name="Ali Bu Hawraa" userId="c298b3438ccd2c24" providerId="LiveId" clId="{CEC14A6B-3A05-4564-BAB0-99E1D0B564EF}" dt="2024-08-04T14:25:01.329" v="217" actId="1035"/>
          <ac:graphicFrameMkLst>
            <pc:docMk/>
            <pc:sldMk cId="3023682883" sldId="298"/>
            <ac:graphicFrameMk id="12" creationId="{84A33072-5446-57D7-940B-697F5778B77F}"/>
          </ac:graphicFrameMkLst>
        </pc:graphicFrameChg>
        <pc:graphicFrameChg chg="mod">
          <ac:chgData name="Ali Bu Hawraa" userId="c298b3438ccd2c24" providerId="LiveId" clId="{CEC14A6B-3A05-4564-BAB0-99E1D0B564EF}" dt="2024-08-04T14:59:02.895" v="278" actId="1076"/>
          <ac:graphicFrameMkLst>
            <pc:docMk/>
            <pc:sldMk cId="3023682883" sldId="298"/>
            <ac:graphicFrameMk id="37" creationId="{0DE29D52-DCF5-A760-EDFC-68017936B2FC}"/>
          </ac:graphicFrameMkLst>
        </pc:graphicFrameChg>
        <pc:picChg chg="del mod">
          <ac:chgData name="Ali Bu Hawraa" userId="c298b3438ccd2c24" providerId="LiveId" clId="{CEC14A6B-3A05-4564-BAB0-99E1D0B564EF}" dt="2024-08-04T14:19:31.249" v="121" actId="478"/>
          <ac:picMkLst>
            <pc:docMk/>
            <pc:sldMk cId="3023682883" sldId="298"/>
            <ac:picMk id="9" creationId="{D13DFDDC-23C7-DCA3-6139-7A7E304A2A98}"/>
          </ac:picMkLst>
        </pc:picChg>
        <pc:picChg chg="add mod">
          <ac:chgData name="Ali Bu Hawraa" userId="c298b3438ccd2c24" providerId="LiveId" clId="{CEC14A6B-3A05-4564-BAB0-99E1D0B564EF}" dt="2024-08-12T19:46:28.338" v="2936"/>
          <ac:picMkLst>
            <pc:docMk/>
            <pc:sldMk cId="3023682883" sldId="298"/>
            <ac:picMk id="9" creationId="{D997A080-9DD8-6A06-B42E-0DBABDEAFAC1}"/>
          </ac:picMkLst>
        </pc:picChg>
        <pc:picChg chg="add del mod ord">
          <ac:chgData name="Ali Bu Hawraa" userId="c298b3438ccd2c24" providerId="LiveId" clId="{CEC14A6B-3A05-4564-BAB0-99E1D0B564EF}" dt="2024-08-12T19:46:35.762" v="2958" actId="478"/>
          <ac:picMkLst>
            <pc:docMk/>
            <pc:sldMk cId="3023682883" sldId="298"/>
            <ac:picMk id="20" creationId="{34FD5EB3-421D-0A4A-7A81-6C7615D1E4DA}"/>
          </ac:picMkLst>
        </pc:picChg>
        <pc:picChg chg="mod ord">
          <ac:chgData name="Ali Bu Hawraa" userId="c298b3438ccd2c24" providerId="LiveId" clId="{CEC14A6B-3A05-4564-BAB0-99E1D0B564EF}" dt="2024-08-12T19:46:35.768" v="2966" actId="962"/>
          <ac:picMkLst>
            <pc:docMk/>
            <pc:sldMk cId="3023682883" sldId="298"/>
            <ac:picMk id="228" creationId="{47E1A06A-482B-B693-592E-35D1695D671B}"/>
          </ac:picMkLst>
        </pc:picChg>
        <pc:cxnChg chg="mod">
          <ac:chgData name="Ali Bu Hawraa" userId="c298b3438ccd2c24" providerId="LiveId" clId="{CEC14A6B-3A05-4564-BAB0-99E1D0B564EF}" dt="2024-08-04T14:24:20.391" v="207" actId="6549"/>
          <ac:cxnSpMkLst>
            <pc:docMk/>
            <pc:sldMk cId="3023682883" sldId="298"/>
            <ac:cxnSpMk id="36" creationId="{0204A7FF-1946-AA30-CBDD-23D47713310C}"/>
          </ac:cxnSpMkLst>
        </pc:cxnChg>
        <pc:cxnChg chg="del mod topLvl">
          <ac:chgData name="Ali Bu Hawraa" userId="c298b3438ccd2c24" providerId="LiveId" clId="{CEC14A6B-3A05-4564-BAB0-99E1D0B564EF}" dt="2024-08-04T14:26:15.919" v="228" actId="478"/>
          <ac:cxnSpMkLst>
            <pc:docMk/>
            <pc:sldMk cId="3023682883" sldId="298"/>
            <ac:cxnSpMk id="44" creationId="{721BE818-A2CA-215E-7063-24D6DBDBDAD0}"/>
          </ac:cxnSpMkLst>
        </pc:cxnChg>
        <pc:cxnChg chg="mod">
          <ac:chgData name="Ali Bu Hawraa" userId="c298b3438ccd2c24" providerId="LiveId" clId="{CEC14A6B-3A05-4564-BAB0-99E1D0B564EF}" dt="2024-08-04T14:29:47.245" v="248" actId="14100"/>
          <ac:cxnSpMkLst>
            <pc:docMk/>
            <pc:sldMk cId="3023682883" sldId="298"/>
            <ac:cxnSpMk id="50" creationId="{6E2F0C2C-6D65-0F6F-06BC-D02C3A0F8A0C}"/>
          </ac:cxnSpMkLst>
        </pc:cxnChg>
        <pc:cxnChg chg="mod">
          <ac:chgData name="Ali Bu Hawraa" userId="c298b3438ccd2c24" providerId="LiveId" clId="{CEC14A6B-3A05-4564-BAB0-99E1D0B564EF}" dt="2024-08-04T14:29:30.160" v="246" actId="14100"/>
          <ac:cxnSpMkLst>
            <pc:docMk/>
            <pc:sldMk cId="3023682883" sldId="298"/>
            <ac:cxnSpMk id="58" creationId="{2C0604A2-F76B-1400-3DD5-A15CA52522E5}"/>
          </ac:cxnSpMkLst>
        </pc:cxnChg>
        <pc:cxnChg chg="mod">
          <ac:chgData name="Ali Bu Hawraa" userId="c298b3438ccd2c24" providerId="LiveId" clId="{CEC14A6B-3A05-4564-BAB0-99E1D0B564EF}" dt="2024-08-04T14:59:10.858" v="279" actId="478"/>
          <ac:cxnSpMkLst>
            <pc:docMk/>
            <pc:sldMk cId="3023682883" sldId="298"/>
            <ac:cxnSpMk id="64" creationId="{BBA35A0A-0FDF-AA0C-C404-E97CCBEA87C3}"/>
          </ac:cxnSpMkLst>
        </pc:cxnChg>
        <pc:cxnChg chg="mod">
          <ac:chgData name="Ali Bu Hawraa" userId="c298b3438ccd2c24" providerId="LiveId" clId="{CEC14A6B-3A05-4564-BAB0-99E1D0B564EF}" dt="2024-08-04T14:59:18.811" v="281"/>
          <ac:cxnSpMkLst>
            <pc:docMk/>
            <pc:sldMk cId="3023682883" sldId="298"/>
            <ac:cxnSpMk id="70" creationId="{D5F2183C-2DC0-3779-2B17-3016D7325E5A}"/>
          </ac:cxnSpMkLst>
        </pc:cxnChg>
        <pc:cxnChg chg="mod">
          <ac:chgData name="Ali Bu Hawraa" userId="c298b3438ccd2c24" providerId="LiveId" clId="{CEC14A6B-3A05-4564-BAB0-99E1D0B564EF}" dt="2024-08-04T15:00:00.004" v="307" actId="14100"/>
          <ac:cxnSpMkLst>
            <pc:docMk/>
            <pc:sldMk cId="3023682883" sldId="298"/>
            <ac:cxnSpMk id="73" creationId="{B43760C6-2287-431F-E9A6-6EBFA848B059}"/>
          </ac:cxnSpMkLst>
        </pc:cxnChg>
      </pc:sldChg>
      <pc:sldChg chg="addSp delSp modSp mod modAnim">
        <pc:chgData name="Ali Bu Hawraa" userId="c298b3438ccd2c24" providerId="LiveId" clId="{CEC14A6B-3A05-4564-BAB0-99E1D0B564EF}" dt="2024-08-12T19:47:00.551" v="3215" actId="962"/>
        <pc:sldMkLst>
          <pc:docMk/>
          <pc:sldMk cId="1479317117" sldId="299"/>
        </pc:sldMkLst>
        <pc:spChg chg="mod">
          <ac:chgData name="Ali Bu Hawraa" userId="c298b3438ccd2c24" providerId="LiveId" clId="{CEC14A6B-3A05-4564-BAB0-99E1D0B564EF}" dt="2024-08-12T19:46:52.688" v="3152"/>
          <ac:spMkLst>
            <pc:docMk/>
            <pc:sldMk cId="1479317117" sldId="299"/>
            <ac:spMk id="8" creationId="{E1410A5D-655D-103F-C844-6EFF151904B6}"/>
          </ac:spMkLst>
        </pc:spChg>
        <pc:spChg chg="mod">
          <ac:chgData name="Ali Bu Hawraa" userId="c298b3438ccd2c24" providerId="LiveId" clId="{CEC14A6B-3A05-4564-BAB0-99E1D0B564EF}" dt="2024-08-05T08:04:24.467" v="314" actId="6549"/>
          <ac:spMkLst>
            <pc:docMk/>
            <pc:sldMk cId="1479317117" sldId="299"/>
            <ac:spMk id="10" creationId="{0CB33DBD-F778-5902-7614-C1734F4F6B4A}"/>
          </ac:spMkLst>
        </pc:spChg>
        <pc:spChg chg="del ord">
          <ac:chgData name="Ali Bu Hawraa" userId="c298b3438ccd2c24" providerId="LiveId" clId="{CEC14A6B-3A05-4564-BAB0-99E1D0B564EF}" dt="2024-08-12T19:46:45.452" v="3027" actId="478"/>
          <ac:spMkLst>
            <pc:docMk/>
            <pc:sldMk cId="1479317117" sldId="299"/>
            <ac:spMk id="17" creationId="{D7C67FA1-D40F-A603-2816-B551862B9197}"/>
          </ac:spMkLst>
        </pc:spChg>
        <pc:spChg chg="add del mod ord">
          <ac:chgData name="Ali Bu Hawraa" userId="c298b3438ccd2c24" providerId="LiveId" clId="{CEC14A6B-3A05-4564-BAB0-99E1D0B564EF}" dt="2024-08-12T19:46:52.688" v="3152"/>
          <ac:spMkLst>
            <pc:docMk/>
            <pc:sldMk cId="1479317117" sldId="299"/>
            <ac:spMk id="21" creationId="{79B77F53-CD38-C262-377E-6BFC0A0D9F4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" creationId="{42237933-BFE2-DD02-C944-80166114253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9" creationId="{DB62F130-87DE-F22F-529F-F9E76739AAE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" creationId="{E98F790C-C39C-F6CD-187B-434394C3DB6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1" creationId="{5AB166C6-95C8-4848-1FFB-24E9127763D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2" creationId="{EB03D55B-EFDE-4C5F-873D-2A1619DABDE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3" creationId="{4B774F05-32E2-EDE5-26C6-F6D1B1B2278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4" creationId="{BC6266E9-4AA0-1EC9-1753-CA1A81DB01A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5" creationId="{B5DC41BC-F537-F8A9-CD09-C1D81D0B16C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6" creationId="{9869160C-D26D-6233-474D-44A526A1FEC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7" creationId="{18345660-1660-4E07-2C57-D7F77336CA1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8" creationId="{1856C7C8-10E6-3725-424F-C4A978EAB05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9" creationId="{666CC2B9-557A-7840-5A0F-10026634BDE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0" creationId="{64DFD37A-95E0-30CA-2929-ABC569B15B4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1" creationId="{2634859F-99F1-6FF0-567F-6B9C8B27521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2" creationId="{CE233F6D-7087-6512-2B86-50EF12D60C4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3" creationId="{C0ECAED8-D093-5BBE-1969-4E5E46BF574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4" creationId="{1D5E2717-6CC6-B272-1F3B-78E6F1D38E9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5" creationId="{E1F20F42-CF85-3106-DAD3-9B951F67F7C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6" creationId="{989928A0-00EE-DF6A-AE1F-CE67AC8AE67D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7" creationId="{9AEB7DF3-4BA1-D633-2F69-7E5DFCCF412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8" creationId="{759826EE-E671-884F-5F07-967091FEEC1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49" creationId="{85612DE9-5813-E0BD-3A62-3F364B1914B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0" creationId="{6C79C62B-C1F0-1D32-1EEE-09D3B0F3D9B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1" creationId="{05B0B532-D88E-F49B-6753-F5E0F1AC062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2" creationId="{4E1117B7-8B4B-D31C-8A54-9765BDDC5CF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3" creationId="{6D58B322-7D98-61C9-97B3-3342FBFF500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4" creationId="{E5C12690-FCFA-4A9F-F1E8-91FEB6F5355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5" creationId="{CD6C33DB-ABE9-6049-9D8A-1B1787E06FC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6" creationId="{047D29DE-274C-4E57-6576-054AD69F04B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57" creationId="{8ED1F394-6E1C-D726-55EC-7F76278E9EF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1" creationId="{449015A5-720A-75DD-40A9-B33E276D26F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2" creationId="{E31E02D3-4219-64CC-AF22-E58606F161A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3" creationId="{0DFA92F5-6E71-2CE2-380D-0A62E4BDFA7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4" creationId="{920B9E2A-48B7-1CCA-C8D3-C9785B94140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5" creationId="{C9BAD9F9-7C45-11A9-9457-30A657F0DF6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6" creationId="{CF8F51A8-BCED-C803-CF58-85C217E79BD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7" creationId="{5DCF5FD3-6E53-975C-18A9-058C8CED890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8" creationId="{1F3A68E8-A566-1984-91A1-6E847E60100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69" creationId="{238F53FA-6533-1D2B-475F-20BCC15164D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0" creationId="{400BF6CB-B868-F113-047D-1F83715B5C4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1" creationId="{29C2B1F6-0A9E-73CD-8FEC-956BB0A4278D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2" creationId="{025760EF-82C1-03F2-BE1A-2EEB515DCBE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3" creationId="{DFA9CB47-7D46-9842-87F5-715430DDDFE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4" creationId="{2EF6B8CC-1E33-58E8-6D18-69DF1451A33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5" creationId="{2C20937C-3748-9963-4C48-AC8F55A30EE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6" creationId="{98654862-48AB-CD6A-976F-0A2B308C953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7" creationId="{D2E359AC-1BE3-AFE5-2360-016423EF9E9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8" creationId="{E7EFFC95-AB99-9E07-7834-9D4495A288B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79" creationId="{65FFECAC-2403-A121-7025-B3E44E3F166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0" creationId="{890DAC00-4E16-63C4-AFC1-3E5BF93853D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1" creationId="{F9828AF2-0BD5-9F1B-5F55-B6CB5EBAE85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2" creationId="{DDBD8A38-85EF-5FAB-6C28-D390C9C72B4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3" creationId="{ADF3289B-E4DF-8A13-D934-4CAED6DEB55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4" creationId="{78265AA4-6043-9C17-C57F-5CCCA006078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5" creationId="{5BBB89C8-6D65-B609-5339-933553BEA14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6" creationId="{01B76620-A864-5F17-517B-416FFCC3004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7" creationId="{CB669114-8084-FE5C-D483-C9F75023FAE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8" creationId="{EB9742DE-1A32-3DB0-49E2-87550EF44AA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89" creationId="{01C5F475-5959-D3C4-883C-D25593E3B0D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0" creationId="{2FE23436-8918-B1D5-5411-6D1637565B1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1" creationId="{1AF12FC0-4363-8A05-D562-C94F2CE4784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2" creationId="{AD1E4129-C10B-B853-A2A0-67932BFAFF3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3" creationId="{D69083E4-F542-CCAD-E7DB-1E3180E3CD5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4" creationId="{84DCBE1B-1C39-9546-13B3-DAEE5CCE992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5" creationId="{9B79E5DB-3FD9-D66B-59C9-78011FD39B9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6" creationId="{1754E312-1328-ACDD-2416-D8CC06D4BC5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7" creationId="{316FA343-6E43-8BEC-E672-3C3BE863A9F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8" creationId="{9AE6DF04-A598-5940-5D00-8DC09B91231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99" creationId="{2BC7E033-595B-8C8C-3D4A-D0BC6F3BDE4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0" creationId="{F2BD1F2E-81F9-2278-50DF-1E35CCE6768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1" creationId="{3E0B6985-AC5C-54C3-F3B4-742B110EC77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2" creationId="{65E3F3D7-F532-E5AE-B065-9038FE41BA0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3" creationId="{370DB1BC-4257-65D3-2C6F-5E98144FD37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4" creationId="{4D21E984-B85B-1FC5-3C5D-4BEBC9AE4BB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5" creationId="{0D33A1E9-BF10-796F-4D72-B96A8713262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6" creationId="{5AB2F51D-77D5-C2BC-72CC-DA5F739FF5E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7" creationId="{1515C2FF-9404-F050-C2CC-F71539F94BA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8" creationId="{4ABB7A43-5F91-EE82-9EF8-39BA5A5C6E6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09" creationId="{EB314C2E-517E-781C-7FF9-E5F35666173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0" creationId="{9BD7E740-96F2-9AE2-1064-9FAF98A0B0E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1" creationId="{0EFF6AF9-03C2-4CE9-D885-3BFBBC76570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2" creationId="{5F17F62A-19CD-F424-2A85-94A0122F5E3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3" creationId="{81B8794C-8BCB-700B-0CD3-093FC2FE262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4" creationId="{7E3A20C7-A045-73D7-BD60-F8F3CF582C2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5" creationId="{2FC052C5-D79D-7842-300A-5D52CC7D948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6" creationId="{129A3DE6-5347-9B65-8D7C-29C18C79938D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7" creationId="{6E867F52-3EE9-6DC4-CBDA-30EA9ED2150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8" creationId="{61B47A31-AD23-684A-E91A-F8D75223460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19" creationId="{D583CB7B-FF6B-62F8-99F1-1713A8EBAED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1" creationId="{63FA21E4-BBCA-DDD5-0255-5DDBD1013E44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2" creationId="{D61028CC-47DF-0E32-81E7-71F76ED94AFD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3" creationId="{440EC446-1769-44B1-D67A-A2D95FD3CCF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4" creationId="{A4B3620E-EFB1-7D68-0CDD-2740D13AB8D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5" creationId="{4CAC8BEF-7B43-68E1-FFC4-342B1F5A3D1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6" creationId="{2330C046-8745-DB64-28F5-4C0D4253CDB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127" creationId="{03FAB9A1-96E7-BDCF-FC63-25C9B7D7701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56" creationId="{FE4FC9C2-CD18-BB41-8A90-8CAB492C4A0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57" creationId="{62FB5988-3E6B-6B60-1DF4-71782B057EAD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58" creationId="{1397A288-1DC3-725B-4241-92DB99A85E5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59" creationId="{B312C542-6B40-21C1-9B0B-45E84096686A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0" creationId="{4248880C-983F-4003-2EB9-372BA223815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1" creationId="{16BBF8D9-A1B7-E8EE-084B-15C972DF4AF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2" creationId="{BFB73213-D22E-56A9-3807-6E19091D658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3" creationId="{F6CAE231-2205-93C7-67A2-1409BBDAF90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4" creationId="{1CA71787-DF60-3BF5-5F79-EE133EA0F260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5" creationId="{19DB9D5B-5E71-2CA4-82B0-B2545DDD960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6" creationId="{534055E6-8BD2-3D99-F511-7F44DA216FE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7" creationId="{2BFAD6EE-1F91-C299-C9F5-4FF993CC300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8" creationId="{591E65BE-DB4B-B676-A20D-952C1F4E76F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69" creationId="{B4769919-AA8B-B337-9D7B-218E2D6B521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0" creationId="{A7E01FD6-A4FC-A484-6227-FEBD371753E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1" creationId="{F3EC3DEB-34D1-5FD1-805F-B27A40FB97A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2" creationId="{A95F5010-DE54-D6AA-A7E6-F1FE7495738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3" creationId="{DAFC7F8F-7FED-C915-041F-56A5A59394D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4" creationId="{924927C9-F55B-F36A-7923-C2823176BA1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5" creationId="{B2059D9D-98AB-5BA6-73CA-DF9A4667E129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6" creationId="{DCCDE7EF-6300-3B49-D172-C6E21243027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7" creationId="{BF37B079-AC38-F6DD-B773-9359A85EEC0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8" creationId="{5AB4DCBD-6459-9CF1-8BFB-844C26ED9FF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79" creationId="{5BFA8E34-96A9-0AC7-09AE-4781E3B9F2E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0" creationId="{0D32339E-6D7F-67E0-4A2C-7923974AC6B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1" creationId="{416594C4-9B1E-4D29-F32F-401789B298C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2" creationId="{9D343E47-91F2-C273-B445-404B60CDA30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3" creationId="{E4CEF432-2E01-594A-9879-469852901BE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4" creationId="{C902A6E2-AB1A-9BCA-EB7E-734512D5513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5" creationId="{5E6DEE5F-B913-6B34-7734-D2B56328A95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6" creationId="{BFE50C91-45D2-037E-185E-BFFD607F6B2B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7" creationId="{34EA25B6-E896-AD45-9CC8-7A6E0D2933B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88" creationId="{FB9B2BE6-3BA4-EC37-B6E4-CF97E821C9F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98" creationId="{FB7D18B3-8E40-2C0E-4013-92821CF8605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299" creationId="{886260F9-B93D-6187-0C59-44544346C61C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0" creationId="{E03A903B-3B56-2130-DF71-0512589B06F2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1" creationId="{1E9CEC2F-FEDA-5BC5-150C-22E93643BA17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2" creationId="{8D6CC456-F28B-E5EB-E813-872F6FAFDE16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3" creationId="{5604F8D5-04AB-A958-B2C3-65CD540EAFB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4" creationId="{D4275700-8389-3D3D-7069-8B635EE5DC3E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5" creationId="{A5AABCF1-E7C1-027B-393D-BF1473AFEE0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06" creationId="{8503358D-EF50-1BD2-F713-377850A02211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10" creationId="{179F4C9E-F7E6-A8F1-91FB-618D3B597F63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11" creationId="{D7269F03-49C4-224A-D3C6-09A5BA03345F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12" creationId="{B03107C1-6199-5EED-541F-9DD57FD4F915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13" creationId="{AA083FB4-C057-2E21-BFEB-626975334408}"/>
          </ac:spMkLst>
        </pc:spChg>
        <pc:spChg chg="mod">
          <ac:chgData name="Ali Bu Hawraa" userId="c298b3438ccd2c24" providerId="LiveId" clId="{CEC14A6B-3A05-4564-BAB0-99E1D0B564EF}" dt="2024-08-12T19:46:51.480" v="3127"/>
          <ac:spMkLst>
            <pc:docMk/>
            <pc:sldMk cId="1479317117" sldId="299"/>
            <ac:spMk id="323" creationId="{507308A5-0B5A-3436-837C-2976420112CE}"/>
          </ac:spMkLst>
        </pc:spChg>
        <pc:spChg chg="del ord">
          <ac:chgData name="Ali Bu Hawraa" userId="c298b3438ccd2c24" providerId="LiveId" clId="{CEC14A6B-3A05-4564-BAB0-99E1D0B564EF}" dt="2024-08-12T19:47:00.551" v="3213" actId="478"/>
          <ac:spMkLst>
            <pc:docMk/>
            <pc:sldMk cId="1479317117" sldId="299"/>
            <ac:spMk id="326" creationId="{3DB7F7C1-0270-4613-993F-F7771E09CAAB}"/>
          </ac:spMkLst>
        </pc:spChg>
        <pc:grpChg chg="add mod">
          <ac:chgData name="Ali Bu Hawraa" userId="c298b3438ccd2c24" providerId="LiveId" clId="{CEC14A6B-3A05-4564-BAB0-99E1D0B564EF}" dt="2024-08-05T08:03:58.928" v="309" actId="1076"/>
          <ac:grpSpMkLst>
            <pc:docMk/>
            <pc:sldMk cId="1479317117" sldId="299"/>
            <ac:grpSpMk id="7" creationId="{7C3C4222-D8FF-76EE-020A-AFCCE07C2938}"/>
          </ac:grpSpMkLst>
        </pc:grpChg>
        <pc:grpChg chg="add mod ord">
          <ac:chgData name="Ali Bu Hawraa" userId="c298b3438ccd2c24" providerId="LiveId" clId="{CEC14A6B-3A05-4564-BAB0-99E1D0B564EF}" dt="2024-08-12T19:46:52.688" v="3152"/>
          <ac:grpSpMkLst>
            <pc:docMk/>
            <pc:sldMk cId="1479317117" sldId="299"/>
            <ac:grpSpMk id="20" creationId="{42BFB574-BE94-0AAF-BC6D-2274D1126F23}"/>
          </ac:grpSpMkLst>
        </pc:grpChg>
        <pc:grpChg chg="add mod">
          <ac:chgData name="Ali Bu Hawraa" userId="c298b3438ccd2c24" providerId="LiveId" clId="{CEC14A6B-3A05-4564-BAB0-99E1D0B564EF}" dt="2024-08-12T19:46:51.480" v="3127"/>
          <ac:grpSpMkLst>
            <pc:docMk/>
            <pc:sldMk cId="1479317117" sldId="299"/>
            <ac:grpSpMk id="25" creationId="{764C4DEA-2A65-231C-4986-776827C00F61}"/>
          </ac:grpSpMkLst>
        </pc:grpChg>
        <pc:grpChg chg="mod">
          <ac:chgData name="Ali Bu Hawraa" userId="c298b3438ccd2c24" providerId="LiveId" clId="{CEC14A6B-3A05-4564-BAB0-99E1D0B564EF}" dt="2024-08-05T08:05:33.205" v="330" actId="1035"/>
          <ac:grpSpMkLst>
            <pc:docMk/>
            <pc:sldMk cId="1479317117" sldId="299"/>
            <ac:grpSpMk id="27" creationId="{068D9043-B648-3627-401C-EF84DE837718}"/>
          </ac:grpSpMkLst>
        </pc:grpChg>
        <pc:grpChg chg="mod ord">
          <ac:chgData name="Ali Bu Hawraa" userId="c298b3438ccd2c24" providerId="LiveId" clId="{CEC14A6B-3A05-4564-BAB0-99E1D0B564EF}" dt="2024-08-12T19:46:51.480" v="3127"/>
          <ac:grpSpMkLst>
            <pc:docMk/>
            <pc:sldMk cId="1479317117" sldId="299"/>
            <ac:grpSpMk id="324" creationId="{13131EA6-86E6-8859-ABFB-7698327C73E5}"/>
          </ac:grpSpMkLst>
        </pc:grpChg>
        <pc:grpChg chg="mod ord">
          <ac:chgData name="Ali Bu Hawraa" userId="c298b3438ccd2c24" providerId="LiveId" clId="{CEC14A6B-3A05-4564-BAB0-99E1D0B564EF}" dt="2024-08-12T19:46:51.480" v="3127"/>
          <ac:grpSpMkLst>
            <pc:docMk/>
            <pc:sldMk cId="1479317117" sldId="299"/>
            <ac:grpSpMk id="325" creationId="{7142BD73-34D4-7759-7737-995640495B4A}"/>
          </ac:grpSpMkLst>
        </pc:grpChg>
        <pc:grpChg chg="ord">
          <ac:chgData name="Ali Bu Hawraa" userId="c298b3438ccd2c24" providerId="LiveId" clId="{CEC14A6B-3A05-4564-BAB0-99E1D0B564EF}" dt="2024-08-12T19:47:00.550" v="3212"/>
          <ac:grpSpMkLst>
            <pc:docMk/>
            <pc:sldMk cId="1479317117" sldId="299"/>
            <ac:grpSpMk id="329" creationId="{186D3C0E-D450-82E2-12DC-61E75FD94859}"/>
          </ac:grpSpMkLst>
        </pc:grpChg>
        <pc:picChg chg="add del mod ord">
          <ac:chgData name="Ali Bu Hawraa" userId="c298b3438ccd2c24" providerId="LiveId" clId="{CEC14A6B-3A05-4564-BAB0-99E1D0B564EF}" dt="2024-08-12T19:47:00.541" v="3196" actId="478"/>
          <ac:picMkLst>
            <pc:docMk/>
            <pc:sldMk cId="1479317117" sldId="299"/>
            <ac:picMk id="19" creationId="{5D780351-0F84-2E46-458A-0E0CB9F2E4E0}"/>
          </ac:picMkLst>
        </pc:picChg>
        <pc:picChg chg="add del mod">
          <ac:chgData name="Ali Bu Hawraa" userId="c298b3438ccd2c24" providerId="LiveId" clId="{CEC14A6B-3A05-4564-BAB0-99E1D0B564EF}" dt="2024-08-05T08:06:11.611" v="338" actId="22"/>
          <ac:picMkLst>
            <pc:docMk/>
            <pc:sldMk cId="1479317117" sldId="299"/>
            <ac:picMk id="20" creationId="{0B77CB06-664F-326B-774B-51A17FF4BBD3}"/>
          </ac:picMkLst>
        </pc:picChg>
        <pc:picChg chg="add mod">
          <ac:chgData name="Ali Bu Hawraa" userId="c298b3438ccd2c24" providerId="LiveId" clId="{CEC14A6B-3A05-4564-BAB0-99E1D0B564EF}" dt="2024-08-05T08:06:24.524" v="344" actId="1076"/>
          <ac:picMkLst>
            <pc:docMk/>
            <pc:sldMk cId="1479317117" sldId="299"/>
            <ac:picMk id="22" creationId="{8DC3FD59-F454-3373-A8D9-1A748DA44AB1}"/>
          </ac:picMkLst>
        </pc:picChg>
        <pc:picChg chg="add mod">
          <ac:chgData name="Ali Bu Hawraa" userId="c298b3438ccd2c24" providerId="LiveId" clId="{CEC14A6B-3A05-4564-BAB0-99E1D0B564EF}" dt="2024-08-12T19:46:52.688" v="3152"/>
          <ac:picMkLst>
            <pc:docMk/>
            <pc:sldMk cId="1479317117" sldId="299"/>
            <ac:picMk id="24" creationId="{BFCABBA8-C126-9EC9-7A8A-52C68CBE08B9}"/>
          </ac:picMkLst>
        </pc:picChg>
        <pc:picChg chg="add del">
          <ac:chgData name="Ali Bu Hawraa" userId="c298b3438ccd2c24" providerId="LiveId" clId="{CEC14A6B-3A05-4564-BAB0-99E1D0B564EF}" dt="2024-08-05T08:06:16.860" v="341" actId="478"/>
          <ac:picMkLst>
            <pc:docMk/>
            <pc:sldMk cId="1479317117" sldId="299"/>
            <ac:picMk id="24" creationId="{D1E6BFBD-D62D-3C54-35DA-11499717F052}"/>
          </ac:picMkLst>
        </pc:picChg>
        <pc:picChg chg="del mod">
          <ac:chgData name="Ali Bu Hawraa" userId="c298b3438ccd2c24" providerId="LiveId" clId="{CEC14A6B-3A05-4564-BAB0-99E1D0B564EF}" dt="2024-08-12T19:46:45.444" v="3010" actId="478"/>
          <ac:picMkLst>
            <pc:docMk/>
            <pc:sldMk cId="1479317117" sldId="299"/>
            <ac:picMk id="26" creationId="{E8B8655F-6743-B819-1241-96A5391697C0}"/>
          </ac:picMkLst>
        </pc:picChg>
        <pc:picChg chg="mod ord">
          <ac:chgData name="Ali Bu Hawraa" userId="c298b3438ccd2c24" providerId="LiveId" clId="{CEC14A6B-3A05-4564-BAB0-99E1D0B564EF}" dt="2024-08-12T19:47:00.551" v="3215" actId="962"/>
          <ac:picMkLst>
            <pc:docMk/>
            <pc:sldMk cId="1479317117" sldId="299"/>
            <ac:picMk id="328" creationId="{96C29CD8-1F11-7083-771E-6C9AEE5F13AA}"/>
          </ac:picMkLst>
        </pc:picChg>
        <pc:cxnChg chg="mod">
          <ac:chgData name="Ali Bu Hawraa" userId="c298b3438ccd2c24" providerId="LiveId" clId="{CEC14A6B-3A05-4564-BAB0-99E1D0B564EF}" dt="2024-08-05T08:04:21.191" v="312" actId="14100"/>
          <ac:cxnSpMkLst>
            <pc:docMk/>
            <pc:sldMk cId="1479317117" sldId="299"/>
            <ac:cxnSpMk id="9" creationId="{6F95917D-D487-7F58-7276-E08E2C4FC89B}"/>
          </ac:cxnSpMkLst>
        </pc:cxnChg>
      </pc:sldChg>
      <pc:sldChg chg="modSp mod modAnim">
        <pc:chgData name="Ali Bu Hawraa" userId="c298b3438ccd2c24" providerId="LiveId" clId="{CEC14A6B-3A05-4564-BAB0-99E1D0B564EF}" dt="2024-08-13T07:39:23.758" v="3217"/>
        <pc:sldMkLst>
          <pc:docMk/>
          <pc:sldMk cId="1725106109" sldId="302"/>
        </pc:sldMkLst>
        <pc:spChg chg="mod">
          <ac:chgData name="Ali Bu Hawraa" userId="c298b3438ccd2c24" providerId="LiveId" clId="{CEC14A6B-3A05-4564-BAB0-99E1D0B564EF}" dt="2024-08-13T07:39:23.758" v="3217"/>
          <ac:spMkLst>
            <pc:docMk/>
            <pc:sldMk cId="1725106109" sldId="302"/>
            <ac:spMk id="3" creationId="{88DE2CE0-4C4C-E187-E35A-16A3B9F1C2EC}"/>
          </ac:spMkLst>
        </pc:spChg>
      </pc:sldChg>
      <pc:sldChg chg="addSp delSp modSp mod modAnim">
        <pc:chgData name="Ali Bu Hawraa" userId="c298b3438ccd2c24" providerId="LiveId" clId="{CEC14A6B-3A05-4564-BAB0-99E1D0B564EF}" dt="2024-09-09T15:53:53.230" v="4840" actId="14100"/>
        <pc:sldMkLst>
          <pc:docMk/>
          <pc:sldMk cId="1308869086" sldId="303"/>
        </pc:sldMkLst>
        <pc:spChg chg="add del mod ord">
          <ac:chgData name="Ali Bu Hawraa" userId="c298b3438ccd2c24" providerId="LiveId" clId="{CEC14A6B-3A05-4564-BAB0-99E1D0B564EF}" dt="2024-08-12T19:32:09.997" v="1065"/>
          <ac:spMkLst>
            <pc:docMk/>
            <pc:sldMk cId="1308869086" sldId="303"/>
            <ac:spMk id="7" creationId="{99493134-CC16-1019-AD7D-F450E3B8F4A5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1" creationId="{EC1211FF-BAE2-6398-7F49-59D6B60C7ED9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2" creationId="{4CF99C39-BF87-DF69-90D4-1B8557AB7A95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3" creationId="{1913EDC1-B8FA-956A-788B-3FBA4CB49585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4" creationId="{5F4ACA35-86AC-2A50-DABA-DC78C6B0B3B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5" creationId="{077EFD58-D9FD-8293-2386-42CAF602F7CB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6" creationId="{FB1B17AD-BD70-4205-6EB1-BBB4322A140F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7" creationId="{556C86DB-0D9B-3582-1B65-E829B278232F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8" creationId="{9A6304EE-E897-E29E-BBD1-237DA29C2044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19" creationId="{3BDF043B-51A9-5BAE-4C10-C9EB84094B7A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0" creationId="{E19A532B-0BA8-0E32-A482-FF050C284DF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1" creationId="{2A5EC6A6-1F76-A394-FCA6-348593D014EC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2" creationId="{EFAE56D0-2FCD-4A81-2351-BAFABC44510A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3" creationId="{849F85D3-3124-2D7E-D257-907C9395ACA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4" creationId="{F6B3E200-CAEB-3BDF-A137-3BE18BF03379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5" creationId="{BE90D1DF-EFE9-BC10-C9F0-2E7209504DCC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6" creationId="{D232DE6B-8D4E-13B2-9D18-8B7C1AE5C7B6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27" creationId="{50469A21-A1D6-A8D2-CB59-7AB7E950711D}"/>
          </ac:spMkLst>
        </pc:spChg>
        <pc:spChg chg="mod">
          <ac:chgData name="Ali Bu Hawraa" userId="c298b3438ccd2c24" providerId="LiveId" clId="{CEC14A6B-3A05-4564-BAB0-99E1D0B564EF}" dt="2024-09-09T15:53:40.781" v="4838" actId="14100"/>
          <ac:spMkLst>
            <pc:docMk/>
            <pc:sldMk cId="1308869086" sldId="303"/>
            <ac:spMk id="28" creationId="{8399204F-1C50-91BA-40D9-C930E34A4CF3}"/>
          </ac:spMkLst>
        </pc:spChg>
        <pc:spChg chg="mod">
          <ac:chgData name="Ali Bu Hawraa" userId="c298b3438ccd2c24" providerId="LiveId" clId="{CEC14A6B-3A05-4564-BAB0-99E1D0B564EF}" dt="2024-09-09T15:51:50.289" v="4819" actId="1036"/>
          <ac:spMkLst>
            <pc:docMk/>
            <pc:sldMk cId="1308869086" sldId="303"/>
            <ac:spMk id="29" creationId="{17F85E4E-B6F7-B26B-0C00-7E3A845862E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0" creationId="{279FA428-AAAC-25F3-E839-ED7F6DFF7CB3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1" creationId="{8F94A1C8-E621-121D-4EBF-89EFBAF2AFF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2" creationId="{26E7A9B6-EA3E-4B81-02F4-0BBDA2E1D7E3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3" creationId="{472464A2-04EF-65AD-EF2F-83F1BCDC5412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4" creationId="{F6274077-1267-A39A-FCA8-E965CCCE57E7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5" creationId="{217EAB32-3399-8626-97A6-CB73F8EBB587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6" creationId="{1DC999BE-E3B0-10BF-ADCF-D87F124867C9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7" creationId="{F0354ECC-B77A-D88D-EC90-E2E8D8FE4C5B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8" creationId="{44A16EFD-180A-711F-3D33-FCB3BF499CF8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39" creationId="{53F51EB1-17A6-088B-3358-E70C37030428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0" creationId="{9D678814-E628-A51E-DFBD-48EB5146DD25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1" creationId="{FBEEB978-78B1-87B6-791A-620221BAA670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2" creationId="{804246AE-45AB-A3BD-59B8-9E369F66E1F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3" creationId="{24D235EF-A55E-D585-0F01-001C64DEC44C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4" creationId="{0A1B4964-22CE-211C-57C9-744346A62D12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5" creationId="{A84DC39A-8BED-EFB0-505F-2D348027BEF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6" creationId="{EC00F374-C3D8-FF8C-8003-8B8904A99447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7" creationId="{63A8F871-6DBB-D4B1-9A04-81040A1CE1D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48" creationId="{309664B2-EBA0-0403-2AD4-2D36B9A54950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52" creationId="{E05673BF-664E-27BA-BA81-2C7B14CAD6CF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53" creationId="{2E92DA9B-CF4F-C6E6-4A79-BC501A50FFC6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57" creationId="{291C6BC2-5D66-ECC0-2434-D82CCD16887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58" creationId="{9D69A08A-7490-0AF1-3516-F6470DC35E6F}"/>
          </ac:spMkLst>
        </pc:spChg>
        <pc:spChg chg="mod">
          <ac:chgData name="Ali Bu Hawraa" userId="c298b3438ccd2c24" providerId="LiveId" clId="{CEC14A6B-3A05-4564-BAB0-99E1D0B564EF}" dt="2024-09-09T15:53:53.230" v="4840" actId="14100"/>
          <ac:spMkLst>
            <pc:docMk/>
            <pc:sldMk cId="1308869086" sldId="303"/>
            <ac:spMk id="59" creationId="{FB1B4DF5-A7FA-CF5E-5A24-34C2441DB190}"/>
          </ac:spMkLst>
        </pc:spChg>
        <pc:spChg chg="mod">
          <ac:chgData name="Ali Bu Hawraa" userId="c298b3438ccd2c24" providerId="LiveId" clId="{CEC14A6B-3A05-4564-BAB0-99E1D0B564EF}" dt="2024-09-09T15:50:38.807" v="4815" actId="1036"/>
          <ac:spMkLst>
            <pc:docMk/>
            <pc:sldMk cId="1308869086" sldId="303"/>
            <ac:spMk id="60" creationId="{1837C27B-E3C0-F434-DE1C-6625E048048B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1" creationId="{8F51012D-FF2C-861E-4399-A002D8298CF4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2" creationId="{6703E505-D4E4-316D-20F6-DD12483E4A09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3" creationId="{523EA152-2EFF-0F65-AA28-A0BAA0AFC3DA}"/>
          </ac:spMkLst>
        </pc:spChg>
        <pc:spChg chg="mod">
          <ac:chgData name="Ali Bu Hawraa" userId="c298b3438ccd2c24" providerId="LiveId" clId="{CEC14A6B-3A05-4564-BAB0-99E1D0B564EF}" dt="2024-08-12T19:35:17.712" v="1381"/>
          <ac:spMkLst>
            <pc:docMk/>
            <pc:sldMk cId="1308869086" sldId="303"/>
            <ac:spMk id="64" creationId="{BAECAE62-3770-B015-A992-F3D362577076}"/>
          </ac:spMkLst>
        </pc:spChg>
        <pc:spChg chg="mod">
          <ac:chgData name="Ali Bu Hawraa" userId="c298b3438ccd2c24" providerId="LiveId" clId="{CEC14A6B-3A05-4564-BAB0-99E1D0B564EF}" dt="2024-09-09T15:52:28.837" v="4830" actId="1036"/>
          <ac:spMkLst>
            <pc:docMk/>
            <pc:sldMk cId="1308869086" sldId="303"/>
            <ac:spMk id="65" creationId="{9E287D73-6534-644E-B9D9-5CDB7F3749CC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6" creationId="{EA5E3102-EAA3-F541-7078-98F97F524F5C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7" creationId="{2F47BBFE-3B2C-3F98-3CBD-35148F58CB9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8" creationId="{850560DC-8266-401C-8A1D-AD7C5CD8D72B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69" creationId="{B4B32EB5-05EA-EBF7-D13F-C7932CD337BA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0" creationId="{A6C176E5-331D-9300-9BCD-341E677280D2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1" creationId="{4B149795-A8E7-B31F-F5C0-EBC7617327A8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2" creationId="{9C5E1C4F-FF0E-1958-20D5-D79279416C5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3" creationId="{6CCE332F-06BB-444D-B905-2C84F0D5111A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4" creationId="{BBAD3DBA-0E4E-14F4-57C0-8A197863331F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5" creationId="{8C22BF95-7A88-AB50-1468-B05542160416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6" creationId="{76C3D673-60F3-4C23-7A46-6DC1627B6F66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7" creationId="{20BA87AC-2665-DB80-1460-41DEB5A78C50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78" creationId="{CEE7C9E9-C0C3-5605-F373-F7E073D82FD3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82" creationId="{0AB88B38-6950-9624-2FC9-A5A1EA8F4C3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83" creationId="{827B9D5D-35CE-8E6F-9FCD-FBE65AE8B1DD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87" creationId="{EB587979-352F-D1E7-55D0-F0081D6260FE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88" creationId="{92D9FA14-228E-EA44-5459-771FFE1DD2E4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89" creationId="{D1215DD2-272B-F72A-3E5C-52B4C1B32693}"/>
          </ac:spMkLst>
        </pc:spChg>
        <pc:spChg chg="mod">
          <ac:chgData name="Ali Bu Hawraa" userId="c298b3438ccd2c24" providerId="LiveId" clId="{CEC14A6B-3A05-4564-BAB0-99E1D0B564EF}" dt="2024-08-12T19:32:06.510" v="1052"/>
          <ac:spMkLst>
            <pc:docMk/>
            <pc:sldMk cId="1308869086" sldId="303"/>
            <ac:spMk id="90" creationId="{73632B6A-D872-4886-7B04-0D5D16D61814}"/>
          </ac:spMkLst>
        </pc:spChg>
        <pc:spChg chg="mod">
          <ac:chgData name="Ali Bu Hawraa" userId="c298b3438ccd2c24" providerId="LiveId" clId="{CEC14A6B-3A05-4564-BAB0-99E1D0B564EF}" dt="2024-09-09T15:50:29.673" v="4804" actId="1035"/>
          <ac:spMkLst>
            <pc:docMk/>
            <pc:sldMk cId="1308869086" sldId="303"/>
            <ac:spMk id="94" creationId="{B2FF3E19-E1A4-6BBE-72D0-89BF00855F90}"/>
          </ac:spMkLst>
        </pc:spChg>
        <pc:spChg chg="del ord">
          <ac:chgData name="Ali Bu Hawraa" userId="c298b3438ccd2c24" providerId="LiveId" clId="{CEC14A6B-3A05-4564-BAB0-99E1D0B564EF}" dt="2024-08-12T19:32:19.060" v="1091" actId="478"/>
          <ac:spMkLst>
            <pc:docMk/>
            <pc:sldMk cId="1308869086" sldId="303"/>
            <ac:spMk id="95" creationId="{76171CEC-E9A9-1FE0-CB89-C87CDFA3B049}"/>
          </ac:spMkLst>
        </pc:spChg>
        <pc:spChg chg="mod">
          <ac:chgData name="Ali Bu Hawraa" userId="c298b3438ccd2c24" providerId="LiveId" clId="{CEC14A6B-3A05-4564-BAB0-99E1D0B564EF}" dt="2024-08-12T19:34:42.691" v="1302"/>
          <ac:spMkLst>
            <pc:docMk/>
            <pc:sldMk cId="1308869086" sldId="303"/>
            <ac:spMk id="96" creationId="{D07726DE-DE33-1610-DEC5-E2B38C961D50}"/>
          </ac:spMkLst>
        </pc:spChg>
        <pc:spChg chg="del ord">
          <ac:chgData name="Ali Bu Hawraa" userId="c298b3438ccd2c24" providerId="LiveId" clId="{CEC14A6B-3A05-4564-BAB0-99E1D0B564EF}" dt="2024-08-12T19:33:48.278" v="1119" actId="478"/>
          <ac:spMkLst>
            <pc:docMk/>
            <pc:sldMk cId="1308869086" sldId="303"/>
            <ac:spMk id="101" creationId="{0D3567FA-F41C-129D-3E04-B495CE2F44D7}"/>
          </ac:spMkLst>
        </pc:spChg>
        <pc:spChg chg="del ord">
          <ac:chgData name="Ali Bu Hawraa" userId="c298b3438ccd2c24" providerId="LiveId" clId="{CEC14A6B-3A05-4564-BAB0-99E1D0B564EF}" dt="2024-08-12T19:33:57.480" v="1147" actId="478"/>
          <ac:spMkLst>
            <pc:docMk/>
            <pc:sldMk cId="1308869086" sldId="303"/>
            <ac:spMk id="106" creationId="{4B5A0994-ACBF-F853-BE9A-72B9F74E594A}"/>
          </ac:spMkLst>
        </pc:spChg>
        <pc:spChg chg="add del mod ord">
          <ac:chgData name="Ali Bu Hawraa" userId="c298b3438ccd2c24" providerId="LiveId" clId="{CEC14A6B-3A05-4564-BAB0-99E1D0B564EF}" dt="2024-08-12T19:34:07.018" v="1202"/>
          <ac:spMkLst>
            <pc:docMk/>
            <pc:sldMk cId="1308869086" sldId="303"/>
            <ac:spMk id="111" creationId="{BB3DD09A-6A2C-D30F-FAE0-124FDD14CC6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15" creationId="{9424FAE7-7771-8EE0-4C19-D04A97AD5272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16" creationId="{E10FB2A4-4EBA-2681-E000-2A87AAF35B84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17" creationId="{85D948A2-B4AB-1C19-6493-465F45637516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18" creationId="{65FB3E87-FCFB-155D-49E4-C08980DC8A88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19" creationId="{5E719D66-8469-ED4F-6787-C6504283FA3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0" creationId="{6BAAB5B2-9903-8E69-6860-B8B988A9903A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1" creationId="{EB7909AB-7A8A-B1EE-5B6E-DBC74E30112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2" creationId="{417BA56F-37D8-7A4D-D37D-DD9F1EC365D8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3" creationId="{8B923D19-0948-777C-4BA6-B822527ECAA8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4" creationId="{62BC802E-71BC-FEEE-2CED-17F5B8E7D032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5" creationId="{B5481710-8CA5-487D-5D0E-7A6088CCC6B7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6" creationId="{06A8E1D0-002F-973D-421A-A62364F81C4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7" creationId="{3DC2EF49-17CF-06BF-3069-A05B62BEA99B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8" creationId="{F5547C98-25C6-C7CC-B668-4430D05572E4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29" creationId="{9E84A0D8-03C1-80AD-797F-8E268F159147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0" creationId="{6E847931-E76A-EE05-6E73-270DCE05E5BA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1" creationId="{1389ACC4-013F-D140-996F-52122834C4E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2" creationId="{47E38460-1534-589C-2264-F1917CC41226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3" creationId="{FD65BA60-4E5D-B502-9D82-7C4D82E8F34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4" creationId="{AE00FA85-3360-D7FF-B790-5C482686FAB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5" creationId="{D67A9348-8404-36AA-3F47-1222644DAA7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6" creationId="{17F21D47-F51C-DC54-3608-89202B7D635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7" creationId="{10961047-3A58-3441-ACA2-291237F31794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8" creationId="{9638191A-71F0-2329-F2AB-6E773E56E50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39" creationId="{5ADEF207-B75F-5838-5838-116D49B7FE06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0" creationId="{67719DF9-C5E2-129B-DD0D-00910096F241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1" creationId="{1CB1A412-CA28-E157-EB98-D664F53D2569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2" creationId="{F818DBB3-4018-96AD-5F9C-B579B4B63749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3" creationId="{3CCACF18-BBC2-D155-4E7D-876FD3A85E7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4" creationId="{03FF724C-4D49-4183-E00F-C5B96D7FC15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5" creationId="{FB66DC9B-C6DF-F0E9-A9F9-30CE93AA4FCA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6" creationId="{F4769436-9C07-A991-D72F-0EE421A90F6A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7" creationId="{DBAE22B0-88AE-0892-1820-3CE10541E0DF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8" creationId="{F93A89F4-9913-F2CD-E801-8906DB192F1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49" creationId="{7AB88E24-ABA4-D6DB-197A-AF912A4EB316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0" creationId="{F909CDC3-C5CE-BC33-7489-E9D2E74DC9B2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1" creationId="{AF61228F-DCAD-C535-72E8-2EFB4EA3EA0B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2" creationId="{E6607AC5-440A-6DA7-3A58-900B5C9CDC1D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3" creationId="{0CF00EA0-FD4A-F5CB-634B-08504455C23C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4" creationId="{CD539C85-831E-F303-317A-4F6CACDA237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5" creationId="{F5FFD924-3F18-5B11-5330-1EA3B0971FE7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6" creationId="{9EA111CE-7764-3B2A-6545-FDEC8B36C06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7" creationId="{31017FCE-96F1-B164-4F8C-CB49C2AFE8EE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8" creationId="{35C2D64C-EF19-20DF-F591-0E728806364B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59" creationId="{91585937-8147-C414-2CED-AA00CD9AC52C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0" creationId="{719E8C4B-D704-FF82-0CE5-358F7AB202A0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1" creationId="{C95357A5-FB00-0891-2A92-1B49E1E9A0B1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2" creationId="{1E927E9E-884D-8243-A601-2C1FCC7D696C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3" creationId="{8A50312D-2E49-4C5E-3C92-91D4A763CBFE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4" creationId="{44E7AACB-B824-E18A-8052-8B8547467AF0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5" creationId="{29F40C72-90D7-F77C-8B77-3891A9BD1CA6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6" creationId="{7683E650-1578-471A-04DD-B4AFB8E00715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7" creationId="{6AC14E12-5784-6EEE-DDF3-9FDA8B4488B7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8" creationId="{E4A5E837-E5AE-0312-0EED-65FE62C0E7E0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69" creationId="{CEFC0B87-A2C5-9958-51AC-B01826DE53F4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0" creationId="{F62764D1-6311-FC75-689B-282BF2258C3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1" creationId="{28BA4A24-2074-2DB6-1922-BA60BB39DED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2" creationId="{457E7202-DF60-B53C-1BE6-9C404D313E10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3" creationId="{C036B298-E52E-EC19-A1AF-C05C71EF7263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4" creationId="{A2811DDC-A030-7634-41AE-7CDE2A0DA191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5" creationId="{63563214-AC9A-2D1F-4606-83CBB6771E0E}"/>
          </ac:spMkLst>
        </pc:spChg>
        <pc:spChg chg="mod">
          <ac:chgData name="Ali Bu Hawraa" userId="c298b3438ccd2c24" providerId="LiveId" clId="{CEC14A6B-3A05-4564-BAB0-99E1D0B564EF}" dt="2024-08-12T19:34:05.407" v="1189"/>
          <ac:spMkLst>
            <pc:docMk/>
            <pc:sldMk cId="1308869086" sldId="303"/>
            <ac:spMk id="176" creationId="{EBA3C92F-0246-E97A-D660-72947C58DBDB}"/>
          </ac:spMkLst>
        </pc:spChg>
        <pc:spChg chg="del ord">
          <ac:chgData name="Ali Bu Hawraa" userId="c298b3438ccd2c24" providerId="LiveId" clId="{CEC14A6B-3A05-4564-BAB0-99E1D0B564EF}" dt="2024-08-12T19:34:16.169" v="1228" actId="478"/>
          <ac:spMkLst>
            <pc:docMk/>
            <pc:sldMk cId="1308869086" sldId="303"/>
            <ac:spMk id="180" creationId="{D7A415DA-4CE1-8052-480B-80B21B80F063}"/>
          </ac:spMkLst>
        </pc:spChg>
        <pc:spChg chg="del ord">
          <ac:chgData name="Ali Bu Hawraa" userId="c298b3438ccd2c24" providerId="LiveId" clId="{CEC14A6B-3A05-4564-BAB0-99E1D0B564EF}" dt="2024-08-12T19:34:33.697" v="1253" actId="478"/>
          <ac:spMkLst>
            <pc:docMk/>
            <pc:sldMk cId="1308869086" sldId="303"/>
            <ac:spMk id="185" creationId="{CEBF986A-1E01-C78B-889C-241FA1DCAC65}"/>
          </ac:spMkLst>
        </pc:spChg>
        <pc:spChg chg="add del mod ord">
          <ac:chgData name="Ali Bu Hawraa" userId="c298b3438ccd2c24" providerId="LiveId" clId="{CEC14A6B-3A05-4564-BAB0-99E1D0B564EF}" dt="2024-08-12T19:34:42.691" v="1302"/>
          <ac:spMkLst>
            <pc:docMk/>
            <pc:sldMk cId="1308869086" sldId="303"/>
            <ac:spMk id="190" creationId="{3C72D936-49E0-ADE2-FB87-BA912EE505A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4" creationId="{C6AC35D7-7CD0-937C-9481-924E85936C4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5" creationId="{788D3897-71C5-AEAB-5C3D-16B9B644BAD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6" creationId="{0B605BF9-19E5-86D8-51B6-D5E7F6DE0A6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7" creationId="{980690C3-B6EB-C44C-2009-D47043AA5A1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8" creationId="{3C50B57A-BD83-0A31-25B9-A9CBC6DDE6A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199" creationId="{AD8DAD7C-00A9-6598-6805-3DB6F9FA639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0" creationId="{EF41B200-B579-EA0B-88C5-7858B22E74C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1" creationId="{D2E87AC4-77C6-A1BA-8C12-4E0C755E668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2" creationId="{256233E6-C0B9-E693-DA1F-B5161443D89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3" creationId="{60857A52-48D5-1D2B-AE5E-492CAE9A4AFD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4" creationId="{86192CF3-3040-9B9A-DA08-ECA816349EA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5" creationId="{89C84DEE-3C3F-765E-5006-C0DE08464B6B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6" creationId="{C207BE00-4A98-95AF-DF11-CF63CEFD1EC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7" creationId="{BD79EF48-91B2-ED54-542E-334065B5E814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8" creationId="{05DB4640-7EAC-4B62-2254-83C8056EF1D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09" creationId="{ACAAAEB5-9FE9-3522-A5C1-AB1CDC4A89CC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0" creationId="{42467DF9-8868-70AE-1F1D-9B8E01D9CDBB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1" creationId="{507389AA-E4E7-CAC2-9EE4-7B354FCD382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2" creationId="{968D102F-5399-40FF-CC6C-D4B31390D42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3" creationId="{A7F9396A-5BA2-AFD6-39A7-999D940DC12B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4" creationId="{C0D5BF44-4FE0-CDAD-D169-7FEC7607CA6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5" creationId="{7368F695-9816-DCE5-FD4E-0DC3317880C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6" creationId="{12B3E58C-4272-B57F-E0CA-B458F54F6A2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7" creationId="{6385D81A-9872-F6D5-FF31-98E5522A5D8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8" creationId="{5438CFB7-4415-5EF3-075E-6E24E9A5FE1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19" creationId="{A618021A-1FF3-1860-6AB4-9CFA27ACEBE4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0" creationId="{C8079C60-5ECC-89D8-A36D-E6BBB9EFE5C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1" creationId="{791F8C7F-5A2C-B650-668E-0B9F712EDCA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2" creationId="{02C7B52B-F539-05D3-5B44-F15C351F79FB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3" creationId="{791BE128-351F-DF2D-4A5C-089FF91801D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4" creationId="{9831451A-0CD6-D445-63E9-39D941A45ADC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5" creationId="{CE125C7D-741C-E61A-6316-124E2B1EE146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6" creationId="{81F2EB2A-7D0A-E34E-7470-32D442BAD22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7" creationId="{33F75F74-58C7-4DF4-5303-204645218A5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8" creationId="{AFD5B0A3-8F3C-E472-212B-3B7CF7D151CD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29" creationId="{F52947B5-BE76-5FB8-4C2E-77E983E4C06C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0" creationId="{E52CF78E-FC9E-1CD3-28D5-2F0C48BA7B3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1" creationId="{DB77EFF3-41E1-F55A-E6C3-807292BE92B6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2" creationId="{AD3707DA-6728-FDE8-8ECB-90E6D0F395EC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3" creationId="{DC903F7B-482C-3FDE-2EB7-2A337CCFDEE7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4" creationId="{CF26F592-DA98-3D8B-A458-85B22DC864F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5" creationId="{5592FCE5-C71C-DD2A-6B9E-EC87CDA7367A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6" creationId="{7EBEEE55-2434-D068-5CA2-A5FB273CB08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7" creationId="{CCFE255D-F53F-2795-6369-B7FE1541B37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8" creationId="{8281BA9D-E82A-9FF8-B447-091CE035F60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39" creationId="{985D9DD4-8020-C7FC-D949-C4553EC2EA26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0" creationId="{9876684F-C2C0-433C-E3FF-C5D1648F561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1" creationId="{6FBE1E39-CBC1-9213-60E9-CB395CA127C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2" creationId="{D6AD016D-56AF-EB46-A56E-57494E9D123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3" creationId="{8C5B04D2-C2AD-98F7-2530-2F202196569D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4" creationId="{5BE001A1-FB22-654F-C6D4-797C68D93D8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5" creationId="{8E917BB2-BCE8-71BB-7937-9C29CDC7B80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6" creationId="{BE5A6B0C-D590-DE5E-8405-CC073773E4D7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7" creationId="{1B9E54F4-B9F2-086A-17B6-91B0D706230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8" creationId="{28A439E9-1D65-F68B-AF33-2B73279610D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49" creationId="{812768F5-AB8A-1918-65D3-A8F857E771E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0" creationId="{D794F9D3-73DD-08D4-3908-2B3C0C2D351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1" creationId="{2B5016E5-B372-14A5-B167-68816785877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2" creationId="{B35AB0EA-D6E6-BBF4-EF73-F07CF7DA4F84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3" creationId="{AFF6B6CA-D3E2-B75A-D248-E8D84802BEB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4" creationId="{D33B4B97-998B-BAD2-500E-CF727E6DEC85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5" creationId="{21F6841E-9A65-197E-36DF-13FECD04345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6" creationId="{1CAE6AFF-28C5-E297-2923-4A198C766DAD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7" creationId="{515478BB-C5C0-C03E-4F0B-4151DE0467A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8" creationId="{90E54157-D2AA-6358-99C2-F810BD35006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59" creationId="{155FD921-C7E3-0904-9032-1DF4C06712E5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0" creationId="{A16E4533-8793-E38D-9A13-89ECEABF2A04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1" creationId="{621ABAB0-7442-7428-E37C-D6C6AA40B797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2" creationId="{FC4C1D2B-AFE4-37BB-6E46-177CE10735F6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3" creationId="{D2360363-B539-D1A5-42E5-7BF1EDC1DFB5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4" creationId="{7835B4DB-5030-EE0B-3C64-3A7F46309A3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5" creationId="{3F63D179-2388-2F85-5FFB-73128318BFB9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6" creationId="{3AA16DFC-CA26-90D5-5A70-96E656E01E3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7" creationId="{B713D900-BC8F-D43E-B935-1D25058A9F44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8" creationId="{77C63317-791C-D142-50EE-8955029E9E75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69" creationId="{11CCC832-C203-F9A5-E586-D97ACC7688E1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0" creationId="{9E1ABB27-C776-5F40-5298-A92A15B46FB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1" creationId="{9C5511C4-31FF-F661-62AB-1AEDBADA045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2" creationId="{909F1F8A-388F-4AA8-9FA5-16DF98F9B03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3" creationId="{25B5BB19-7C71-C4A9-4A8A-112B493B8F63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4" creationId="{9B673CC5-2359-B5E6-4C07-B303BEDC4A4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5" creationId="{82660A17-B9EE-77F1-C3DB-0A6E92B83068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6" creationId="{5960FABB-3220-4149-5546-6F123AF7BD3E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7" creationId="{07203A7D-CEE2-0C68-0C7B-0AFBEBB1AAC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8" creationId="{CAAE06E9-9B80-4AFB-5632-8310CB1A5EBF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79" creationId="{6D4FB026-EF9F-D5FA-3A7C-A1C61A0D6AB2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80" creationId="{F971E720-1330-E58D-4498-C0F7FCFDF293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81" creationId="{CD18ED63-6EED-128D-DB23-0D749777052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82" creationId="{1E7EE1BF-7793-20AB-51FB-5ADEBC0FD460}"/>
          </ac:spMkLst>
        </pc:spChg>
        <pc:spChg chg="mod">
          <ac:chgData name="Ali Bu Hawraa" userId="c298b3438ccd2c24" providerId="LiveId" clId="{CEC14A6B-3A05-4564-BAB0-99E1D0B564EF}" dt="2024-08-12T19:34:41.273" v="1290"/>
          <ac:spMkLst>
            <pc:docMk/>
            <pc:sldMk cId="1308869086" sldId="303"/>
            <ac:spMk id="283" creationId="{1BB3D6F0-BF77-8307-B19E-2B4D72C73557}"/>
          </ac:spMkLst>
        </pc:spChg>
        <pc:spChg chg="del ord">
          <ac:chgData name="Ali Bu Hawraa" userId="c298b3438ccd2c24" providerId="LiveId" clId="{CEC14A6B-3A05-4564-BAB0-99E1D0B564EF}" dt="2024-08-12T19:34:51.281" v="1325" actId="478"/>
          <ac:spMkLst>
            <pc:docMk/>
            <pc:sldMk cId="1308869086" sldId="303"/>
            <ac:spMk id="287" creationId="{1640055B-6648-D3D1-22DF-562E303D6531}"/>
          </ac:spMkLst>
        </pc:spChg>
        <pc:spChg chg="del ord">
          <ac:chgData name="Ali Bu Hawraa" userId="c298b3438ccd2c24" providerId="LiveId" clId="{CEC14A6B-3A05-4564-BAB0-99E1D0B564EF}" dt="2024-08-12T19:35:08.295" v="1344" actId="478"/>
          <ac:spMkLst>
            <pc:docMk/>
            <pc:sldMk cId="1308869086" sldId="303"/>
            <ac:spMk id="292" creationId="{4843E26A-8F7A-A869-7C61-10E6AF8EDAC1}"/>
          </ac:spMkLst>
        </pc:spChg>
        <pc:spChg chg="add del mod ord">
          <ac:chgData name="Ali Bu Hawraa" userId="c298b3438ccd2c24" providerId="LiveId" clId="{CEC14A6B-3A05-4564-BAB0-99E1D0B564EF}" dt="2024-08-12T19:35:17.712" v="1381"/>
          <ac:spMkLst>
            <pc:docMk/>
            <pc:sldMk cId="1308869086" sldId="303"/>
            <ac:spMk id="297" creationId="{685E100E-1F4E-922D-3361-33F976D1AF0E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1" creationId="{E550A8B8-801C-F487-1528-5E93DF2D618A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2" creationId="{6CDC48E5-8159-AC04-5C39-696EF04BDF88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3" creationId="{940207E5-9454-2CF5-F80F-B7BBBA679E53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4" creationId="{9B7EC7C8-D3D5-69D8-10A7-DD4D2744726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5" creationId="{33C4FE0C-4A6C-C66A-1FBD-0AA623D1F257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6" creationId="{1EB6F033-33B1-F461-C7E6-3D28279F551B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7" creationId="{AE7BEBC9-0D6C-570E-604C-F7563B223983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8" creationId="{7C008FC0-1EC4-52F3-0F8E-FE5D00C8C6D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09" creationId="{D7CA0B9C-2F3A-66C3-2BDD-C872AFE5D3C7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0" creationId="{ED2ED968-B775-BA60-1A48-657E5D6F880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1" creationId="{8176E53B-7881-7904-5283-F3EC161A44B3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2" creationId="{A167F058-FF73-A828-B192-0DB1CED9B96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3" creationId="{5D0474F2-B7E8-0DD5-6F56-CA991FB386E9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4" creationId="{B3787399-AE0B-A537-C011-8C480ECED45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5" creationId="{E998B3A4-B025-D4C5-4752-801F8D48FA83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6" creationId="{9D5BE361-025C-F56B-4A28-E2BF5580B7D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7" creationId="{0F1C5030-2B46-A94A-D481-A35BCAAC195E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8" creationId="{F6063659-7597-2451-9F2E-A53D8C57807B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19" creationId="{183C4059-A638-39D9-A78E-CE342A747909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0" creationId="{E5B2C291-5DD7-5445-4CE2-88E7B5021E3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1" creationId="{132F992A-2A54-9683-E4ED-0F694CCECFD0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2" creationId="{FECE5BBB-96CF-6A79-D0E9-B6874573F020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3" creationId="{54BC1090-11EB-FAC4-33D0-F2C6F7FCBDB5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4" creationId="{323437CD-B018-BC39-01C4-01978D21E43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5" creationId="{C705F159-2F50-4298-D63E-1C14A177BB77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6" creationId="{1A7D5460-A247-7C3D-7C71-012053781EF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7" creationId="{96D5EDAF-3548-2DDC-1A0B-E60E2F47F680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8" creationId="{B9D3C0DC-B9C0-9489-639B-978D39DD4A51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29" creationId="{889FE3C8-7F66-D9E1-8924-D74834ED4325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0" creationId="{E7FF73D4-9863-E12F-307D-617465484C8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1" creationId="{36EB443F-950E-8D95-FB35-73D1D5B9881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2" creationId="{B64D9243-3143-30B6-6BDE-697163C740E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3" creationId="{F23A1CAA-2F78-9B48-A725-32A1C871C3B9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4" creationId="{DF1FF69E-CC11-3368-689A-0BD4839D3EB5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5" creationId="{FC0A52A7-A344-6602-3DEA-A4836290ED6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6" creationId="{05E95921-7458-2185-01E3-2543CDDE530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7" creationId="{9C5895DB-2783-D2FD-C2A7-82751ED75EA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8" creationId="{16493F1C-F3BA-E0D4-661E-EB34DB6CA934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39" creationId="{58B57265-9165-A33F-1359-D6F578C81A5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0" creationId="{70C74828-5965-3D4E-9EAD-9A276EB4A46A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1" creationId="{F28AFB70-2BA6-1855-5E6A-27DA45B8A0B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2" creationId="{48BBC42F-7A3B-FD97-D2DE-27172DB15B40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3" creationId="{D8387E09-4EB1-D8EB-2A94-D6A848D41441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4" creationId="{08517416-051D-326A-8210-027865D9F18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5" creationId="{51CA81EB-1975-8329-7CBA-6E0294E0267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6" creationId="{75A39AA0-3CFD-7D8B-3A33-C73CEB71E92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7" creationId="{48C3CF6F-E830-8623-5ED5-527400E96A40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8" creationId="{E22AFB4E-9F99-E0EE-DB66-628A359B4F53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49" creationId="{2D50C62E-A26E-A7D6-A025-E75575CC539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0" creationId="{3353F2DA-EA4F-D8CD-4320-BDB8D36CA58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1" creationId="{CEE5D50E-3152-CD97-860D-30396D44EAF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2" creationId="{7D89B145-DFD5-42D7-AFB1-C0BFB9B4D05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3" creationId="{4F89F8B9-DCD9-7EEB-790A-A4B603B69DA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4" creationId="{2F9ADDCE-2F69-7088-9F1F-EFC62D94B0F9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5" creationId="{E417C3F8-2E5F-40DD-8545-A2B8A15BAE0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6" creationId="{93389938-63F7-92C9-F073-38F51037DF65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7" creationId="{8B27EDBB-DBD2-EF87-0D72-89C456C4439A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8" creationId="{087AC2AB-AD5C-9559-C43C-BAFEDA5F5B7F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59" creationId="{F1D48E69-EC91-6AB0-1DC6-B5E3E3EA617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0" creationId="{3EA224DE-FAAA-3E9F-E7A9-6452957A3089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1" creationId="{D282AD08-6E0D-3EA8-5A4D-A926893E6CB2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2" creationId="{228914BA-5B21-F594-3228-9CA37AA5DDA8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3" creationId="{FFC98B99-192B-BD0C-42CD-47291A2FD95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4" creationId="{006FF164-3E18-A431-1C0D-93E0F18CA04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5" creationId="{BFC40C39-0AF3-C79F-5F77-A439F1766838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6" creationId="{7B85AD23-E541-7DC3-9439-BB782FFD29DD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7" creationId="{F52FABA8-59D1-C2E2-5295-E8315001B0EC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8" creationId="{19AD1CDD-160D-FE29-E472-EB5EA3C526D8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69" creationId="{817F7D44-BEEB-30B2-8B82-1AD1E3FD4796}"/>
          </ac:spMkLst>
        </pc:spChg>
        <pc:spChg chg="mod">
          <ac:chgData name="Ali Bu Hawraa" userId="c298b3438ccd2c24" providerId="LiveId" clId="{CEC14A6B-3A05-4564-BAB0-99E1D0B564EF}" dt="2024-08-12T19:35:16.366" v="1371"/>
          <ac:spMkLst>
            <pc:docMk/>
            <pc:sldMk cId="1308869086" sldId="303"/>
            <ac:spMk id="370" creationId="{4EC4FD1C-9FD0-4706-4E27-F15C694E25A1}"/>
          </ac:spMkLst>
        </pc:spChg>
        <pc:spChg chg="del ord">
          <ac:chgData name="Ali Bu Hawraa" userId="c298b3438ccd2c24" providerId="LiveId" clId="{CEC14A6B-3A05-4564-BAB0-99E1D0B564EF}" dt="2024-08-12T19:35:24.600" v="1398" actId="478"/>
          <ac:spMkLst>
            <pc:docMk/>
            <pc:sldMk cId="1308869086" sldId="303"/>
            <ac:spMk id="374" creationId="{A818FBC1-7B8B-7A59-9085-298302D5701A}"/>
          </ac:spMkLst>
        </pc:spChg>
        <pc:spChg chg="add del mod ord">
          <ac:chgData name="Ali Bu Hawraa" userId="c298b3438ccd2c24" providerId="LiveId" clId="{CEC14A6B-3A05-4564-BAB0-99E1D0B564EF}" dt="2024-08-12T19:35:40.796" v="1446"/>
          <ac:spMkLst>
            <pc:docMk/>
            <pc:sldMk cId="1308869086" sldId="303"/>
            <ac:spMk id="379" creationId="{E70E3A60-2FED-44EC-85F0-0F04ACF14465}"/>
          </ac:spMkLst>
        </pc:spChg>
        <pc:spChg chg="del ord">
          <ac:chgData name="Ali Bu Hawraa" userId="c298b3438ccd2c24" providerId="LiveId" clId="{CEC14A6B-3A05-4564-BAB0-99E1D0B564EF}" dt="2024-08-12T19:36:03.115" v="1467" actId="478"/>
          <ac:spMkLst>
            <pc:docMk/>
            <pc:sldMk cId="1308869086" sldId="303"/>
            <ac:spMk id="384" creationId="{7E8999F7-687E-4E76-FC24-F6E43D28CD26}"/>
          </ac:spMkLst>
        </pc:spChg>
        <pc:spChg chg="del ord">
          <ac:chgData name="Ali Bu Hawraa" userId="c298b3438ccd2c24" providerId="LiveId" clId="{CEC14A6B-3A05-4564-BAB0-99E1D0B564EF}" dt="2024-08-12T19:36:09.237" v="1489" actId="478"/>
          <ac:spMkLst>
            <pc:docMk/>
            <pc:sldMk cId="1308869086" sldId="303"/>
            <ac:spMk id="389" creationId="{7720B883-FD44-3BCE-58C0-000FD24BB28E}"/>
          </ac:spMkLst>
        </pc:spChg>
        <pc:spChg chg="add del mod ord">
          <ac:chgData name="Ali Bu Hawraa" userId="c298b3438ccd2c24" providerId="LiveId" clId="{CEC14A6B-3A05-4564-BAB0-99E1D0B564EF}" dt="2024-08-12T19:36:18.001" v="1532"/>
          <ac:spMkLst>
            <pc:docMk/>
            <pc:sldMk cId="1308869086" sldId="303"/>
            <ac:spMk id="394" creationId="{C28D7E1C-93AA-C310-7919-422296687D09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398" creationId="{5C2EDF04-1834-DC2E-8EED-BC5B4DC4968F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399" creationId="{E1CD79F2-D25A-540E-E193-99863CE7569D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0" creationId="{F1508ACD-31AA-F5A4-DC0A-ACD970D0E44D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1" creationId="{7F404BC3-AE44-3195-8C35-B0DD28B222B9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2" creationId="{E02804E4-A45C-5F06-EDCA-1A196CBC9559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3" creationId="{B921F199-45E5-6F4D-268A-04823F456EB1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4" creationId="{46E3FCC0-14D6-D6E8-3AB4-735E9659E8E8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5" creationId="{41ED10F9-85CF-0E71-5F82-4AEB112EFC2F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6" creationId="{2B2540ED-08A1-3DD4-4473-071F98545206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7" creationId="{00A2B285-6FB0-9E63-4AFA-5D1E1F3DD69B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8" creationId="{B60CAECB-1A1D-29DB-8D7B-4B94F99AF9D1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09" creationId="{6FBD13F4-E78C-64CB-B3D8-010E2834B780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0" creationId="{F29FA99E-68AB-16BE-BDF8-2027AD4C6B66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1" creationId="{640A3B67-706A-A378-D749-5845A7337703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2" creationId="{297886DA-209D-6867-D3FA-E657D49CDF83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3" creationId="{EC899CDF-44B3-F5CB-C9F4-FF14A3F3F214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4" creationId="{326478A8-D378-A164-B501-A88024953BC9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5" creationId="{ECB83A1B-5914-E263-CF0B-BE752BDF614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6" creationId="{0E115656-A087-59FA-25DE-51F5F8498025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7" creationId="{72903F68-3434-2ECB-D9E6-19100DF082C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8" creationId="{F69A0150-343B-7A66-BF81-D3DF311E15B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19" creationId="{A543C14F-FD62-AF3B-74E6-7F216858E598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0" creationId="{3EFEAD2A-F06F-D68C-6E42-DE1D886BCBD8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1" creationId="{4B299A0F-604A-1F61-A85D-984A5F64D62D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2" creationId="{1552C533-27DF-7F12-4A32-43390C5E3E5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3" creationId="{E990F9E3-A3B6-B64E-37C8-7EA38A36BE5F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4" creationId="{CFADD161-3AC3-0FB8-5B37-7DA1ACE1346B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5" creationId="{D1D1750D-2CD2-3AA3-8EE6-102FA917AA28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6" creationId="{E436C186-5960-B7A2-27CB-6389BBCACF98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7" creationId="{53A7BCAE-8268-2E95-DF4E-C90A421F074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8" creationId="{183A4C18-F942-1932-EA58-4F057C0E4C55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29" creationId="{523E089D-CB08-3E6C-67B9-B5AB991F81D3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0" creationId="{ABD210B0-8750-24EA-B807-ED46B27E1033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1" creationId="{FEE2FD69-2ED4-81F1-A47E-550A42C16EB7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2" creationId="{CFA8BB6F-A14D-B8A1-7141-0B83C03E00C6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3" creationId="{D96474D8-AC94-8D98-0752-BCAF6CE5DEDE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4" creationId="{13080B52-D32A-A9AA-0979-3622E9F7397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5" creationId="{680F3B93-C6E5-FA65-5E5C-841A0FCBA10C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6" creationId="{BB310FBF-A577-6FFF-C38C-A74B59185C5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7" creationId="{FEEEB73E-F61C-D854-9B3C-62B764EFAC59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8" creationId="{AA7497A8-0AAC-AE0D-7D46-2BA31621399E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39" creationId="{5188EA94-2FD9-6E5C-7526-570DA0481F24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40" creationId="{90E63E55-F13F-6FE5-7F9F-FBE60B696C42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41" creationId="{7AB555BF-7618-CC30-EFBA-A62F6C646B83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42" creationId="{8B25ABF2-F1DB-C503-ABD8-8CD019D952DF}"/>
          </ac:spMkLst>
        </pc:spChg>
        <pc:spChg chg="mod">
          <ac:chgData name="Ali Bu Hawraa" userId="c298b3438ccd2c24" providerId="LiveId" clId="{CEC14A6B-3A05-4564-BAB0-99E1D0B564EF}" dt="2024-08-12T19:36:16.865" v="1521"/>
          <ac:spMkLst>
            <pc:docMk/>
            <pc:sldMk cId="1308869086" sldId="303"/>
            <ac:spMk id="443" creationId="{978861EE-B742-E0C2-C0D0-9B193BFABE3F}"/>
          </ac:spMkLst>
        </pc:spChg>
        <pc:spChg chg="del ord">
          <ac:chgData name="Ali Bu Hawraa" userId="c298b3438ccd2c24" providerId="LiveId" clId="{CEC14A6B-3A05-4564-BAB0-99E1D0B564EF}" dt="2024-08-12T19:36:25.657" v="1552" actId="478"/>
          <ac:spMkLst>
            <pc:docMk/>
            <pc:sldMk cId="1308869086" sldId="303"/>
            <ac:spMk id="447" creationId="{4DA1D845-1C46-A926-32FA-D69C98E1CAB1}"/>
          </ac:spMkLst>
        </pc:spChg>
        <pc:grpChg chg="add mod">
          <ac:chgData name="Ali Bu Hawraa" userId="c298b3438ccd2c24" providerId="LiveId" clId="{CEC14A6B-3A05-4564-BAB0-99E1D0B564EF}" dt="2024-08-12T19:32:06.510" v="1052"/>
          <ac:grpSpMkLst>
            <pc:docMk/>
            <pc:sldMk cId="1308869086" sldId="303"/>
            <ac:grpSpMk id="10" creationId="{100B7EE2-1F85-4C70-5AB0-68B413BFAF4B}"/>
          </ac:grpSpMkLst>
        </pc:grpChg>
        <pc:grpChg chg="add mod">
          <ac:chgData name="Ali Bu Hawraa" userId="c298b3438ccd2c24" providerId="LiveId" clId="{CEC14A6B-3A05-4564-BAB0-99E1D0B564EF}" dt="2024-08-12T19:32:09.997" v="1065"/>
          <ac:grpSpMkLst>
            <pc:docMk/>
            <pc:sldMk cId="1308869086" sldId="303"/>
            <ac:grpSpMk id="50" creationId="{7A1EE529-E748-C03B-FA62-0FE9E67874FB}"/>
          </ac:grpSpMkLst>
        </pc:grpChg>
        <pc:grpChg chg="add mod">
          <ac:chgData name="Ali Bu Hawraa" userId="c298b3438ccd2c24" providerId="LiveId" clId="{CEC14A6B-3A05-4564-BAB0-99E1D0B564EF}" dt="2024-08-12T19:32:09.997" v="1065"/>
          <ac:grpSpMkLst>
            <pc:docMk/>
            <pc:sldMk cId="1308869086" sldId="303"/>
            <ac:grpSpMk id="51" creationId="{11F1453C-3789-D206-49A4-48B2141BAF0D}"/>
          </ac:grpSpMkLst>
        </pc:grpChg>
        <pc:grpChg chg="add mod">
          <ac:chgData name="Ali Bu Hawraa" userId="c298b3438ccd2c24" providerId="LiveId" clId="{CEC14A6B-3A05-4564-BAB0-99E1D0B564EF}" dt="2024-08-12T19:35:40.796" v="1446"/>
          <ac:grpSpMkLst>
            <pc:docMk/>
            <pc:sldMk cId="1308869086" sldId="303"/>
            <ac:grpSpMk id="80" creationId="{CC636546-6D1C-D466-954D-0905802BF7ED}"/>
          </ac:grpSpMkLst>
        </pc:grpChg>
        <pc:grpChg chg="add mod">
          <ac:chgData name="Ali Bu Hawraa" userId="c298b3438ccd2c24" providerId="LiveId" clId="{CEC14A6B-3A05-4564-BAB0-99E1D0B564EF}" dt="2024-08-12T19:35:40.796" v="1446"/>
          <ac:grpSpMkLst>
            <pc:docMk/>
            <pc:sldMk cId="1308869086" sldId="303"/>
            <ac:grpSpMk id="81" creationId="{A254D630-3028-1309-A6BD-C030F091B9FD}"/>
          </ac:grpSpMkLst>
        </pc:grpChg>
        <pc:grpChg chg="mod ord">
          <ac:chgData name="Ali Bu Hawraa" userId="c298b3438ccd2c24" providerId="LiveId" clId="{CEC14A6B-3A05-4564-BAB0-99E1D0B564EF}" dt="2024-08-12T19:32:06.510" v="1052"/>
          <ac:grpSpMkLst>
            <pc:docMk/>
            <pc:sldMk cId="1308869086" sldId="303"/>
            <ac:grpSpMk id="91" creationId="{91CCB8D7-7431-A2E4-82A4-F3753B0967FD}"/>
          </ac:grpSpMkLst>
        </pc:grpChg>
        <pc:grpChg chg="mod">
          <ac:chgData name="Ali Bu Hawraa" userId="c298b3438ccd2c24" providerId="LiveId" clId="{CEC14A6B-3A05-4564-BAB0-99E1D0B564EF}" dt="2024-08-12T19:32:06.510" v="1052"/>
          <ac:grpSpMkLst>
            <pc:docMk/>
            <pc:sldMk cId="1308869086" sldId="303"/>
            <ac:grpSpMk id="92" creationId="{CBAF15D7-EB36-3FFE-747E-ABE9740AFA1F}"/>
          </ac:grpSpMkLst>
        </pc:grpChg>
        <pc:grpChg chg="mod ord">
          <ac:chgData name="Ali Bu Hawraa" userId="c298b3438ccd2c24" providerId="LiveId" clId="{CEC14A6B-3A05-4564-BAB0-99E1D0B564EF}" dt="2024-08-12T19:32:06.510" v="1052"/>
          <ac:grpSpMkLst>
            <pc:docMk/>
            <pc:sldMk cId="1308869086" sldId="303"/>
            <ac:grpSpMk id="93" creationId="{877AA71D-2946-2D76-6D15-E5465959EB55}"/>
          </ac:grpSpMkLst>
        </pc:grpChg>
        <pc:grpChg chg="ord">
          <ac:chgData name="Ali Bu Hawraa" userId="c298b3438ccd2c24" providerId="LiveId" clId="{CEC14A6B-3A05-4564-BAB0-99E1D0B564EF}" dt="2024-08-12T19:32:19.060" v="1090"/>
          <ac:grpSpMkLst>
            <pc:docMk/>
            <pc:sldMk cId="1308869086" sldId="303"/>
            <ac:grpSpMk id="100" creationId="{26FE36FF-0F93-569C-B1A8-E217E67F1742}"/>
          </ac:grpSpMkLst>
        </pc:grpChg>
        <pc:grpChg chg="ord">
          <ac:chgData name="Ali Bu Hawraa" userId="c298b3438ccd2c24" providerId="LiveId" clId="{CEC14A6B-3A05-4564-BAB0-99E1D0B564EF}" dt="2024-08-12T19:33:48.278" v="1118"/>
          <ac:grpSpMkLst>
            <pc:docMk/>
            <pc:sldMk cId="1308869086" sldId="303"/>
            <ac:grpSpMk id="105" creationId="{C2DA76B2-5AD9-9A09-08E9-420E804EF7BE}"/>
          </ac:grpSpMkLst>
        </pc:grpChg>
        <pc:grpChg chg="add mod">
          <ac:chgData name="Ali Bu Hawraa" userId="c298b3438ccd2c24" providerId="LiveId" clId="{CEC14A6B-3A05-4564-BAB0-99E1D0B564EF}" dt="2024-08-12T19:34:07.018" v="1202"/>
          <ac:grpSpMkLst>
            <pc:docMk/>
            <pc:sldMk cId="1308869086" sldId="303"/>
            <ac:grpSpMk id="109" creationId="{1B9FDEB9-0FBB-6434-43DD-2E3B53557B35}"/>
          </ac:grpSpMkLst>
        </pc:grpChg>
        <pc:grpChg chg="add mod ord">
          <ac:chgData name="Ali Bu Hawraa" userId="c298b3438ccd2c24" providerId="LiveId" clId="{CEC14A6B-3A05-4564-BAB0-99E1D0B564EF}" dt="2024-08-12T19:34:07.018" v="1202"/>
          <ac:grpSpMkLst>
            <pc:docMk/>
            <pc:sldMk cId="1308869086" sldId="303"/>
            <ac:grpSpMk id="110" creationId="{FDF57D04-0CBA-6C5B-48AA-5376EFBE4936}"/>
          </ac:grpSpMkLst>
        </pc:grpChg>
        <pc:grpChg chg="add mod">
          <ac:chgData name="Ali Bu Hawraa" userId="c298b3438ccd2c24" providerId="LiveId" clId="{CEC14A6B-3A05-4564-BAB0-99E1D0B564EF}" dt="2024-08-12T19:34:05.407" v="1189"/>
          <ac:grpSpMkLst>
            <pc:docMk/>
            <pc:sldMk cId="1308869086" sldId="303"/>
            <ac:grpSpMk id="114" creationId="{2278AD83-0E64-3C43-CF50-4171FE10D213}"/>
          </ac:grpSpMkLst>
        </pc:grpChg>
        <pc:grpChg chg="mod ord">
          <ac:chgData name="Ali Bu Hawraa" userId="c298b3438ccd2c24" providerId="LiveId" clId="{CEC14A6B-3A05-4564-BAB0-99E1D0B564EF}" dt="2024-08-12T19:34:05.407" v="1189"/>
          <ac:grpSpMkLst>
            <pc:docMk/>
            <pc:sldMk cId="1308869086" sldId="303"/>
            <ac:grpSpMk id="177" creationId="{D47A36D1-828D-9D73-876A-8E48A1E65D90}"/>
          </ac:grpSpMkLst>
        </pc:grpChg>
        <pc:grpChg chg="mod">
          <ac:chgData name="Ali Bu Hawraa" userId="c298b3438ccd2c24" providerId="LiveId" clId="{CEC14A6B-3A05-4564-BAB0-99E1D0B564EF}" dt="2024-08-12T19:34:05.407" v="1189"/>
          <ac:grpSpMkLst>
            <pc:docMk/>
            <pc:sldMk cId="1308869086" sldId="303"/>
            <ac:grpSpMk id="178" creationId="{0B28FB8D-55FF-E9F8-BF13-C6912D689158}"/>
          </ac:grpSpMkLst>
        </pc:grpChg>
        <pc:grpChg chg="mod ord">
          <ac:chgData name="Ali Bu Hawraa" userId="c298b3438ccd2c24" providerId="LiveId" clId="{CEC14A6B-3A05-4564-BAB0-99E1D0B564EF}" dt="2024-08-12T19:34:05.407" v="1189"/>
          <ac:grpSpMkLst>
            <pc:docMk/>
            <pc:sldMk cId="1308869086" sldId="303"/>
            <ac:grpSpMk id="179" creationId="{488445EA-4781-7DB4-7821-13E01E13FF2E}"/>
          </ac:grpSpMkLst>
        </pc:grpChg>
        <pc:grpChg chg="mod ord">
          <ac:chgData name="Ali Bu Hawraa" userId="c298b3438ccd2c24" providerId="LiveId" clId="{CEC14A6B-3A05-4564-BAB0-99E1D0B564EF}" dt="2024-09-09T15:49:39.085" v="4791" actId="1036"/>
          <ac:grpSpMkLst>
            <pc:docMk/>
            <pc:sldMk cId="1308869086" sldId="303"/>
            <ac:grpSpMk id="184" creationId="{8336F127-CE8B-F11E-5261-1780DE492C31}"/>
          </ac:grpSpMkLst>
        </pc:grpChg>
        <pc:grpChg chg="add mod">
          <ac:chgData name="Ali Bu Hawraa" userId="c298b3438ccd2c24" providerId="LiveId" clId="{CEC14A6B-3A05-4564-BAB0-99E1D0B564EF}" dt="2024-08-12T19:34:42.691" v="1302"/>
          <ac:grpSpMkLst>
            <pc:docMk/>
            <pc:sldMk cId="1308869086" sldId="303"/>
            <ac:grpSpMk id="188" creationId="{FD9A5DB4-6934-601D-082C-FE9E791D5418}"/>
          </ac:grpSpMkLst>
        </pc:grpChg>
        <pc:grpChg chg="add mod ord">
          <ac:chgData name="Ali Bu Hawraa" userId="c298b3438ccd2c24" providerId="LiveId" clId="{CEC14A6B-3A05-4564-BAB0-99E1D0B564EF}" dt="2024-08-12T19:34:42.691" v="1302"/>
          <ac:grpSpMkLst>
            <pc:docMk/>
            <pc:sldMk cId="1308869086" sldId="303"/>
            <ac:grpSpMk id="189" creationId="{1156FA17-055A-3F70-7330-C975A90083B5}"/>
          </ac:grpSpMkLst>
        </pc:grpChg>
        <pc:grpChg chg="add mod">
          <ac:chgData name="Ali Bu Hawraa" userId="c298b3438ccd2c24" providerId="LiveId" clId="{CEC14A6B-3A05-4564-BAB0-99E1D0B564EF}" dt="2024-08-12T19:34:41.273" v="1290"/>
          <ac:grpSpMkLst>
            <pc:docMk/>
            <pc:sldMk cId="1308869086" sldId="303"/>
            <ac:grpSpMk id="193" creationId="{A936D394-0347-F26A-FB36-06313B47A916}"/>
          </ac:grpSpMkLst>
        </pc:grpChg>
        <pc:grpChg chg="mod ord">
          <ac:chgData name="Ali Bu Hawraa" userId="c298b3438ccd2c24" providerId="LiveId" clId="{CEC14A6B-3A05-4564-BAB0-99E1D0B564EF}" dt="2024-08-12T19:34:41.273" v="1290"/>
          <ac:grpSpMkLst>
            <pc:docMk/>
            <pc:sldMk cId="1308869086" sldId="303"/>
            <ac:grpSpMk id="284" creationId="{D016E1E5-AA16-4FFF-5E77-C4AC0914FB70}"/>
          </ac:grpSpMkLst>
        </pc:grpChg>
        <pc:grpChg chg="mod">
          <ac:chgData name="Ali Bu Hawraa" userId="c298b3438ccd2c24" providerId="LiveId" clId="{CEC14A6B-3A05-4564-BAB0-99E1D0B564EF}" dt="2024-08-12T19:34:41.273" v="1290"/>
          <ac:grpSpMkLst>
            <pc:docMk/>
            <pc:sldMk cId="1308869086" sldId="303"/>
            <ac:grpSpMk id="285" creationId="{86EDD962-A8CB-D03B-532B-392C34627D47}"/>
          </ac:grpSpMkLst>
        </pc:grpChg>
        <pc:grpChg chg="mod ord">
          <ac:chgData name="Ali Bu Hawraa" userId="c298b3438ccd2c24" providerId="LiveId" clId="{CEC14A6B-3A05-4564-BAB0-99E1D0B564EF}" dt="2024-08-12T19:34:41.273" v="1290"/>
          <ac:grpSpMkLst>
            <pc:docMk/>
            <pc:sldMk cId="1308869086" sldId="303"/>
            <ac:grpSpMk id="286" creationId="{4206CBB9-2362-98F3-BC09-AE8C63A8140C}"/>
          </ac:grpSpMkLst>
        </pc:grpChg>
        <pc:grpChg chg="ord">
          <ac:chgData name="Ali Bu Hawraa" userId="c298b3438ccd2c24" providerId="LiveId" clId="{CEC14A6B-3A05-4564-BAB0-99E1D0B564EF}" dt="2024-08-12T19:34:51.281" v="1324"/>
          <ac:grpSpMkLst>
            <pc:docMk/>
            <pc:sldMk cId="1308869086" sldId="303"/>
            <ac:grpSpMk id="291" creationId="{5615572F-61AE-5BD7-F60F-B8C2A4D51602}"/>
          </ac:grpSpMkLst>
        </pc:grpChg>
        <pc:grpChg chg="add mod">
          <ac:chgData name="Ali Bu Hawraa" userId="c298b3438ccd2c24" providerId="LiveId" clId="{CEC14A6B-3A05-4564-BAB0-99E1D0B564EF}" dt="2024-08-12T19:35:17.712" v="1381"/>
          <ac:grpSpMkLst>
            <pc:docMk/>
            <pc:sldMk cId="1308869086" sldId="303"/>
            <ac:grpSpMk id="295" creationId="{1E72EF1F-83D1-C5C1-BF3A-02D6B2A15C76}"/>
          </ac:grpSpMkLst>
        </pc:grpChg>
        <pc:grpChg chg="add mod ord">
          <ac:chgData name="Ali Bu Hawraa" userId="c298b3438ccd2c24" providerId="LiveId" clId="{CEC14A6B-3A05-4564-BAB0-99E1D0B564EF}" dt="2024-08-12T19:35:17.712" v="1381"/>
          <ac:grpSpMkLst>
            <pc:docMk/>
            <pc:sldMk cId="1308869086" sldId="303"/>
            <ac:grpSpMk id="296" creationId="{83438AC0-47A7-0BC6-004C-92CCCBEC4D3C}"/>
          </ac:grpSpMkLst>
        </pc:grpChg>
        <pc:grpChg chg="add mod">
          <ac:chgData name="Ali Bu Hawraa" userId="c298b3438ccd2c24" providerId="LiveId" clId="{CEC14A6B-3A05-4564-BAB0-99E1D0B564EF}" dt="2024-08-12T19:35:16.366" v="1371"/>
          <ac:grpSpMkLst>
            <pc:docMk/>
            <pc:sldMk cId="1308869086" sldId="303"/>
            <ac:grpSpMk id="300" creationId="{E8922B96-CB2B-70D8-C3E6-3E380AA7AD7B}"/>
          </ac:grpSpMkLst>
        </pc:grpChg>
        <pc:grpChg chg="mod ord">
          <ac:chgData name="Ali Bu Hawraa" userId="c298b3438ccd2c24" providerId="LiveId" clId="{CEC14A6B-3A05-4564-BAB0-99E1D0B564EF}" dt="2024-08-12T19:35:16.366" v="1371"/>
          <ac:grpSpMkLst>
            <pc:docMk/>
            <pc:sldMk cId="1308869086" sldId="303"/>
            <ac:grpSpMk id="371" creationId="{B1766520-D2FD-DC69-B98C-6DE58146AF12}"/>
          </ac:grpSpMkLst>
        </pc:grpChg>
        <pc:grpChg chg="mod">
          <ac:chgData name="Ali Bu Hawraa" userId="c298b3438ccd2c24" providerId="LiveId" clId="{CEC14A6B-3A05-4564-BAB0-99E1D0B564EF}" dt="2024-08-12T19:35:16.366" v="1371"/>
          <ac:grpSpMkLst>
            <pc:docMk/>
            <pc:sldMk cId="1308869086" sldId="303"/>
            <ac:grpSpMk id="372" creationId="{CAEDFB70-8220-6A7A-2472-CD541455CA86}"/>
          </ac:grpSpMkLst>
        </pc:grpChg>
        <pc:grpChg chg="mod ord">
          <ac:chgData name="Ali Bu Hawraa" userId="c298b3438ccd2c24" providerId="LiveId" clId="{CEC14A6B-3A05-4564-BAB0-99E1D0B564EF}" dt="2024-08-12T19:35:16.366" v="1371"/>
          <ac:grpSpMkLst>
            <pc:docMk/>
            <pc:sldMk cId="1308869086" sldId="303"/>
            <ac:grpSpMk id="373" creationId="{51A8D337-5093-89AA-153A-4FA0842A5798}"/>
          </ac:grpSpMkLst>
        </pc:grpChg>
        <pc:grpChg chg="mod ord">
          <ac:chgData name="Ali Bu Hawraa" userId="c298b3438ccd2c24" providerId="LiveId" clId="{CEC14A6B-3A05-4564-BAB0-99E1D0B564EF}" dt="2024-09-09T15:52:43.199" v="4836" actId="1035"/>
          <ac:grpSpMkLst>
            <pc:docMk/>
            <pc:sldMk cId="1308869086" sldId="303"/>
            <ac:grpSpMk id="378" creationId="{A11CCC55-AB3C-FE4E-75C5-9811FF7ACE46}"/>
          </ac:grpSpMkLst>
        </pc:grpChg>
        <pc:grpChg chg="mod">
          <ac:chgData name="Ali Bu Hawraa" userId="c298b3438ccd2c24" providerId="LiveId" clId="{CEC14A6B-3A05-4564-BAB0-99E1D0B564EF}" dt="2024-08-12T19:35:40.796" v="1446"/>
          <ac:grpSpMkLst>
            <pc:docMk/>
            <pc:sldMk cId="1308869086" sldId="303"/>
            <ac:grpSpMk id="382" creationId="{DF07AECB-28D6-210E-FD00-495CE219ED55}"/>
          </ac:grpSpMkLst>
        </pc:grpChg>
        <pc:grpChg chg="mod ord">
          <ac:chgData name="Ali Bu Hawraa" userId="c298b3438ccd2c24" providerId="LiveId" clId="{CEC14A6B-3A05-4564-BAB0-99E1D0B564EF}" dt="2024-08-12T19:35:40.796" v="1446"/>
          <ac:grpSpMkLst>
            <pc:docMk/>
            <pc:sldMk cId="1308869086" sldId="303"/>
            <ac:grpSpMk id="383" creationId="{99037140-8775-2A62-21F9-06498CC7AC69}"/>
          </ac:grpSpMkLst>
        </pc:grpChg>
        <pc:grpChg chg="ord">
          <ac:chgData name="Ali Bu Hawraa" userId="c298b3438ccd2c24" providerId="LiveId" clId="{CEC14A6B-3A05-4564-BAB0-99E1D0B564EF}" dt="2024-08-12T19:36:03.115" v="1466"/>
          <ac:grpSpMkLst>
            <pc:docMk/>
            <pc:sldMk cId="1308869086" sldId="303"/>
            <ac:grpSpMk id="388" creationId="{579C15DC-D5DE-9642-1CCF-854F54A81E3F}"/>
          </ac:grpSpMkLst>
        </pc:grpChg>
        <pc:grpChg chg="add mod">
          <ac:chgData name="Ali Bu Hawraa" userId="c298b3438ccd2c24" providerId="LiveId" clId="{CEC14A6B-3A05-4564-BAB0-99E1D0B564EF}" dt="2024-08-12T19:36:18.001" v="1532"/>
          <ac:grpSpMkLst>
            <pc:docMk/>
            <pc:sldMk cId="1308869086" sldId="303"/>
            <ac:grpSpMk id="392" creationId="{B578626A-0DB0-345B-7BA6-560ED04B1E55}"/>
          </ac:grpSpMkLst>
        </pc:grpChg>
        <pc:grpChg chg="add mod ord">
          <ac:chgData name="Ali Bu Hawraa" userId="c298b3438ccd2c24" providerId="LiveId" clId="{CEC14A6B-3A05-4564-BAB0-99E1D0B564EF}" dt="2024-08-12T19:36:18.001" v="1532"/>
          <ac:grpSpMkLst>
            <pc:docMk/>
            <pc:sldMk cId="1308869086" sldId="303"/>
            <ac:grpSpMk id="393" creationId="{241CFE4D-4EF8-B855-37E9-E151C06B0785}"/>
          </ac:grpSpMkLst>
        </pc:grpChg>
        <pc:grpChg chg="add mod">
          <ac:chgData name="Ali Bu Hawraa" userId="c298b3438ccd2c24" providerId="LiveId" clId="{CEC14A6B-3A05-4564-BAB0-99E1D0B564EF}" dt="2024-08-12T19:36:16.865" v="1521"/>
          <ac:grpSpMkLst>
            <pc:docMk/>
            <pc:sldMk cId="1308869086" sldId="303"/>
            <ac:grpSpMk id="397" creationId="{53C404D9-3579-9F62-E1F1-1CE0C38F199C}"/>
          </ac:grpSpMkLst>
        </pc:grpChg>
        <pc:grpChg chg="mod ord">
          <ac:chgData name="Ali Bu Hawraa" userId="c298b3438ccd2c24" providerId="LiveId" clId="{CEC14A6B-3A05-4564-BAB0-99E1D0B564EF}" dt="2024-08-12T19:36:16.865" v="1521"/>
          <ac:grpSpMkLst>
            <pc:docMk/>
            <pc:sldMk cId="1308869086" sldId="303"/>
            <ac:grpSpMk id="444" creationId="{7A13280D-8AE2-5861-CFBB-1E9418BCC394}"/>
          </ac:grpSpMkLst>
        </pc:grpChg>
        <pc:grpChg chg="mod">
          <ac:chgData name="Ali Bu Hawraa" userId="c298b3438ccd2c24" providerId="LiveId" clId="{CEC14A6B-3A05-4564-BAB0-99E1D0B564EF}" dt="2024-08-12T19:36:16.865" v="1521"/>
          <ac:grpSpMkLst>
            <pc:docMk/>
            <pc:sldMk cId="1308869086" sldId="303"/>
            <ac:grpSpMk id="445" creationId="{F3F57772-03AA-2106-2B2B-16E42D8961FB}"/>
          </ac:grpSpMkLst>
        </pc:grpChg>
        <pc:grpChg chg="mod ord">
          <ac:chgData name="Ali Bu Hawraa" userId="c298b3438ccd2c24" providerId="LiveId" clId="{CEC14A6B-3A05-4564-BAB0-99E1D0B564EF}" dt="2024-08-12T19:36:16.865" v="1521"/>
          <ac:grpSpMkLst>
            <pc:docMk/>
            <pc:sldMk cId="1308869086" sldId="303"/>
            <ac:grpSpMk id="446" creationId="{2DDE5987-5343-257F-1D91-031C8BB5A211}"/>
          </ac:grpSpMkLst>
        </pc:grpChg>
        <pc:grpChg chg="mod ord">
          <ac:chgData name="Ali Bu Hawraa" userId="c298b3438ccd2c24" providerId="LiveId" clId="{CEC14A6B-3A05-4564-BAB0-99E1D0B564EF}" dt="2024-09-09T15:52:43.199" v="4836" actId="1035"/>
          <ac:grpSpMkLst>
            <pc:docMk/>
            <pc:sldMk cId="1308869086" sldId="303"/>
            <ac:grpSpMk id="451" creationId="{0EAEEB5A-D5AA-531E-AC91-928B17B2903A}"/>
          </ac:grpSpMkLst>
        </pc:grpChg>
        <pc:picChg chg="add mod">
          <ac:chgData name="Ali Bu Hawraa" userId="c298b3438ccd2c24" providerId="LiveId" clId="{CEC14A6B-3A05-4564-BAB0-99E1D0B564EF}" dt="2024-08-12T19:32:09.997" v="1065"/>
          <ac:picMkLst>
            <pc:docMk/>
            <pc:sldMk cId="1308869086" sldId="303"/>
            <ac:picMk id="9" creationId="{62FFB72C-0017-93CD-263A-33CEDB7FC650}"/>
          </ac:picMkLst>
        </pc:picChg>
        <pc:picChg chg="add del mod">
          <ac:chgData name="Ali Bu Hawraa" userId="c298b3438ccd2c24" providerId="LiveId" clId="{CEC14A6B-3A05-4564-BAB0-99E1D0B564EF}" dt="2024-08-12T19:32:19.055" v="1086" actId="478"/>
          <ac:picMkLst>
            <pc:docMk/>
            <pc:sldMk cId="1308869086" sldId="303"/>
            <ac:picMk id="49" creationId="{773E823A-F499-01A3-C0A5-1CB402C54E12}"/>
          </ac:picMkLst>
        </pc:picChg>
        <pc:picChg chg="del mod">
          <ac:chgData name="Ali Bu Hawraa" userId="c298b3438ccd2c24" providerId="LiveId" clId="{CEC14A6B-3A05-4564-BAB0-99E1D0B564EF}" dt="2024-08-12T19:34:33.691" v="1249" actId="478"/>
          <ac:picMkLst>
            <pc:docMk/>
            <pc:sldMk cId="1308869086" sldId="303"/>
            <ac:picMk id="54" creationId="{5FB9A4AF-9B96-444D-939F-18DF9C24EAF8}"/>
          </ac:picMkLst>
        </pc:picChg>
        <pc:picChg chg="add del mod">
          <ac:chgData name="Ali Bu Hawraa" userId="c298b3438ccd2c24" providerId="LiveId" clId="{CEC14A6B-3A05-4564-BAB0-99E1D0B564EF}" dt="2024-08-12T19:36:03.110" v="1464" actId="478"/>
          <ac:picMkLst>
            <pc:docMk/>
            <pc:sldMk cId="1308869086" sldId="303"/>
            <ac:picMk id="79" creationId="{D77C3308-6A2B-8C20-CF60-F4F937C3CD48}"/>
          </ac:picMkLst>
        </pc:picChg>
        <pc:picChg chg="del mod">
          <ac:chgData name="Ali Bu Hawraa" userId="c298b3438ccd2c24" providerId="LiveId" clId="{CEC14A6B-3A05-4564-BAB0-99E1D0B564EF}" dt="2024-08-12T19:35:08.289" v="1342" actId="478"/>
          <ac:picMkLst>
            <pc:docMk/>
            <pc:sldMk cId="1308869086" sldId="303"/>
            <ac:picMk id="84" creationId="{7730CE52-129F-BD6A-CA58-D20712F6AB7C}"/>
          </ac:picMkLst>
        </pc:picChg>
        <pc:picChg chg="del mod ord">
          <ac:chgData name="Ali Bu Hawraa" userId="c298b3438ccd2c24" providerId="LiveId" clId="{CEC14A6B-3A05-4564-BAB0-99E1D0B564EF}" dt="2024-08-12T19:33:48.273" v="1114" actId="478"/>
          <ac:picMkLst>
            <pc:docMk/>
            <pc:sldMk cId="1308869086" sldId="303"/>
            <ac:picMk id="98" creationId="{4EEF0522-7DAB-E684-1C93-9FFAB74D743B}"/>
          </ac:picMkLst>
        </pc:picChg>
        <pc:picChg chg="del mod ord">
          <ac:chgData name="Ali Bu Hawraa" userId="c298b3438ccd2c24" providerId="LiveId" clId="{CEC14A6B-3A05-4564-BAB0-99E1D0B564EF}" dt="2024-08-12T19:33:57.475" v="1142" actId="478"/>
          <ac:picMkLst>
            <pc:docMk/>
            <pc:sldMk cId="1308869086" sldId="303"/>
            <ac:picMk id="103" creationId="{0D982234-C4D3-AAB0-3F12-022D8183BF24}"/>
          </ac:picMkLst>
        </pc:picChg>
        <pc:picChg chg="add del mod ord">
          <ac:chgData name="Ali Bu Hawraa" userId="c298b3438ccd2c24" providerId="LiveId" clId="{CEC14A6B-3A05-4564-BAB0-99E1D0B564EF}" dt="2024-08-12T19:34:16.163" v="1223" actId="478"/>
          <ac:picMkLst>
            <pc:docMk/>
            <pc:sldMk cId="1308869086" sldId="303"/>
            <ac:picMk id="108" creationId="{C2DCC0C9-100D-95B1-F10A-3507E3E1C0AD}"/>
          </ac:picMkLst>
        </pc:picChg>
        <pc:picChg chg="add mod">
          <ac:chgData name="Ali Bu Hawraa" userId="c298b3438ccd2c24" providerId="LiveId" clId="{CEC14A6B-3A05-4564-BAB0-99E1D0B564EF}" dt="2024-08-12T19:34:07.018" v="1202"/>
          <ac:picMkLst>
            <pc:docMk/>
            <pc:sldMk cId="1308869086" sldId="303"/>
            <ac:picMk id="113" creationId="{1D659F1D-86FC-43D9-8363-C12BB14B5835}"/>
          </ac:picMkLst>
        </pc:picChg>
        <pc:picChg chg="mod ord">
          <ac:chgData name="Ali Bu Hawraa" userId="c298b3438ccd2c24" providerId="LiveId" clId="{CEC14A6B-3A05-4564-BAB0-99E1D0B564EF}" dt="2024-09-09T15:50:29.673" v="4804" actId="1035"/>
          <ac:picMkLst>
            <pc:docMk/>
            <pc:sldMk cId="1308869086" sldId="303"/>
            <ac:picMk id="182" creationId="{AC39D9E6-E845-6B60-DC2A-E59567237E83}"/>
          </ac:picMkLst>
        </pc:picChg>
        <pc:picChg chg="add del mod ord">
          <ac:chgData name="Ali Bu Hawraa" userId="c298b3438ccd2c24" providerId="LiveId" clId="{CEC14A6B-3A05-4564-BAB0-99E1D0B564EF}" dt="2024-08-12T19:34:51.276" v="1321" actId="478"/>
          <ac:picMkLst>
            <pc:docMk/>
            <pc:sldMk cId="1308869086" sldId="303"/>
            <ac:picMk id="187" creationId="{E193D2C8-E7DB-BDBA-B95E-833D5B594F46}"/>
          </ac:picMkLst>
        </pc:picChg>
        <pc:picChg chg="add mod">
          <ac:chgData name="Ali Bu Hawraa" userId="c298b3438ccd2c24" providerId="LiveId" clId="{CEC14A6B-3A05-4564-BAB0-99E1D0B564EF}" dt="2024-08-12T19:34:42.691" v="1302"/>
          <ac:picMkLst>
            <pc:docMk/>
            <pc:sldMk cId="1308869086" sldId="303"/>
            <ac:picMk id="192" creationId="{77E192B5-9EC6-F753-2A33-54E81F78EDFD}"/>
          </ac:picMkLst>
        </pc:picChg>
        <pc:picChg chg="mod ord">
          <ac:chgData name="Ali Bu Hawraa" userId="c298b3438ccd2c24" providerId="LiveId" clId="{CEC14A6B-3A05-4564-BAB0-99E1D0B564EF}" dt="2024-08-12T19:34:51.282" v="1327" actId="962"/>
          <ac:picMkLst>
            <pc:docMk/>
            <pc:sldMk cId="1308869086" sldId="303"/>
            <ac:picMk id="289" creationId="{C93BEA61-987D-952E-6050-5C5BB6895299}"/>
          </ac:picMkLst>
        </pc:picChg>
        <pc:picChg chg="add del mod ord">
          <ac:chgData name="Ali Bu Hawraa" userId="c298b3438ccd2c24" providerId="LiveId" clId="{CEC14A6B-3A05-4564-BAB0-99E1D0B564EF}" dt="2024-08-12T19:35:24.595" v="1396" actId="478"/>
          <ac:picMkLst>
            <pc:docMk/>
            <pc:sldMk cId="1308869086" sldId="303"/>
            <ac:picMk id="294" creationId="{4519E640-CAA3-E94D-4B3D-E031467DE33E}"/>
          </ac:picMkLst>
        </pc:picChg>
        <pc:picChg chg="add mod">
          <ac:chgData name="Ali Bu Hawraa" userId="c298b3438ccd2c24" providerId="LiveId" clId="{CEC14A6B-3A05-4564-BAB0-99E1D0B564EF}" dt="2024-08-12T19:35:17.712" v="1381"/>
          <ac:picMkLst>
            <pc:docMk/>
            <pc:sldMk cId="1308869086" sldId="303"/>
            <ac:picMk id="299" creationId="{E96D1F03-3FA1-ACBE-88CD-CFFF7D7E84FE}"/>
          </ac:picMkLst>
        </pc:picChg>
        <pc:picChg chg="mod ord">
          <ac:chgData name="Ali Bu Hawraa" userId="c298b3438ccd2c24" providerId="LiveId" clId="{CEC14A6B-3A05-4564-BAB0-99E1D0B564EF}" dt="2024-09-09T15:52:28.837" v="4830" actId="1036"/>
          <ac:picMkLst>
            <pc:docMk/>
            <pc:sldMk cId="1308869086" sldId="303"/>
            <ac:picMk id="376" creationId="{34941069-207C-EBBF-6369-79A09FD88BF8}"/>
          </ac:picMkLst>
        </pc:picChg>
        <pc:picChg chg="mod ord">
          <ac:chgData name="Ali Bu Hawraa" userId="c298b3438ccd2c24" providerId="LiveId" clId="{CEC14A6B-3A05-4564-BAB0-99E1D0B564EF}" dt="2024-08-12T19:35:40.796" v="1446"/>
          <ac:picMkLst>
            <pc:docMk/>
            <pc:sldMk cId="1308869086" sldId="303"/>
            <ac:picMk id="381" creationId="{59E8F452-535E-E69A-6F21-660614875BDD}"/>
          </ac:picMkLst>
        </pc:picChg>
        <pc:picChg chg="del mod ord">
          <ac:chgData name="Ali Bu Hawraa" userId="c298b3438ccd2c24" providerId="LiveId" clId="{CEC14A6B-3A05-4564-BAB0-99E1D0B564EF}" dt="2024-08-12T19:36:09.233" v="1486" actId="478"/>
          <ac:picMkLst>
            <pc:docMk/>
            <pc:sldMk cId="1308869086" sldId="303"/>
            <ac:picMk id="386" creationId="{13BBA3CB-D5D7-3502-6B7F-2DCDBE5F7C7B}"/>
          </ac:picMkLst>
        </pc:picChg>
        <pc:picChg chg="add del mod ord">
          <ac:chgData name="Ali Bu Hawraa" userId="c298b3438ccd2c24" providerId="LiveId" clId="{CEC14A6B-3A05-4564-BAB0-99E1D0B564EF}" dt="2024-08-12T19:36:25.652" v="1549" actId="478"/>
          <ac:picMkLst>
            <pc:docMk/>
            <pc:sldMk cId="1308869086" sldId="303"/>
            <ac:picMk id="391" creationId="{B6AB75DF-E9CC-571C-1D53-AB0CA6674B22}"/>
          </ac:picMkLst>
        </pc:picChg>
        <pc:picChg chg="add mod">
          <ac:chgData name="Ali Bu Hawraa" userId="c298b3438ccd2c24" providerId="LiveId" clId="{CEC14A6B-3A05-4564-BAB0-99E1D0B564EF}" dt="2024-08-12T19:36:18.001" v="1532"/>
          <ac:picMkLst>
            <pc:docMk/>
            <pc:sldMk cId="1308869086" sldId="303"/>
            <ac:picMk id="396" creationId="{0C23A03F-F6B8-23A5-2B5D-13E72837507D}"/>
          </ac:picMkLst>
        </pc:picChg>
        <pc:picChg chg="mod ord">
          <ac:chgData name="Ali Bu Hawraa" userId="c298b3438ccd2c24" providerId="LiveId" clId="{CEC14A6B-3A05-4564-BAB0-99E1D0B564EF}" dt="2024-09-09T15:50:38.807" v="4815" actId="1036"/>
          <ac:picMkLst>
            <pc:docMk/>
            <pc:sldMk cId="1308869086" sldId="303"/>
            <ac:picMk id="449" creationId="{6C1C9075-9340-30AD-1B65-678AA434F36F}"/>
          </ac:picMkLst>
        </pc:picChg>
        <pc:cxnChg chg="add del">
          <ac:chgData name="Ali Bu Hawraa" userId="c298b3438ccd2c24" providerId="LiveId" clId="{CEC14A6B-3A05-4564-BAB0-99E1D0B564EF}" dt="2024-09-09T15:48:57.906" v="4776" actId="11529"/>
          <ac:cxnSpMkLst>
            <pc:docMk/>
            <pc:sldMk cId="1308869086" sldId="303"/>
            <ac:cxnSpMk id="8" creationId="{2EF43630-D59F-5D34-6648-2EE6562FBD2F}"/>
          </ac:cxnSpMkLst>
        </pc:cxnChg>
        <pc:cxnChg chg="add del">
          <ac:chgData name="Ali Bu Hawraa" userId="c298b3438ccd2c24" providerId="LiveId" clId="{CEC14A6B-3A05-4564-BAB0-99E1D0B564EF}" dt="2024-09-09T15:49:21.635" v="4785" actId="478"/>
          <ac:cxnSpMkLst>
            <pc:docMk/>
            <pc:sldMk cId="1308869086" sldId="303"/>
            <ac:cxnSpMk id="10" creationId="{534D9AF7-B995-488F-DD24-93DAFBDC9216}"/>
          </ac:cxnSpMkLst>
        </pc:cxnChg>
        <pc:cxnChg chg="add del mod">
          <ac:chgData name="Ali Bu Hawraa" userId="c298b3438ccd2c24" providerId="LiveId" clId="{CEC14A6B-3A05-4564-BAB0-99E1D0B564EF}" dt="2024-09-09T15:52:23.077" v="4828" actId="478"/>
          <ac:cxnSpMkLst>
            <pc:docMk/>
            <pc:sldMk cId="1308869086" sldId="303"/>
            <ac:cxnSpMk id="12" creationId="{5B375439-8110-3C90-9DAC-7FBD745FA35B}"/>
          </ac:cxnSpMkLst>
        </pc:cxnChg>
      </pc:sldChg>
      <pc:sldChg chg="addSp delSp modSp mod modAnim">
        <pc:chgData name="Ali Bu Hawraa" userId="c298b3438ccd2c24" providerId="LiveId" clId="{CEC14A6B-3A05-4564-BAB0-99E1D0B564EF}" dt="2024-08-12T19:38:47.308" v="1874" actId="962"/>
        <pc:sldMkLst>
          <pc:docMk/>
          <pc:sldMk cId="492111656" sldId="306"/>
        </pc:sldMkLst>
        <pc:spChg chg="del ord">
          <ac:chgData name="Ali Bu Hawraa" userId="c298b3438ccd2c24" providerId="LiveId" clId="{CEC14A6B-3A05-4564-BAB0-99E1D0B564EF}" dt="2024-08-12T19:37:52.808" v="1721" actId="478"/>
          <ac:spMkLst>
            <pc:docMk/>
            <pc:sldMk cId="492111656" sldId="306"/>
            <ac:spMk id="7" creationId="{D951CA39-F466-1125-7E48-96B3F1D84DAC}"/>
          </ac:spMkLst>
        </pc:spChg>
        <pc:spChg chg="mod">
          <ac:chgData name="Ali Bu Hawraa" userId="c298b3438ccd2c24" providerId="LiveId" clId="{CEC14A6B-3A05-4564-BAB0-99E1D0B564EF}" dt="2024-08-12T19:38:01.683" v="1758"/>
          <ac:spMkLst>
            <pc:docMk/>
            <pc:sldMk cId="492111656" sldId="306"/>
            <ac:spMk id="13" creationId="{79A61C85-5641-3694-86F8-61BFE5773B99}"/>
          </ac:spMkLst>
        </pc:spChg>
        <pc:spChg chg="mod">
          <ac:chgData name="Ali Bu Hawraa" userId="c298b3438ccd2c24" providerId="LiveId" clId="{CEC14A6B-3A05-4564-BAB0-99E1D0B564EF}" dt="2024-08-12T19:38:37.443" v="1849"/>
          <ac:spMkLst>
            <pc:docMk/>
            <pc:sldMk cId="492111656" sldId="306"/>
            <ac:spMk id="16" creationId="{71CC5378-A9AC-95AE-4278-2AA3CB153CF5}"/>
          </ac:spMkLst>
        </pc:spChg>
        <pc:spChg chg="add del mod ord">
          <ac:chgData name="Ali Bu Hawraa" userId="c298b3438ccd2c24" providerId="LiveId" clId="{CEC14A6B-3A05-4564-BAB0-99E1D0B564EF}" dt="2024-08-12T19:38:01.683" v="1758"/>
          <ac:spMkLst>
            <pc:docMk/>
            <pc:sldMk cId="492111656" sldId="306"/>
            <ac:spMk id="18" creationId="{3C13141D-3D06-C2C3-3263-A37F8D7571E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24" creationId="{1554DECE-E6D6-55AA-2CAC-03E7DFA36EA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25" creationId="{61F63534-B824-389C-BA11-FEEB21BF656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26" creationId="{65FCD6A4-FD17-B6C1-C940-5EC5F52CFC9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27" creationId="{C140A120-D305-02CC-2CB3-D588103B2548}"/>
          </ac:spMkLst>
        </pc:spChg>
        <pc:spChg chg="mod">
          <ac:chgData name="Ali Bu Hawraa" userId="c298b3438ccd2c24" providerId="LiveId" clId="{CEC14A6B-3A05-4564-BAB0-99E1D0B564EF}" dt="2024-08-12T19:38:37.443" v="1849"/>
          <ac:spMkLst>
            <pc:docMk/>
            <pc:sldMk cId="492111656" sldId="306"/>
            <ac:spMk id="30" creationId="{14FCCF50-D362-544A-FA36-6FE6C0D7B67A}"/>
          </ac:spMkLst>
        </pc:spChg>
        <pc:spChg chg="mod">
          <ac:chgData name="Ali Bu Hawraa" userId="c298b3438ccd2c24" providerId="LiveId" clId="{CEC14A6B-3A05-4564-BAB0-99E1D0B564EF}" dt="2024-08-12T19:38:01.683" v="1758"/>
          <ac:spMkLst>
            <pc:docMk/>
            <pc:sldMk cId="492111656" sldId="306"/>
            <ac:spMk id="32" creationId="{C9ED6EA5-7E08-F9DA-1559-240CCEBCC5E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35" creationId="{4BEC0DEC-E11A-B6E8-AE5E-B5C80E5F5E5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36" creationId="{6D87E80C-08D3-36A6-6218-0426FF5E366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37" creationId="{7CF475F2-191D-7795-0D62-8A874F0127B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38" creationId="{BF4FC4D4-6030-08DD-6E24-F1B79107887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39" creationId="{0CACB341-4F9D-74C8-A3CE-94EF24B8BDCD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0" creationId="{A985AF40-099C-B510-0FEC-2324642F8707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1" creationId="{6358D630-72AC-7F11-45A7-8AC564E4490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2" creationId="{80700D2C-3B61-79B8-BBDB-0B125286982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3" creationId="{1FFAB5D7-6A2A-057A-7EA6-DF694B4DDC5D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4" creationId="{BEE25584-B521-6D7C-1396-9EDAB3506F8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5" creationId="{C95703EB-DD93-DF41-2EF5-0C62D923252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6" creationId="{ED40B747-1FB0-D399-46B4-E34D96D4639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7" creationId="{68831485-4BEB-7E50-F56A-B6D683AD75E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8" creationId="{1BA8E590-6451-BA38-7B7F-A9AE9E990CA3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49" creationId="{BE7283F0-2B8D-3473-EDEE-C8046D265B0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0" creationId="{0D86EFA7-2912-83DB-9A11-B1D67D78A63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1" creationId="{49B86AF6-3A1A-2EB4-44C0-362EFD5DB43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2" creationId="{D7DD0B65-D919-36A2-D2DD-5004377070E5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3" creationId="{D2019F23-4D2C-D899-C58D-6798BD82BCB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4" creationId="{597BD00A-BC09-C93B-C549-0CF0CE33838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5" creationId="{6E13BD83-9373-A956-F886-B167FC7D114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6" creationId="{0823ECA7-08C3-41F3-864A-4B7E527DAF7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7" creationId="{6C5533EB-5540-78BB-1962-376033EC876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8" creationId="{85C50E97-FBF7-FFB2-1219-FCF9266C153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59" creationId="{70A94C85-7974-FF13-2EF8-F8D24497745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0" creationId="{F8ADB606-056A-27D6-B7C2-55EC6C121127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1" creationId="{AE782AFD-BFFF-0332-6955-A7F56469A6E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2" creationId="{554A89C0-6648-2A03-56C7-48E65FDB079F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3" creationId="{14C74BAC-7C30-5A41-233C-DC8C4CE3D89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4" creationId="{9AD2D515-81D8-8A02-DBC5-E107703F4AD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5" creationId="{7D87B611-D57C-9BB2-A58A-F92E4C81323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6" creationId="{F70635B5-C284-62BC-6436-2D54DC702DA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7" creationId="{06A57E89-9FBB-51AF-EA4E-DF2806B43CF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8" creationId="{CDE88854-00C5-7EA5-F69E-7EF62E9715A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69" creationId="{E6D36A3B-DA05-332F-E5D5-CAB323FCA17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0" creationId="{C154ACAC-67E8-5C0C-9579-BCA290B4057E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1" creationId="{9F095DD4-E7DB-2EC6-1C8E-1A663CD6CC1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2" creationId="{B4E5F557-7318-B8FD-8BBF-D897E567E5BE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3" creationId="{B383E365-C2D6-5B8D-3494-FED4013FB67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4" creationId="{BF50788A-841E-6FB4-5608-77AEE0EB860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5" creationId="{6A02BA50-BCD0-6B07-160A-33BC1B91DC3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6" creationId="{E0371F24-4805-074E-A52E-8113CFB423C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7" creationId="{07023B3D-2E82-9C34-8CB0-6C3C65D35367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8" creationId="{B825C405-729C-32AA-3C3D-67380124DC2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79" creationId="{6AD162D0-E67A-B7D9-C6FE-975B7940AFA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0" creationId="{CDD47BBC-8B17-2941-72B2-AFEAC7B81A15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1" creationId="{F676EA91-27E8-98E2-B077-DD179F3F5B0E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2" creationId="{F80427A4-0E59-D591-868B-1CAE1542C01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3" creationId="{B0A5EEF9-0136-9A19-F56A-EA3561B49F0F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4" creationId="{3872D663-6384-5524-72E4-1FDB4539128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5" creationId="{645E8085-A444-F1B6-C59E-FAFAF593D80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6" creationId="{C7A75D2B-187C-CEB5-B3BB-0E2C490A9EB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7" creationId="{1F1912F8-4FC4-1C3F-30FE-677B28F3470D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8" creationId="{C0D4B761-FB8C-B7FA-D1E4-4B304F1D2E8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89" creationId="{89CB497B-74E0-CB07-A128-4E0DE69589D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0" creationId="{6A3FD683-4E0F-55CA-9152-929F75B78C9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1" creationId="{60FEBE57-6BBB-0BE5-F8B6-AF44B5FE197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2" creationId="{EE07F68A-1F36-15C6-1E5A-7AA8BC5C4306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3" creationId="{C2695C40-124E-92E7-0FAD-CB3CE0DC2643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4" creationId="{053463E9-4608-8EB7-EA86-4E12A1C7CF83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5" creationId="{11E060C7-6E24-9C59-CA85-109F6842232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6" creationId="{8C5A5141-6C59-1FAF-49CB-4E1D46F356D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7" creationId="{AA28D758-10A7-AF65-7FF4-1E72383080D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8" creationId="{46DC7E6F-279A-5A1C-6C91-887116E21D7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99" creationId="{77340C48-FA7A-ED55-67B0-9995E303724C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0" creationId="{520B07D4-EAAA-39EB-25E7-71349087993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1" creationId="{386BAFFE-DDD1-8ECE-91C3-010F545AEFC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2" creationId="{36578669-915F-995E-D9CD-FCF6FEF5B1D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3" creationId="{2391F8B0-80CC-1432-7993-E819C3AAF7A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4" creationId="{6A62014D-EBD2-FA56-DEA0-4B8B0CB9E0B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5" creationId="{BFE8B475-6804-5B7B-BA86-6478D86F70B5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6" creationId="{B3F09F7E-5D5E-524A-A7FC-BB667C9C50A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7" creationId="{E7915F51-ADCE-ACC8-CC4F-9C47D693C5D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8" creationId="{FFEE5B01-D13C-D38E-351A-7FE0E4B88E9E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09" creationId="{258406A3-713F-05A9-B472-9A03C789AFE7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0" creationId="{B5ECA517-F36C-C6E3-B601-BE180D051F7F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1" creationId="{F34064E1-91D3-DB0C-5247-2581B2D531A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2" creationId="{B3147A05-ACFB-0FD2-D701-6F6C4171E735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3" creationId="{B2521278-980F-E950-9216-5BFA7442EE3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4" creationId="{A88AA46B-D252-4476-B361-24A790C06802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5" creationId="{42C80684-0998-ED74-890A-8002DD1F3B8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6" creationId="{4F9DB667-1410-265F-0FCC-D7B62B81FD1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7" creationId="{C1809583-0762-05AE-4E15-4CC163542EF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8" creationId="{D7C485BA-EEA6-C696-2C21-C407A5394F7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19" creationId="{BBA8890B-2B1C-AFA6-D170-03B4E66D6805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0" creationId="{8FC13EE5-E941-2331-7327-F86C5B82E728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1" creationId="{4CDEBAC1-4218-A5C0-EE89-53A3938EA1C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2" creationId="{5F50DDC9-F3FD-A184-80B2-08A30276B370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3" creationId="{AC9BFB96-274E-D503-CBF0-4735BAD8BB2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4" creationId="{184B917A-C965-2E36-91E8-53B88146530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5" creationId="{9166DD55-6BFC-EC55-1FD8-7651B5D5F95D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6" creationId="{984CD77B-786D-9C69-8485-58F06FDC3A7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7" creationId="{67D7AEDE-A261-9D5E-BA5F-9114DA7350BA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8" creationId="{4225E568-4B00-BFC6-8997-7D8B3284960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29" creationId="{F8162A35-F68D-0FAC-485A-E7E77EF51F81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30" creationId="{FD223FCE-C703-4633-9C26-3B90A8BB1F29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31" creationId="{1FF56900-1AF2-2CFD-13EF-579655F8107F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32" creationId="{BA04E767-46E9-5799-CB7E-E5D04FA52B74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33" creationId="{8B7EE546-0925-7A30-A932-B447902198FB}"/>
          </ac:spMkLst>
        </pc:spChg>
        <pc:spChg chg="mod">
          <ac:chgData name="Ali Bu Hawraa" userId="c298b3438ccd2c24" providerId="LiveId" clId="{CEC14A6B-3A05-4564-BAB0-99E1D0B564EF}" dt="2024-08-12T19:38:00.514" v="1748"/>
          <ac:spMkLst>
            <pc:docMk/>
            <pc:sldMk cId="492111656" sldId="306"/>
            <ac:spMk id="134" creationId="{D21112A2-0335-1432-38DD-BB452F8C1045}"/>
          </ac:spMkLst>
        </pc:spChg>
        <pc:spChg chg="del ord">
          <ac:chgData name="Ali Bu Hawraa" userId="c298b3438ccd2c24" providerId="LiveId" clId="{CEC14A6B-3A05-4564-BAB0-99E1D0B564EF}" dt="2024-08-12T19:38:09.308" v="1775" actId="478"/>
          <ac:spMkLst>
            <pc:docMk/>
            <pc:sldMk cId="492111656" sldId="306"/>
            <ac:spMk id="138" creationId="{CAD50E8F-E42B-BB93-C86A-EB8CBAC0CAE1}"/>
          </ac:spMkLst>
        </pc:spChg>
        <pc:spChg chg="del ord">
          <ac:chgData name="Ali Bu Hawraa" userId="c298b3438ccd2c24" providerId="LiveId" clId="{CEC14A6B-3A05-4564-BAB0-99E1D0B564EF}" dt="2024-08-12T19:38:25.057" v="1800" actId="478"/>
          <ac:spMkLst>
            <pc:docMk/>
            <pc:sldMk cId="492111656" sldId="306"/>
            <ac:spMk id="143" creationId="{713D15BD-62C8-E790-2199-756FC524394A}"/>
          </ac:spMkLst>
        </pc:spChg>
        <pc:spChg chg="add del mod ord">
          <ac:chgData name="Ali Bu Hawraa" userId="c298b3438ccd2c24" providerId="LiveId" clId="{CEC14A6B-3A05-4564-BAB0-99E1D0B564EF}" dt="2024-08-12T19:38:37.443" v="1849"/>
          <ac:spMkLst>
            <pc:docMk/>
            <pc:sldMk cId="492111656" sldId="306"/>
            <ac:spMk id="148" creationId="{B38DE1C8-9F10-E7F6-8E89-7702A5F5338C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2" creationId="{0259BE0E-4687-8740-C16A-BF4EF3CC05F4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3" creationId="{6DB01445-1E3C-7F8B-9A73-FB007CC003E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4" creationId="{DE8A7514-7C59-5E15-60E1-E0EE9B3DDAC8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5" creationId="{7B04FF21-765F-BD87-7A79-081A5EE9380D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6" creationId="{0997F177-962D-49AB-CCAE-9BC041696CA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7" creationId="{D0194701-867D-CC8E-6D77-9B6138C8C97D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8" creationId="{F8048082-29A5-CDD5-3291-248137E6817E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59" creationId="{48576C97-9AD7-A781-94FB-52F5EB154073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0" creationId="{405E5C4D-EB22-6C48-24ED-A266F1BB2920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1" creationId="{942E1B92-A169-E438-EB25-27DF5960ECAF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2" creationId="{6D34708C-4738-2AB7-EB5C-F983C79516D9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3" creationId="{4DD25CDC-0D05-E0E0-6495-300F9A1EDBCB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4" creationId="{931A8378-FAE2-9061-51A2-EAF1EE9A2E39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5" creationId="{F3AC5C29-93C3-B213-ECD1-2299685D806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6" creationId="{59F9046A-AC01-2D56-6814-40BAE822BC3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7" creationId="{ED00A7D8-18C7-ACB5-289A-364B4E67E73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8" creationId="{40D198D0-5EE4-2300-9F87-EA09BD72A44D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69" creationId="{604C96AA-21A6-15F6-C33C-2B56DEB456CB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0" creationId="{A96EE86F-84D5-B016-45F4-E3BD6C2B2399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1" creationId="{D8FE1264-E085-6FA3-B82D-CF4348B471D4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2" creationId="{3B7ECD95-F5DC-A171-A721-7DD4C12CA156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3" creationId="{F9457D3E-B055-6F36-ACA2-2D70DF931C9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4" creationId="{D59C10B5-8C51-834B-F1BE-1C6A5A5C486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5" creationId="{4E37E04D-846C-6AFE-E07C-DF983EF3399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6" creationId="{13EA9404-1607-FA2C-3977-43ED8048101C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7" creationId="{CD30FD0E-0444-14E6-029C-FACAF74894DC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8" creationId="{EB0A13F2-9E30-C62B-772C-7C2D8D11ED9D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79" creationId="{A5017C9F-4FFC-3BF5-AAEC-34726D80811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0" creationId="{434E5A26-E77C-FBD1-82E7-80EECD389890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1" creationId="{69A8EF84-A7BE-2284-4609-73B225B56071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2" creationId="{504B0D44-A704-B316-710B-6E8DAAB8511C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3" creationId="{BF3E3E21-67DD-0904-CA62-7C70591971A1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4" creationId="{1BA62C4C-B922-0FF2-7C92-FC1C3F24B92F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5" creationId="{C7154A4D-92BE-9CE2-C0EA-9D89B8413B49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6" creationId="{0E4B407C-B2EB-CBEA-5DE0-CD70C1E8238E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7" creationId="{FF68BDD0-6D2B-A65B-98B0-6D677A121C1C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8" creationId="{4D86AA10-4048-7BD5-0524-E68F5FC69543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89" creationId="{72EE8F07-6157-E2E4-F14A-014AB1313633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0" creationId="{380D32BB-ECCD-1B99-B859-BA3252CE8BE1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1" creationId="{381BB052-2C61-2DCC-B9FB-2AAA89F247B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2" creationId="{783147DF-A5A2-788B-B1F6-27A96592A67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3" creationId="{E857A9A3-5617-CD63-AD61-E5BED0E93DE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4" creationId="{49FF3BB0-EC68-51A7-B651-F8E182E6064D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5" creationId="{0F6D1D6A-E3CB-4208-1899-2033BC204C90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6" creationId="{36AF8337-9796-B228-1DFB-662ED2A72854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7" creationId="{C078076B-E9BA-DCA2-E926-34C63E489FF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8" creationId="{083607AE-88A8-E8DC-2C4E-CA8C53DCF3C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199" creationId="{63B0CC78-AE56-BC29-4167-0B3525AECC4A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0" creationId="{D93A56DA-2D33-3EA4-BBF2-EBACA429AB7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1" creationId="{879A7A82-8525-65B3-E807-8932D7E7E24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2" creationId="{BEF1E60D-DFEF-94B5-E9E4-FD61416DF30E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3" creationId="{4BA7DA3D-34DB-E0EC-EED4-76789DE9753E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4" creationId="{88B3F42E-7B5D-BBE4-B4F0-A9BCC1B0E177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5" creationId="{C730D7EB-A800-144A-1E4B-F9EFF9C2C67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6" creationId="{22098E7B-FF97-12C6-94D3-6C60D505E957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7" creationId="{94C50FB6-7BE1-42C6-367F-F99E65E3A50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8" creationId="{33A071E8-1A14-7152-044B-6B8C850EFF4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09" creationId="{E1FC8B06-2657-B6A3-763D-A3D2CEA8AA5B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0" creationId="{F728A1B8-8FFD-41E6-4CC0-7E39A89FE5B7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1" creationId="{B6B00E05-2E55-15AC-4C27-4A672E8880BB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2" creationId="{AEDF9C85-CD65-9A92-F62C-C98D1969AF3F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3" creationId="{0FA96C9C-26F3-7EAC-2A3B-775016B396F2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4" creationId="{0F3FABEA-4256-7CC4-CA3F-51069F3EC0E4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5" creationId="{2AC6E8F5-7A76-B26F-F901-1DBFF0B13113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6" creationId="{57A6658F-1D78-E5BA-C6B3-84AA3F22D109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7" creationId="{DAF8C520-26F1-3FAF-FB28-44C4195200A5}"/>
          </ac:spMkLst>
        </pc:spChg>
        <pc:spChg chg="mod">
          <ac:chgData name="Ali Bu Hawraa" userId="c298b3438ccd2c24" providerId="LiveId" clId="{CEC14A6B-3A05-4564-BAB0-99E1D0B564EF}" dt="2024-08-12T19:38:36.451" v="1837"/>
          <ac:spMkLst>
            <pc:docMk/>
            <pc:sldMk cId="492111656" sldId="306"/>
            <ac:spMk id="218" creationId="{530109D3-D2BD-5ECF-5992-18DE8F989414}"/>
          </ac:spMkLst>
        </pc:spChg>
        <pc:spChg chg="del ord">
          <ac:chgData name="Ali Bu Hawraa" userId="c298b3438ccd2c24" providerId="LiveId" clId="{CEC14A6B-3A05-4564-BAB0-99E1D0B564EF}" dt="2024-08-12T19:38:47.308" v="1872" actId="478"/>
          <ac:spMkLst>
            <pc:docMk/>
            <pc:sldMk cId="492111656" sldId="306"/>
            <ac:spMk id="222" creationId="{65A39262-136A-4200-F3F0-947C95DA7D73}"/>
          </ac:spMkLst>
        </pc:spChg>
        <pc:grpChg chg="add mod">
          <ac:chgData name="Ali Bu Hawraa" userId="c298b3438ccd2c24" providerId="LiveId" clId="{CEC14A6B-3A05-4564-BAB0-99E1D0B564EF}" dt="2024-08-12T19:38:01.683" v="1758"/>
          <ac:grpSpMkLst>
            <pc:docMk/>
            <pc:sldMk cId="492111656" sldId="306"/>
            <ac:grpSpMk id="15" creationId="{3F3549CA-DECD-93C7-4223-120BE8784F8C}"/>
          </ac:grpSpMkLst>
        </pc:grpChg>
        <pc:grpChg chg="add mod ord">
          <ac:chgData name="Ali Bu Hawraa" userId="c298b3438ccd2c24" providerId="LiveId" clId="{CEC14A6B-3A05-4564-BAB0-99E1D0B564EF}" dt="2024-08-12T19:38:01.683" v="1758"/>
          <ac:grpSpMkLst>
            <pc:docMk/>
            <pc:sldMk cId="492111656" sldId="306"/>
            <ac:grpSpMk id="17" creationId="{E248A485-515D-6261-92CC-8692693756DF}"/>
          </ac:grpSpMkLst>
        </pc:grpChg>
        <pc:grpChg chg="add mod">
          <ac:chgData name="Ali Bu Hawraa" userId="c298b3438ccd2c24" providerId="LiveId" clId="{CEC14A6B-3A05-4564-BAB0-99E1D0B564EF}" dt="2024-08-12T19:38:00.514" v="1748"/>
          <ac:grpSpMkLst>
            <pc:docMk/>
            <pc:sldMk cId="492111656" sldId="306"/>
            <ac:grpSpMk id="23" creationId="{2EBFD844-DC6B-B826-D6DB-22565E1FC0EC}"/>
          </ac:grpSpMkLst>
        </pc:grpChg>
        <pc:grpChg chg="mod ord">
          <ac:chgData name="Ali Bu Hawraa" userId="c298b3438ccd2c24" providerId="LiveId" clId="{CEC14A6B-3A05-4564-BAB0-99E1D0B564EF}" dt="2024-08-12T19:38:00.514" v="1748"/>
          <ac:grpSpMkLst>
            <pc:docMk/>
            <pc:sldMk cId="492111656" sldId="306"/>
            <ac:grpSpMk id="135" creationId="{D5B602F0-B883-5328-FA4B-C8EB3805AAF6}"/>
          </ac:grpSpMkLst>
        </pc:grpChg>
        <pc:grpChg chg="mod">
          <ac:chgData name="Ali Bu Hawraa" userId="c298b3438ccd2c24" providerId="LiveId" clId="{CEC14A6B-3A05-4564-BAB0-99E1D0B564EF}" dt="2024-08-12T19:38:00.514" v="1748"/>
          <ac:grpSpMkLst>
            <pc:docMk/>
            <pc:sldMk cId="492111656" sldId="306"/>
            <ac:grpSpMk id="136" creationId="{AE5C0D97-2A1F-8165-5674-500752F739B2}"/>
          </ac:grpSpMkLst>
        </pc:grpChg>
        <pc:grpChg chg="mod ord">
          <ac:chgData name="Ali Bu Hawraa" userId="c298b3438ccd2c24" providerId="LiveId" clId="{CEC14A6B-3A05-4564-BAB0-99E1D0B564EF}" dt="2024-08-12T19:38:00.514" v="1748"/>
          <ac:grpSpMkLst>
            <pc:docMk/>
            <pc:sldMk cId="492111656" sldId="306"/>
            <ac:grpSpMk id="137" creationId="{CDCFDF90-AADE-7C9B-DE23-9BF59F1CD403}"/>
          </ac:grpSpMkLst>
        </pc:grpChg>
        <pc:grpChg chg="ord">
          <ac:chgData name="Ali Bu Hawraa" userId="c298b3438ccd2c24" providerId="LiveId" clId="{CEC14A6B-3A05-4564-BAB0-99E1D0B564EF}" dt="2024-08-12T19:38:09.308" v="1774"/>
          <ac:grpSpMkLst>
            <pc:docMk/>
            <pc:sldMk cId="492111656" sldId="306"/>
            <ac:grpSpMk id="142" creationId="{DB713526-AA78-9B80-09D0-F04A9CD1D5D2}"/>
          </ac:grpSpMkLst>
        </pc:grpChg>
        <pc:grpChg chg="add mod">
          <ac:chgData name="Ali Bu Hawraa" userId="c298b3438ccd2c24" providerId="LiveId" clId="{CEC14A6B-3A05-4564-BAB0-99E1D0B564EF}" dt="2024-08-12T19:38:37.443" v="1849"/>
          <ac:grpSpMkLst>
            <pc:docMk/>
            <pc:sldMk cId="492111656" sldId="306"/>
            <ac:grpSpMk id="146" creationId="{F6749729-F174-6173-C88C-BF7E92EE1F45}"/>
          </ac:grpSpMkLst>
        </pc:grpChg>
        <pc:grpChg chg="add mod ord">
          <ac:chgData name="Ali Bu Hawraa" userId="c298b3438ccd2c24" providerId="LiveId" clId="{CEC14A6B-3A05-4564-BAB0-99E1D0B564EF}" dt="2024-08-12T19:38:37.443" v="1849"/>
          <ac:grpSpMkLst>
            <pc:docMk/>
            <pc:sldMk cId="492111656" sldId="306"/>
            <ac:grpSpMk id="147" creationId="{1135B0B1-98DF-2FBF-1A71-B4B93AE8A650}"/>
          </ac:grpSpMkLst>
        </pc:grpChg>
        <pc:grpChg chg="add mod">
          <ac:chgData name="Ali Bu Hawraa" userId="c298b3438ccd2c24" providerId="LiveId" clId="{CEC14A6B-3A05-4564-BAB0-99E1D0B564EF}" dt="2024-08-12T19:38:36.451" v="1837"/>
          <ac:grpSpMkLst>
            <pc:docMk/>
            <pc:sldMk cId="492111656" sldId="306"/>
            <ac:grpSpMk id="151" creationId="{84738643-7122-6943-9491-A1AC3A43F8A1}"/>
          </ac:grpSpMkLst>
        </pc:grpChg>
        <pc:grpChg chg="mod ord">
          <ac:chgData name="Ali Bu Hawraa" userId="c298b3438ccd2c24" providerId="LiveId" clId="{CEC14A6B-3A05-4564-BAB0-99E1D0B564EF}" dt="2024-08-12T19:38:36.451" v="1837"/>
          <ac:grpSpMkLst>
            <pc:docMk/>
            <pc:sldMk cId="492111656" sldId="306"/>
            <ac:grpSpMk id="219" creationId="{8697C5F8-B3A5-5FD6-64AF-28021476155E}"/>
          </ac:grpSpMkLst>
        </pc:grpChg>
        <pc:grpChg chg="mod">
          <ac:chgData name="Ali Bu Hawraa" userId="c298b3438ccd2c24" providerId="LiveId" clId="{CEC14A6B-3A05-4564-BAB0-99E1D0B564EF}" dt="2024-08-12T19:38:36.451" v="1837"/>
          <ac:grpSpMkLst>
            <pc:docMk/>
            <pc:sldMk cId="492111656" sldId="306"/>
            <ac:grpSpMk id="220" creationId="{337B98EB-D95A-8940-ADE0-C11C26064C29}"/>
          </ac:grpSpMkLst>
        </pc:grpChg>
        <pc:grpChg chg="mod ord">
          <ac:chgData name="Ali Bu Hawraa" userId="c298b3438ccd2c24" providerId="LiveId" clId="{CEC14A6B-3A05-4564-BAB0-99E1D0B564EF}" dt="2024-08-12T19:38:36.451" v="1837"/>
          <ac:grpSpMkLst>
            <pc:docMk/>
            <pc:sldMk cId="492111656" sldId="306"/>
            <ac:grpSpMk id="221" creationId="{6FF28CCE-71C0-E3D6-CC69-B62436FCE6B2}"/>
          </ac:grpSpMkLst>
        </pc:grpChg>
        <pc:grpChg chg="ord">
          <ac:chgData name="Ali Bu Hawraa" userId="c298b3438ccd2c24" providerId="LiveId" clId="{CEC14A6B-3A05-4564-BAB0-99E1D0B564EF}" dt="2024-08-12T19:38:47.308" v="1871"/>
          <ac:grpSpMkLst>
            <pc:docMk/>
            <pc:sldMk cId="492111656" sldId="306"/>
            <ac:grpSpMk id="226" creationId="{2F0E54E1-6283-59C7-7CC2-2885DDD03D9B}"/>
          </ac:grpSpMkLst>
        </pc:grpChg>
        <pc:picChg chg="del mod">
          <ac:chgData name="Ali Bu Hawraa" userId="c298b3438ccd2c24" providerId="LiveId" clId="{CEC14A6B-3A05-4564-BAB0-99E1D0B564EF}" dt="2024-08-12T19:37:52.804" v="1719" actId="478"/>
          <ac:picMkLst>
            <pc:docMk/>
            <pc:sldMk cId="492111656" sldId="306"/>
            <ac:picMk id="9" creationId="{C78ADEEB-4668-C502-1BCF-310884D0D0F4}"/>
          </ac:picMkLst>
        </pc:picChg>
        <pc:picChg chg="add del mod ord">
          <ac:chgData name="Ali Bu Hawraa" userId="c298b3438ccd2c24" providerId="LiveId" clId="{CEC14A6B-3A05-4564-BAB0-99E1D0B564EF}" dt="2024-08-12T19:38:09.304" v="1773" actId="478"/>
          <ac:picMkLst>
            <pc:docMk/>
            <pc:sldMk cId="492111656" sldId="306"/>
            <ac:picMk id="14" creationId="{FAFD3341-169A-0DD4-3293-D20D9BEA8847}"/>
          </ac:picMkLst>
        </pc:picChg>
        <pc:picChg chg="add mod">
          <ac:chgData name="Ali Bu Hawraa" userId="c298b3438ccd2c24" providerId="LiveId" clId="{CEC14A6B-3A05-4564-BAB0-99E1D0B564EF}" dt="2024-08-12T19:38:01.683" v="1758"/>
          <ac:picMkLst>
            <pc:docMk/>
            <pc:sldMk cId="492111656" sldId="306"/>
            <ac:picMk id="22" creationId="{18DB3BF9-4ACC-7995-CAC9-4B6BE1BB8E2C}"/>
          </ac:picMkLst>
        </pc:picChg>
        <pc:picChg chg="del mod">
          <ac:chgData name="Ali Bu Hawraa" userId="c298b3438ccd2c24" providerId="LiveId" clId="{CEC14A6B-3A05-4564-BAB0-99E1D0B564EF}" dt="2024-08-12T19:38:25.051" v="1796" actId="478"/>
          <ac:picMkLst>
            <pc:docMk/>
            <pc:sldMk cId="492111656" sldId="306"/>
            <ac:picMk id="28" creationId="{82E37EF9-7B7F-3064-AE70-75886F69A62E}"/>
          </ac:picMkLst>
        </pc:picChg>
        <pc:picChg chg="mod ord">
          <ac:chgData name="Ali Bu Hawraa" userId="c298b3438ccd2c24" providerId="LiveId" clId="{CEC14A6B-3A05-4564-BAB0-99E1D0B564EF}" dt="2024-08-12T19:38:09.309" v="1777" actId="962"/>
          <ac:picMkLst>
            <pc:docMk/>
            <pc:sldMk cId="492111656" sldId="306"/>
            <ac:picMk id="140" creationId="{8202C3C1-A17E-43F3-7C9E-E34415F40DDC}"/>
          </ac:picMkLst>
        </pc:picChg>
        <pc:picChg chg="add del mod ord">
          <ac:chgData name="Ali Bu Hawraa" userId="c298b3438ccd2c24" providerId="LiveId" clId="{CEC14A6B-3A05-4564-BAB0-99E1D0B564EF}" dt="2024-08-12T19:38:47.303" v="1868" actId="478"/>
          <ac:picMkLst>
            <pc:docMk/>
            <pc:sldMk cId="492111656" sldId="306"/>
            <ac:picMk id="145" creationId="{212D2457-6558-3D81-C7C5-279FAB33704A}"/>
          </ac:picMkLst>
        </pc:picChg>
        <pc:picChg chg="add mod">
          <ac:chgData name="Ali Bu Hawraa" userId="c298b3438ccd2c24" providerId="LiveId" clId="{CEC14A6B-3A05-4564-BAB0-99E1D0B564EF}" dt="2024-08-12T19:38:37.443" v="1849"/>
          <ac:picMkLst>
            <pc:docMk/>
            <pc:sldMk cId="492111656" sldId="306"/>
            <ac:picMk id="150" creationId="{14BE0893-E72B-0F9C-16E7-33F3327147E3}"/>
          </ac:picMkLst>
        </pc:picChg>
        <pc:picChg chg="mod ord">
          <ac:chgData name="Ali Bu Hawraa" userId="c298b3438ccd2c24" providerId="LiveId" clId="{CEC14A6B-3A05-4564-BAB0-99E1D0B564EF}" dt="2024-08-12T19:38:47.308" v="1874" actId="962"/>
          <ac:picMkLst>
            <pc:docMk/>
            <pc:sldMk cId="492111656" sldId="306"/>
            <ac:picMk id="224" creationId="{EDB210F9-37DE-4AF7-5CF4-E004B4221CAC}"/>
          </ac:picMkLst>
        </pc:picChg>
      </pc:sldChg>
      <pc:sldChg chg="addSp delSp modSp mod modAnim">
        <pc:chgData name="Ali Bu Hawraa" userId="c298b3438ccd2c24" providerId="LiveId" clId="{CEC14A6B-3A05-4564-BAB0-99E1D0B564EF}" dt="2024-08-12T19:46:14.502" v="2879" actId="962"/>
        <pc:sldMkLst>
          <pc:docMk/>
          <pc:sldMk cId="1694119468" sldId="307"/>
        </pc:sldMkLst>
        <pc:spChg chg="add del mod ord">
          <ac:chgData name="Ali Bu Hawraa" userId="c298b3438ccd2c24" providerId="LiveId" clId="{CEC14A6B-3A05-4564-BAB0-99E1D0B564EF}" dt="2024-08-12T19:46:08.082" v="2822"/>
          <ac:spMkLst>
            <pc:docMk/>
            <pc:sldMk cId="1694119468" sldId="307"/>
            <ac:spMk id="7" creationId="{46FBEB53-6660-74DC-0952-19B51EBB5B1B}"/>
          </ac:spMkLst>
        </pc:spChg>
        <pc:spChg chg="mod">
          <ac:chgData name="Ali Bu Hawraa" userId="c298b3438ccd2c24" providerId="LiveId" clId="{CEC14A6B-3A05-4564-BAB0-99E1D0B564EF}" dt="2024-08-12T19:46:08.082" v="2822"/>
          <ac:spMkLst>
            <pc:docMk/>
            <pc:sldMk cId="1694119468" sldId="307"/>
            <ac:spMk id="9" creationId="{84FB5C7B-10E6-A762-DD4F-0C2F3718B4C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" creationId="{59D4E217-2A0D-0858-FC34-F4FA64FBF51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" creationId="{03B63471-3BF1-3A26-994E-C3CE330A22D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" creationId="{1A59A5CA-AE7C-06EF-C931-D2B2200A455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" creationId="{0AA175F9-AC9E-07D0-01EC-3B5CF06F605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" creationId="{177FB7A5-4087-28D4-F36B-D09DAEBE18D6}"/>
          </ac:spMkLst>
        </pc:spChg>
        <pc:spChg chg="del ord">
          <ac:chgData name="Ali Bu Hawraa" userId="c298b3438ccd2c24" providerId="LiveId" clId="{CEC14A6B-3A05-4564-BAB0-99E1D0B564EF}" dt="2024-08-03T20:07:57.888" v="51" actId="478"/>
          <ac:spMkLst>
            <pc:docMk/>
            <pc:sldMk cId="1694119468" sldId="307"/>
            <ac:spMk id="17" creationId="{86AA809C-E75E-7102-5FEE-54BB741A70E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" creationId="{754693ED-FF4B-6825-FC8E-3C9149CE3DF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22" creationId="{77F0CBA7-E0ED-ADD8-24D4-77D7D0DA1E4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24" creationId="{2E29C3C5-A46B-F616-ACE0-C63E23E98872}"/>
          </ac:spMkLst>
        </pc:spChg>
        <pc:spChg chg="mod">
          <ac:chgData name="Ali Bu Hawraa" userId="c298b3438ccd2c24" providerId="LiveId" clId="{CEC14A6B-3A05-4564-BAB0-99E1D0B564EF}" dt="2024-08-03T21:02:07.432" v="92"/>
          <ac:spMkLst>
            <pc:docMk/>
            <pc:sldMk cId="1694119468" sldId="307"/>
            <ac:spMk id="28" creationId="{3617DE30-C394-05BE-A5AD-62BD90D730E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28" creationId="{FD4CFD1F-A97F-5134-8BC4-3E427267A057}"/>
          </ac:spMkLst>
        </pc:spChg>
        <pc:spChg chg="mod">
          <ac:chgData name="Ali Bu Hawraa" userId="c298b3438ccd2c24" providerId="LiveId" clId="{CEC14A6B-3A05-4564-BAB0-99E1D0B564EF}" dt="2024-08-03T21:04:44.850" v="101"/>
          <ac:spMkLst>
            <pc:docMk/>
            <pc:sldMk cId="1694119468" sldId="307"/>
            <ac:spMk id="31" creationId="{E5835273-3541-3130-EB4E-4184BD83510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32" creationId="{FEF590F2-7DE7-B95E-C540-C6D5BB27F83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33" creationId="{2CECFCF9-C02E-C31A-6A89-466327F9BA6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39" creationId="{538B3B3D-11DE-A554-556F-072DC51F836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0" creationId="{A98DD755-C55F-333B-65B4-5B3CEABFE16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1" creationId="{6DCDE419-C908-E05B-58A3-4CEBCAE5BD3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2" creationId="{C13E63C0-A565-E4E0-BC98-976BA0BD97B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3" creationId="{8D761DA1-2A67-13A8-37F6-9BD2E3B5739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4" creationId="{65DC6B71-4DF6-40FA-065C-CDB473F68CD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5" creationId="{B6425936-ED74-E2CF-6032-30CDCDB35E3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6" creationId="{F0D87C5C-F7A0-43CF-A17A-6F7C8420E75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7" creationId="{E12F5443-3C29-39F9-8F43-BA339708B3C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8" creationId="{21E0D503-D865-88CD-69BD-779600C9D13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49" creationId="{24899ECE-75C8-AB61-0D4A-7846E2441FFE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0" creationId="{C3A152A1-D4F0-7065-D5B7-63838A4E061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1" creationId="{7760B1C9-FAD9-0AEA-B25B-38A6AB3C7D1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2" creationId="{D086833F-5420-9197-034C-D782871714AB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3" creationId="{82F8013B-B9EC-EE8C-1C9B-516169167C1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4" creationId="{D857831A-13C0-8A7C-C7A8-D5910B1FBA5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5" creationId="{9BD670B0-5082-D271-9C9E-E1C40CC6414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6" creationId="{0A467616-2953-BE8A-D72C-065563E739DE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57" creationId="{D27FD2BD-974D-ED88-99AF-5A6EA4222D5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60" creationId="{2DDB97B2-75C2-5315-6EE6-D9D45508D21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61" creationId="{53897E2A-BB91-BE10-6808-923BCC909C3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62" creationId="{70CBC8A5-ABD7-011D-8788-2D0D30A1342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69" creationId="{62164F2C-40AF-49D1-6EF6-F4A75241C35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0" creationId="{8B30829F-A53E-563B-A1DF-02910E0D910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1" creationId="{7A17E2C1-AD43-8DDD-FB63-3EDED1980AC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2" creationId="{E359A512-C63D-82C4-7F96-65F4582EA3D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3" creationId="{BB7D6122-0135-9CF1-517D-79E52A6B800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4" creationId="{24CC7EBC-87AA-847F-7FC6-2120DAB40F7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5" creationId="{07F0A0F5-B0BA-CA41-D586-F319C582E09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6" creationId="{932E3219-5384-08BD-3C1D-303E64265F0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7" creationId="{BFE5CF2B-C58A-30C0-1534-2F1940C8278B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8" creationId="{C277E1EF-0F1F-5A87-C9C5-709C9F0A852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79" creationId="{765B3E82-0C91-F200-06CE-5D070DDF3C4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0" creationId="{E6E24BF0-B41B-F3E4-AAC6-2393D99AECE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5" creationId="{9679BE10-D476-2B16-BC0F-6CD0C90C6B5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6" creationId="{6BC1256C-5951-9E36-EE28-278563EA985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7" creationId="{ED27CBF3-619A-CF55-0F39-C9D9EB67AB0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8" creationId="{38EA4181-6498-F648-E27E-421E0367F5D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89" creationId="{8DCEC9FB-846B-A898-885F-2539E30625C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0" creationId="{DDC5EC2B-C653-10EA-93F3-37CEAFB6A76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1" creationId="{D585366E-ED5C-5B94-0841-3B932F933BE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2" creationId="{D1EDF4BC-251B-81A4-67A9-9B6C1CB0DCB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3" creationId="{0F46BF40-AA1F-4111-F468-F7D6C68F659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4" creationId="{2790BCCC-C8FF-E032-DF49-352CB2E82A5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5" creationId="{B40C2E32-F55B-658E-9F20-AE45E5DB90D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96" creationId="{207A6E85-4D27-5712-F4DB-E36145B8159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0" creationId="{DF333629-C42C-1011-9AB7-7C1F915AAE6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5" creationId="{CA81D3CC-EBE3-40A0-5286-C7CE0FC0C07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6" creationId="{4A1D54D3-8679-AFFA-6BAF-ACF87AF104A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7" creationId="{4E425D67-D3B8-4C15-9A79-4DDF92B3125E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8" creationId="{2BB467DC-A05D-362D-B8D1-AE58A19EEDA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09" creationId="{383392A3-2EFA-F7EB-8E6B-E1B679A7979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0" creationId="{4A696CB0-459A-E80B-8C00-ABAE9CBE246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1" creationId="{2EF958CA-2644-406F-5199-95F4D850145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2" creationId="{5D66D443-DCB1-1940-024F-1B53D62C7FBF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6" creationId="{DD888AD7-4EF8-000E-D21B-360EBBC8FE1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7" creationId="{CB73B1C6-C6A7-00E8-58D4-B6BFC688032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8" creationId="{CCE8B29C-69C3-D196-01E8-BBC9BD1CE86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19" creationId="{61914DF5-0861-E696-DA73-FC3495EA0D44}"/>
          </ac:spMkLst>
        </pc:spChg>
        <pc:spChg chg="mod">
          <ac:chgData name="Ali Bu Hawraa" userId="c298b3438ccd2c24" providerId="LiveId" clId="{CEC14A6B-3A05-4564-BAB0-99E1D0B564EF}" dt="2024-08-03T20:38:10.502" v="90" actId="20577"/>
          <ac:spMkLst>
            <pc:docMk/>
            <pc:sldMk cId="1694119468" sldId="307"/>
            <ac:spMk id="120" creationId="{0023BE5C-DA1F-5BED-DF0F-2EC5B55D98B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1" creationId="{911D7E69-1946-C8D9-C911-4D84E3B5967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2" creationId="{38619810-5E36-F6F0-3167-4DB65F426B1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3" creationId="{1D0B4706-7F95-D405-4926-8716865CFD4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4" creationId="{CC0FEF11-7383-5CC7-0564-1B923FCF747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5" creationId="{12D1F44E-638B-3AD0-54EF-00A2AE3EF74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6" creationId="{1D1A6AA9-33CD-F669-1689-B130FD8C7F0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7" creationId="{15C63068-2D8A-4E8C-940A-B1AC4454014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8" creationId="{B7F52FC0-F5C8-AA0A-C1F6-E88E0136D0AE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29" creationId="{7AE8C0F8-1AB4-BF5C-EB64-B17892CE058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0" creationId="{D76E86F1-4ED3-1E1B-59A7-A24617CC784B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1" creationId="{20BCCE78-234B-0AA1-D53E-1B619771CA5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2" creationId="{14B8594E-AAA5-11ED-DF79-B52578539DE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3" creationId="{BF2D9523-3A62-8205-8082-5DE5C1AA479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4" creationId="{AECE584E-0E47-C4C0-A8A2-9953991C8E4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5" creationId="{7CBB5407-E100-5794-EF71-ACEB61A631C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6" creationId="{B7B64A8E-5BCD-4AB2-33A5-95188F4C4EF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7" creationId="{83DF17EE-6094-45D1-18FD-0AFC0526170A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8" creationId="{AFA8EC84-7BC8-6913-78CB-632B04C7BCC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39" creationId="{EB1C36D2-1AED-C3CC-711A-D0855B954C7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0" creationId="{40CBC22E-59B2-ED63-FEEA-D7FE4334F4B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1" creationId="{2BDCADEB-4E46-4B90-8E36-07F024677D9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2" creationId="{18D14636-36B8-80CA-9156-52317C60332E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3" creationId="{D9BA652D-1125-8A5C-626B-A3C16781D63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4" creationId="{E78351D6-7B3D-0B38-638E-54F082DC635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5" creationId="{2D45DC49-7608-273A-3577-60DDFC8567D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6" creationId="{6F836F5B-891D-5A59-695E-F82BD6F454E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7" creationId="{0AB30E7C-A0F3-814B-E8E5-FDEC9E6A664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8" creationId="{AE80E6EA-4180-FC1D-6EEF-81C3A2F5A62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49" creationId="{118CAC8A-77A4-9D67-4775-6DC1101B2BEB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0" creationId="{9E1B289D-3C1A-F84B-234D-2D4B06CB956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1" creationId="{5C7D5985-294B-80E5-78AA-4A91B3B4221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2" creationId="{864C4DF2-FD4E-F9E0-9E7C-EA0B77F52BB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3" creationId="{D9A6CF3A-B10F-8993-DD96-7C7F6F34160D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4" creationId="{87BC75E0-B7A5-52AA-C40D-130FC3766BC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5" creationId="{C3C8AC09-A0DB-6FCE-37AA-72CB070DBFB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6" creationId="{2210FC5F-1238-BAB2-CC5E-7FE15F0AE0E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7" creationId="{35831A89-3AA7-6BA1-7645-28D635455EB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8" creationId="{53511578-5C6D-C9DE-240D-3A9C5CCF219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59" creationId="{B5A7B70D-2723-B6D7-9BC3-ED3FEF09FA1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0" creationId="{BB50408D-B878-B40F-4EFA-536B230E9533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1" creationId="{E0E19681-1CD4-A558-0541-52191AF5D2C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2" creationId="{EC02ADA7-D8A6-8F79-0FF9-88765C468EF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3" creationId="{80748C33-CFC1-1B8A-6769-1F042576B0B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4" creationId="{972586A7-83A1-C885-EF72-A702CD49EE3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5" creationId="{22C8CA86-68A5-0800-74DA-7ADF9B901BC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6" creationId="{7CC3E800-FB06-43EE-A46F-C402BACBC30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7" creationId="{198353A2-EE2F-091C-EA88-2668AC78337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8" creationId="{ADBD3A38-3D7E-7AF2-7C88-6EE89FF01DC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69" creationId="{1500A4C1-01F9-1B38-71BF-5C3FB8A80C2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0" creationId="{DF664F6F-BD42-A1E5-F528-EBA2E3FEBE7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1" creationId="{16B111BC-8A26-AF2C-CAED-3B44960EE66B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2" creationId="{15CF3918-B7F5-4D38-E9BA-F4440829EFD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3" creationId="{15157853-AB19-7D11-0E3C-961CE6D09F6C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4" creationId="{180BC17D-B0E9-75BE-D0DE-2B0820D30F7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5" creationId="{5CF616C5-CB0F-1906-37AD-9349F648FD2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6" creationId="{C2440128-A302-E2DA-3279-E2105D21CC47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7" creationId="{4EF0829C-584B-30AF-6DF8-BB6C74152B2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8" creationId="{7CC2EF2A-F5C1-308C-8455-FDFEC3ACA3A8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79" creationId="{3CC98602-6DA3-D939-C242-5DE403C96FA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0" creationId="{EA2B12F2-1DC3-A580-6653-7F34467BEE2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1" creationId="{8CA4077D-FCD1-2D04-530C-FA39E7E69C0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2" creationId="{6177B927-DF4B-23CA-F5A6-785936604F11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3" creationId="{6ADEEC49-11D5-D90C-B459-565F7000E49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4" creationId="{D98F1AF9-A992-C965-B723-BF9FEECA58D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5" creationId="{2911DC23-B5B1-521D-2E81-3BD2AB110905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6" creationId="{36043409-36BE-3D04-D50D-690C64A24A8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7" creationId="{C65E6154-35BD-C939-A063-E4625BFCCAE2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8" creationId="{AA3BDF67-0295-2F21-4BA8-A421EF99B4A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89" creationId="{E87DC0B6-FA62-2F77-C44C-24AAD011FE2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0" creationId="{CEF960C2-DF9A-29DF-6D2B-06F35415D3B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1" creationId="{8E894F41-1175-7053-2D03-CE0F8FF8EAB0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2" creationId="{4ED1423C-2F4B-380C-C35A-A310E8954116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3" creationId="{31D58CD6-E7FD-4C28-9ADE-917BFC4A9689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4" creationId="{AFC39D94-B158-FAC5-5FF8-298A8190BE84}"/>
          </ac:spMkLst>
        </pc:spChg>
        <pc:spChg chg="mod">
          <ac:chgData name="Ali Bu Hawraa" userId="c298b3438ccd2c24" providerId="LiveId" clId="{CEC14A6B-3A05-4564-BAB0-99E1D0B564EF}" dt="2024-08-12T19:46:05.251" v="2799"/>
          <ac:spMkLst>
            <pc:docMk/>
            <pc:sldMk cId="1694119468" sldId="307"/>
            <ac:spMk id="195" creationId="{06892CE0-9DC0-0CE1-1FF7-2D37AC93F31E}"/>
          </ac:spMkLst>
        </pc:spChg>
        <pc:spChg chg="del ord">
          <ac:chgData name="Ali Bu Hawraa" userId="c298b3438ccd2c24" providerId="LiveId" clId="{CEC14A6B-3A05-4564-BAB0-99E1D0B564EF}" dt="2024-08-12T19:46:14.501" v="2877" actId="478"/>
          <ac:spMkLst>
            <pc:docMk/>
            <pc:sldMk cId="1694119468" sldId="307"/>
            <ac:spMk id="198" creationId="{BBB8194F-DBF9-58F7-98FF-F9760E9EFA4E}"/>
          </ac:spMkLst>
        </pc:spChg>
        <pc:grpChg chg="add mod">
          <ac:chgData name="Ali Bu Hawraa" userId="c298b3438ccd2c24" providerId="LiveId" clId="{CEC14A6B-3A05-4564-BAB0-99E1D0B564EF}" dt="2024-08-12T19:46:05.251" v="2799"/>
          <ac:grpSpMkLst>
            <pc:docMk/>
            <pc:sldMk cId="1694119468" sldId="307"/>
            <ac:grpSpMk id="12" creationId="{139546F3-0D22-6D8E-5533-5482238500F2}"/>
          </ac:grpSpMkLst>
        </pc:grpChg>
        <pc:grpChg chg="add mod ord">
          <ac:chgData name="Ali Bu Hawraa" userId="c298b3438ccd2c24" providerId="LiveId" clId="{CEC14A6B-3A05-4564-BAB0-99E1D0B564EF}" dt="2024-08-12T19:46:08.082" v="2822"/>
          <ac:grpSpMkLst>
            <pc:docMk/>
            <pc:sldMk cId="1694119468" sldId="307"/>
            <ac:grpSpMk id="21" creationId="{C0F45AAE-7364-50E2-141E-4F1538E7F360}"/>
          </ac:grpSpMkLst>
        </pc:grpChg>
        <pc:grpChg chg="add mod">
          <ac:chgData name="Ali Bu Hawraa" userId="c298b3438ccd2c24" providerId="LiveId" clId="{CEC14A6B-3A05-4564-BAB0-99E1D0B564EF}" dt="2024-08-03T21:04:27.160" v="100" actId="1076"/>
          <ac:grpSpMkLst>
            <pc:docMk/>
            <pc:sldMk cId="1694119468" sldId="307"/>
            <ac:grpSpMk id="22" creationId="{B4C30B08-1BD4-F031-D3EA-2B85767AA26F}"/>
          </ac:grpSpMkLst>
        </pc:grpChg>
        <pc:grpChg chg="add mod">
          <ac:chgData name="Ali Bu Hawraa" userId="c298b3438ccd2c24" providerId="LiveId" clId="{CEC14A6B-3A05-4564-BAB0-99E1D0B564EF}" dt="2024-08-03T21:04:54.940" v="104" actId="1076"/>
          <ac:grpSpMkLst>
            <pc:docMk/>
            <pc:sldMk cId="1694119468" sldId="307"/>
            <ac:grpSpMk id="29" creationId="{E37A9E04-FF76-261E-B19B-6C2DF3EFA246}"/>
          </ac:grpSpMkLst>
        </pc:grpChg>
        <pc:grpChg chg="mod ord">
          <ac:chgData name="Ali Bu Hawraa" userId="c298b3438ccd2c24" providerId="LiveId" clId="{CEC14A6B-3A05-4564-BAB0-99E1D0B564EF}" dt="2024-08-12T19:46:05.251" v="2799"/>
          <ac:grpSpMkLst>
            <pc:docMk/>
            <pc:sldMk cId="1694119468" sldId="307"/>
            <ac:grpSpMk id="196" creationId="{D870E13E-AE70-D4B2-9181-41DF9181C6A4}"/>
          </ac:grpSpMkLst>
        </pc:grpChg>
        <pc:grpChg chg="mod ord">
          <ac:chgData name="Ali Bu Hawraa" userId="c298b3438ccd2c24" providerId="LiveId" clId="{CEC14A6B-3A05-4564-BAB0-99E1D0B564EF}" dt="2024-08-12T19:46:05.251" v="2799"/>
          <ac:grpSpMkLst>
            <pc:docMk/>
            <pc:sldMk cId="1694119468" sldId="307"/>
            <ac:grpSpMk id="197" creationId="{A3E7E0E6-A2D6-8369-2E54-194F4C58B5C6}"/>
          </ac:grpSpMkLst>
        </pc:grpChg>
        <pc:grpChg chg="ord">
          <ac:chgData name="Ali Bu Hawraa" userId="c298b3438ccd2c24" providerId="LiveId" clId="{CEC14A6B-3A05-4564-BAB0-99E1D0B564EF}" dt="2024-08-12T19:46:14.501" v="2876"/>
          <ac:grpSpMkLst>
            <pc:docMk/>
            <pc:sldMk cId="1694119468" sldId="307"/>
            <ac:grpSpMk id="201" creationId="{E0DA52D9-14E8-5AB4-D9CE-9EFCBDD5D5D4}"/>
          </ac:grpSpMkLst>
        </pc:grpChg>
        <pc:graphicFrameChg chg="mod">
          <ac:chgData name="Ali Bu Hawraa" userId="c298b3438ccd2c24" providerId="LiveId" clId="{CEC14A6B-3A05-4564-BAB0-99E1D0B564EF}" dt="2024-08-03T21:04:47.419" v="103" actId="1076"/>
          <ac:graphicFrameMkLst>
            <pc:docMk/>
            <pc:sldMk cId="1694119468" sldId="307"/>
            <ac:graphicFrameMk id="37" creationId="{0DE29D52-DCF5-A760-EDFC-68017936B2FC}"/>
          </ac:graphicFrameMkLst>
        </pc:graphicFrameChg>
        <pc:graphicFrameChg chg="modGraphic">
          <ac:chgData name="Ali Bu Hawraa" userId="c298b3438ccd2c24" providerId="LiveId" clId="{CEC14A6B-3A05-4564-BAB0-99E1D0B564EF}" dt="2024-08-03T20:57:56.550" v="91" actId="20577"/>
          <ac:graphicFrameMkLst>
            <pc:docMk/>
            <pc:sldMk cId="1694119468" sldId="307"/>
            <ac:graphicFrameMk id="58" creationId="{17A86D6F-81BE-3834-4A1B-5203760448E4}"/>
          </ac:graphicFrameMkLst>
        </pc:graphicFrameChg>
        <pc:picChg chg="add mod">
          <ac:chgData name="Ali Bu Hawraa" userId="c298b3438ccd2c24" providerId="LiveId" clId="{CEC14A6B-3A05-4564-BAB0-99E1D0B564EF}" dt="2024-08-12T19:46:08.082" v="2822"/>
          <ac:picMkLst>
            <pc:docMk/>
            <pc:sldMk cId="1694119468" sldId="307"/>
            <ac:picMk id="11" creationId="{51D6584C-1E42-31DC-B584-99FD159104BB}"/>
          </ac:picMkLst>
        </pc:picChg>
        <pc:picChg chg="del mod">
          <ac:chgData name="Ali Bu Hawraa" userId="c298b3438ccd2c24" providerId="LiveId" clId="{CEC14A6B-3A05-4564-BAB0-99E1D0B564EF}" dt="2024-08-03T20:07:57.883" v="37" actId="478"/>
          <ac:picMkLst>
            <pc:docMk/>
            <pc:sldMk cId="1694119468" sldId="307"/>
            <ac:picMk id="15" creationId="{9B6E10BE-8EBD-0570-A376-835F7A32F874}"/>
          </ac:picMkLst>
        </pc:picChg>
        <pc:picChg chg="add del mod ord">
          <ac:chgData name="Ali Bu Hawraa" userId="c298b3438ccd2c24" providerId="LiveId" clId="{CEC14A6B-3A05-4564-BAB0-99E1D0B564EF}" dt="2024-08-12T19:46:14.492" v="2862" actId="478"/>
          <ac:picMkLst>
            <pc:docMk/>
            <pc:sldMk cId="1694119468" sldId="307"/>
            <ac:picMk id="19" creationId="{A08BBA73-AE96-88A3-39C2-080B33D089A2}"/>
          </ac:picMkLst>
        </pc:picChg>
        <pc:picChg chg="mod ord">
          <ac:chgData name="Ali Bu Hawraa" userId="c298b3438ccd2c24" providerId="LiveId" clId="{CEC14A6B-3A05-4564-BAB0-99E1D0B564EF}" dt="2024-08-12T19:46:14.502" v="2879" actId="962"/>
          <ac:picMkLst>
            <pc:docMk/>
            <pc:sldMk cId="1694119468" sldId="307"/>
            <ac:picMk id="200" creationId="{DD26A86E-6B56-CBD6-DA6C-D630805F9195}"/>
          </ac:picMkLst>
        </pc:picChg>
        <pc:cxnChg chg="mod">
          <ac:chgData name="Ali Bu Hawraa" userId="c298b3438ccd2c24" providerId="LiveId" clId="{CEC14A6B-3A05-4564-BAB0-99E1D0B564EF}" dt="2024-08-03T21:02:07.432" v="92"/>
          <ac:cxnSpMkLst>
            <pc:docMk/>
            <pc:sldMk cId="1694119468" sldId="307"/>
            <ac:cxnSpMk id="24" creationId="{69E1946B-57FB-D400-D2E7-50366A161A93}"/>
          </ac:cxnSpMkLst>
        </pc:cxnChg>
        <pc:cxnChg chg="mod">
          <ac:chgData name="Ali Bu Hawraa" userId="c298b3438ccd2c24" providerId="LiveId" clId="{CEC14A6B-3A05-4564-BAB0-99E1D0B564EF}" dt="2024-08-03T21:04:44.850" v="101"/>
          <ac:cxnSpMkLst>
            <pc:docMk/>
            <pc:sldMk cId="1694119468" sldId="307"/>
            <ac:cxnSpMk id="30" creationId="{680DB34D-39BC-4142-E6C1-0B51C70B37E3}"/>
          </ac:cxnSpMkLst>
        </pc:cxnChg>
      </pc:sldChg>
      <pc:sldChg chg="addSp delSp modSp add mod modAnim">
        <pc:chgData name="Ali Bu Hawraa" userId="c298b3438ccd2c24" providerId="LiveId" clId="{CEC14A6B-3A05-4564-BAB0-99E1D0B564EF}" dt="2024-08-29T19:46:32.907" v="4264"/>
        <pc:sldMkLst>
          <pc:docMk/>
          <pc:sldMk cId="3336896951" sldId="308"/>
        </pc:sldMkLst>
        <pc:spChg chg="mod">
          <ac:chgData name="Ali Bu Hawraa" userId="c298b3438ccd2c24" providerId="LiveId" clId="{CEC14A6B-3A05-4564-BAB0-99E1D0B564EF}" dt="2024-08-29T19:45:17.179" v="4263" actId="207"/>
          <ac:spMkLst>
            <pc:docMk/>
            <pc:sldMk cId="3336896951" sldId="308"/>
            <ac:spMk id="3" creationId="{00000000-0000-0000-0000-000000000000}"/>
          </ac:spMkLst>
        </pc:spChg>
        <pc:spChg chg="add mod">
          <ac:chgData name="Ali Bu Hawraa" userId="c298b3438ccd2c24" providerId="LiveId" clId="{CEC14A6B-3A05-4564-BAB0-99E1D0B564EF}" dt="2024-08-29T19:28:12.710" v="3901" actId="1038"/>
          <ac:spMkLst>
            <pc:docMk/>
            <pc:sldMk cId="3336896951" sldId="308"/>
            <ac:spMk id="8" creationId="{C6B41290-C787-57F6-F892-D47ACE7C87BB}"/>
          </ac:spMkLst>
        </pc:spChg>
        <pc:spChg chg="add del mod">
          <ac:chgData name="Ali Bu Hawraa" userId="c298b3438ccd2c24" providerId="LiveId" clId="{CEC14A6B-3A05-4564-BAB0-99E1D0B564EF}" dt="2024-08-29T19:04:22.554" v="3708" actId="478"/>
          <ac:spMkLst>
            <pc:docMk/>
            <pc:sldMk cId="3336896951" sldId="308"/>
            <ac:spMk id="10" creationId="{D2222EA4-CFDD-B3C2-8384-83D88765EF2E}"/>
          </ac:spMkLst>
        </pc:spChg>
        <pc:spChg chg="add mod">
          <ac:chgData name="Ali Bu Hawraa" userId="c298b3438ccd2c24" providerId="LiveId" clId="{CEC14A6B-3A05-4564-BAB0-99E1D0B564EF}" dt="2024-08-29T19:28:12.710" v="3901" actId="1038"/>
          <ac:spMkLst>
            <pc:docMk/>
            <pc:sldMk cId="3336896951" sldId="308"/>
            <ac:spMk id="15" creationId="{31EDBB8C-A292-88F5-EDA4-85AD1211F75B}"/>
          </ac:spMkLst>
        </pc:spChg>
        <pc:spChg chg="add mod">
          <ac:chgData name="Ali Bu Hawraa" userId="c298b3438ccd2c24" providerId="LiveId" clId="{CEC14A6B-3A05-4564-BAB0-99E1D0B564EF}" dt="2024-08-29T19:18:40.940" v="3820" actId="164"/>
          <ac:spMkLst>
            <pc:docMk/>
            <pc:sldMk cId="3336896951" sldId="308"/>
            <ac:spMk id="16" creationId="{0D31C8F3-A38D-B445-64EE-449E88CB15D4}"/>
          </ac:spMkLst>
        </pc:spChg>
        <pc:spChg chg="add mod">
          <ac:chgData name="Ali Bu Hawraa" userId="c298b3438ccd2c24" providerId="LiveId" clId="{CEC14A6B-3A05-4564-BAB0-99E1D0B564EF}" dt="2024-08-29T19:21:39.532" v="3848" actId="2711"/>
          <ac:spMkLst>
            <pc:docMk/>
            <pc:sldMk cId="3336896951" sldId="308"/>
            <ac:spMk id="17" creationId="{2BB41156-D917-798E-CA8E-3BF2B2F07978}"/>
          </ac:spMkLst>
        </pc:spChg>
        <pc:spChg chg="add mod topLvl">
          <ac:chgData name="Ali Bu Hawraa" userId="c298b3438ccd2c24" providerId="LiveId" clId="{CEC14A6B-3A05-4564-BAB0-99E1D0B564EF}" dt="2024-08-29T19:21:27.570" v="3846" actId="2711"/>
          <ac:spMkLst>
            <pc:docMk/>
            <pc:sldMk cId="3336896951" sldId="308"/>
            <ac:spMk id="20" creationId="{CFE0FA0B-60F2-F450-4196-4A46B5BE9FD9}"/>
          </ac:spMkLst>
        </pc:spChg>
        <pc:spChg chg="add mod topLvl">
          <ac:chgData name="Ali Bu Hawraa" userId="c298b3438ccd2c24" providerId="LiveId" clId="{CEC14A6B-3A05-4564-BAB0-99E1D0B564EF}" dt="2024-08-29T19:22:00.946" v="3851" actId="164"/>
          <ac:spMkLst>
            <pc:docMk/>
            <pc:sldMk cId="3336896951" sldId="308"/>
            <ac:spMk id="21" creationId="{D9C94328-9DCE-3B93-75EC-E88A344DE545}"/>
          </ac:spMkLst>
        </pc:spChg>
        <pc:spChg chg="add mod">
          <ac:chgData name="Ali Bu Hawraa" userId="c298b3438ccd2c24" providerId="LiveId" clId="{CEC14A6B-3A05-4564-BAB0-99E1D0B564EF}" dt="2024-08-29T19:20:59.069" v="3840" actId="164"/>
          <ac:spMkLst>
            <pc:docMk/>
            <pc:sldMk cId="3336896951" sldId="308"/>
            <ac:spMk id="45" creationId="{00495AA4-19E1-39DB-D9B7-16C078D8A2C0}"/>
          </ac:spMkLst>
        </pc:spChg>
        <pc:spChg chg="add mod">
          <ac:chgData name="Ali Bu Hawraa" userId="c298b3438ccd2c24" providerId="LiveId" clId="{CEC14A6B-3A05-4564-BAB0-99E1D0B564EF}" dt="2024-08-29T19:22:00.946" v="3851" actId="164"/>
          <ac:spMkLst>
            <pc:docMk/>
            <pc:sldMk cId="3336896951" sldId="308"/>
            <ac:spMk id="46" creationId="{46FDBDAC-BF3E-6516-2A05-64B0B9107965}"/>
          </ac:spMkLst>
        </pc:spChg>
        <pc:spChg chg="add mod">
          <ac:chgData name="Ali Bu Hawraa" userId="c298b3438ccd2c24" providerId="LiveId" clId="{CEC14A6B-3A05-4564-BAB0-99E1D0B564EF}" dt="2024-08-29T19:43:54.897" v="4254" actId="14100"/>
          <ac:spMkLst>
            <pc:docMk/>
            <pc:sldMk cId="3336896951" sldId="308"/>
            <ac:spMk id="52" creationId="{887ED71C-DECF-2E81-8685-DFE14EA797B5}"/>
          </ac:spMkLst>
        </pc:spChg>
        <pc:grpChg chg="add del mod">
          <ac:chgData name="Ali Bu Hawraa" userId="c298b3438ccd2c24" providerId="LiveId" clId="{CEC14A6B-3A05-4564-BAB0-99E1D0B564EF}" dt="2024-08-29T19:19:55.134" v="3830" actId="165"/>
          <ac:grpSpMkLst>
            <pc:docMk/>
            <pc:sldMk cId="3336896951" sldId="308"/>
            <ac:grpSpMk id="41" creationId="{F7E85EBE-75EC-40AF-240D-01DD7130B5A5}"/>
          </ac:grpSpMkLst>
        </pc:grpChg>
        <pc:grpChg chg="add del mod">
          <ac:chgData name="Ali Bu Hawraa" userId="c298b3438ccd2c24" providerId="LiveId" clId="{CEC14A6B-3A05-4564-BAB0-99E1D0B564EF}" dt="2024-08-29T19:17:50.157" v="3807" actId="165"/>
          <ac:grpSpMkLst>
            <pc:docMk/>
            <pc:sldMk cId="3336896951" sldId="308"/>
            <ac:grpSpMk id="42" creationId="{6E5484C3-7ED4-EDFD-9A43-EB34144AF774}"/>
          </ac:grpSpMkLst>
        </pc:grpChg>
        <pc:grpChg chg="add mod">
          <ac:chgData name="Ali Bu Hawraa" userId="c298b3438ccd2c24" providerId="LiveId" clId="{CEC14A6B-3A05-4564-BAB0-99E1D0B564EF}" dt="2024-08-29T19:18:33.373" v="3819" actId="164"/>
          <ac:grpSpMkLst>
            <pc:docMk/>
            <pc:sldMk cId="3336896951" sldId="308"/>
            <ac:grpSpMk id="43" creationId="{4BAD47AB-4C7B-3068-247A-EE075465E79B}"/>
          </ac:grpSpMkLst>
        </pc:grpChg>
        <pc:grpChg chg="add mod">
          <ac:chgData name="Ali Bu Hawraa" userId="c298b3438ccd2c24" providerId="LiveId" clId="{CEC14A6B-3A05-4564-BAB0-99E1D0B564EF}" dt="2024-08-29T19:28:12.710" v="3901" actId="1038"/>
          <ac:grpSpMkLst>
            <pc:docMk/>
            <pc:sldMk cId="3336896951" sldId="308"/>
            <ac:grpSpMk id="44" creationId="{89520B8F-21F9-C57A-00A9-FCD06B31B1B8}"/>
          </ac:grpSpMkLst>
        </pc:grpChg>
        <pc:grpChg chg="add mod">
          <ac:chgData name="Ali Bu Hawraa" userId="c298b3438ccd2c24" providerId="LiveId" clId="{CEC14A6B-3A05-4564-BAB0-99E1D0B564EF}" dt="2024-08-29T19:27:24.680" v="3858" actId="1076"/>
          <ac:grpSpMkLst>
            <pc:docMk/>
            <pc:sldMk cId="3336896951" sldId="308"/>
            <ac:grpSpMk id="47" creationId="{361B8F94-00D3-91B9-D526-C423CD3C3A2F}"/>
          </ac:grpSpMkLst>
        </pc:grpChg>
        <pc:grpChg chg="add mod">
          <ac:chgData name="Ali Bu Hawraa" userId="c298b3438ccd2c24" providerId="LiveId" clId="{CEC14A6B-3A05-4564-BAB0-99E1D0B564EF}" dt="2024-08-29T19:27:24.680" v="3858" actId="1076"/>
          <ac:grpSpMkLst>
            <pc:docMk/>
            <pc:sldMk cId="3336896951" sldId="308"/>
            <ac:grpSpMk id="48" creationId="{BD03B790-70B3-437E-D4A9-BEAC42A0C15C}"/>
          </ac:grpSpMkLst>
        </pc:grpChg>
        <pc:graphicFrameChg chg="add mod modGraphic">
          <ac:chgData name="Ali Bu Hawraa" userId="c298b3438ccd2c24" providerId="LiveId" clId="{CEC14A6B-3A05-4564-BAB0-99E1D0B564EF}" dt="2024-08-29T19:28:12.710" v="3901" actId="1038"/>
          <ac:graphicFrameMkLst>
            <pc:docMk/>
            <pc:sldMk cId="3336896951" sldId="308"/>
            <ac:graphicFrameMk id="7" creationId="{5A994315-D63A-265D-AF7F-B070408EE6EC}"/>
          </ac:graphicFrameMkLst>
        </pc:graphicFrameChg>
        <pc:graphicFrameChg chg="add mod modGraphic">
          <ac:chgData name="Ali Bu Hawraa" userId="c298b3438ccd2c24" providerId="LiveId" clId="{CEC14A6B-3A05-4564-BAB0-99E1D0B564EF}" dt="2024-08-29T19:28:12.710" v="3901" actId="1038"/>
          <ac:graphicFrameMkLst>
            <pc:docMk/>
            <pc:sldMk cId="3336896951" sldId="308"/>
            <ac:graphicFrameMk id="9" creationId="{5B02CA54-988C-1EC0-B6EB-FC4A59974020}"/>
          </ac:graphicFrameMkLst>
        </pc:graphicFrameChg>
        <pc:graphicFrameChg chg="add mod modGraphic">
          <ac:chgData name="Ali Bu Hawraa" userId="c298b3438ccd2c24" providerId="LiveId" clId="{CEC14A6B-3A05-4564-BAB0-99E1D0B564EF}" dt="2024-08-29T19:27:24.680" v="3858" actId="1076"/>
          <ac:graphicFrameMkLst>
            <pc:docMk/>
            <pc:sldMk cId="3336896951" sldId="308"/>
            <ac:graphicFrameMk id="18" creationId="{AB6349F6-5E54-ED01-99D8-E29CEAACAE0B}"/>
          </ac:graphicFrameMkLst>
        </pc:graphicFrameChg>
        <pc:graphicFrameChg chg="add mod modGraphic">
          <ac:chgData name="Ali Bu Hawraa" userId="c298b3438ccd2c24" providerId="LiveId" clId="{CEC14A6B-3A05-4564-BAB0-99E1D0B564EF}" dt="2024-08-29T19:27:24.680" v="3858" actId="1076"/>
          <ac:graphicFrameMkLst>
            <pc:docMk/>
            <pc:sldMk cId="3336896951" sldId="308"/>
            <ac:graphicFrameMk id="19" creationId="{4931E2C1-48E5-1A93-B089-B52B96F1829D}"/>
          </ac:graphicFrameMkLst>
        </pc:graphicFrameChg>
        <pc:graphicFrameChg chg="add mod modGraphic">
          <ac:chgData name="Ali Bu Hawraa" userId="c298b3438ccd2c24" providerId="LiveId" clId="{CEC14A6B-3A05-4564-BAB0-99E1D0B564EF}" dt="2024-08-29T19:39:28.942" v="4129" actId="20577"/>
          <ac:graphicFrameMkLst>
            <pc:docMk/>
            <pc:sldMk cId="3336896951" sldId="308"/>
            <ac:graphicFrameMk id="49" creationId="{5BA3EF4A-6CB6-49C0-812C-4788C4B87F52}"/>
          </ac:graphicFrameMkLst>
        </pc:graphicFrameChg>
        <pc:graphicFrameChg chg="add mod modGraphic">
          <ac:chgData name="Ali Bu Hawraa" userId="c298b3438ccd2c24" providerId="LiveId" clId="{CEC14A6B-3A05-4564-BAB0-99E1D0B564EF}" dt="2024-08-29T19:39:30.848" v="4130" actId="20577"/>
          <ac:graphicFrameMkLst>
            <pc:docMk/>
            <pc:sldMk cId="3336896951" sldId="308"/>
            <ac:graphicFrameMk id="50" creationId="{A9CAA138-CF3F-655D-9C71-955D37BA6445}"/>
          </ac:graphicFrameMkLst>
        </pc:graphicFrameChg>
        <pc:graphicFrameChg chg="add mod modGraphic">
          <ac:chgData name="Ali Bu Hawraa" userId="c298b3438ccd2c24" providerId="LiveId" clId="{CEC14A6B-3A05-4564-BAB0-99E1D0B564EF}" dt="2024-08-29T19:46:32.907" v="4264"/>
          <ac:graphicFrameMkLst>
            <pc:docMk/>
            <pc:sldMk cId="3336896951" sldId="308"/>
            <ac:graphicFrameMk id="51" creationId="{10315546-4C74-BB8A-89BD-84C55205DA4F}"/>
          </ac:graphicFrameMkLst>
        </pc:graphicFrameChg>
        <pc:cxnChg chg="add mod topLvl">
          <ac:chgData name="Ali Bu Hawraa" userId="c298b3438ccd2c24" providerId="LiveId" clId="{CEC14A6B-3A05-4564-BAB0-99E1D0B564EF}" dt="2024-08-29T19:18:40.940" v="3820" actId="164"/>
          <ac:cxnSpMkLst>
            <pc:docMk/>
            <pc:sldMk cId="3336896951" sldId="308"/>
            <ac:cxnSpMk id="12" creationId="{025FEF9D-1F9D-09AE-E972-CBF0302471CC}"/>
          </ac:cxnSpMkLst>
        </pc:cxnChg>
        <pc:cxnChg chg="add mod topLvl">
          <ac:chgData name="Ali Bu Hawraa" userId="c298b3438ccd2c24" providerId="LiveId" clId="{CEC14A6B-3A05-4564-BAB0-99E1D0B564EF}" dt="2024-08-29T19:18:40.940" v="3820" actId="164"/>
          <ac:cxnSpMkLst>
            <pc:docMk/>
            <pc:sldMk cId="3336896951" sldId="308"/>
            <ac:cxnSpMk id="13" creationId="{FBD64C7A-D8A7-3A0E-A28F-360648F99179}"/>
          </ac:cxnSpMkLst>
        </pc:cxnChg>
        <pc:cxnChg chg="add mod topLvl">
          <ac:chgData name="Ali Bu Hawraa" userId="c298b3438ccd2c24" providerId="LiveId" clId="{CEC14A6B-3A05-4564-BAB0-99E1D0B564EF}" dt="2024-08-29T19:22:00.946" v="3851" actId="164"/>
          <ac:cxnSpMkLst>
            <pc:docMk/>
            <pc:sldMk cId="3336896951" sldId="308"/>
            <ac:cxnSpMk id="22" creationId="{8D5508A5-B0EA-419E-1538-552B595ECAF3}"/>
          </ac:cxnSpMkLst>
        </pc:cxnChg>
        <pc:cxnChg chg="add mod topLvl">
          <ac:chgData name="Ali Bu Hawraa" userId="c298b3438ccd2c24" providerId="LiveId" clId="{CEC14A6B-3A05-4564-BAB0-99E1D0B564EF}" dt="2024-08-29T19:22:00.946" v="3851" actId="164"/>
          <ac:cxnSpMkLst>
            <pc:docMk/>
            <pc:sldMk cId="3336896951" sldId="308"/>
            <ac:cxnSpMk id="24" creationId="{815B285A-EA3B-C863-7D25-7B043091761F}"/>
          </ac:cxnSpMkLst>
        </pc:cxnChg>
        <pc:cxnChg chg="add del">
          <ac:chgData name="Ali Bu Hawraa" userId="c298b3438ccd2c24" providerId="LiveId" clId="{CEC14A6B-3A05-4564-BAB0-99E1D0B564EF}" dt="2024-08-29T19:43:48.169" v="4252" actId="11529"/>
          <ac:cxnSpMkLst>
            <pc:docMk/>
            <pc:sldMk cId="3336896951" sldId="308"/>
            <ac:cxnSpMk id="54" creationId="{1F38ADE3-7D2F-33BF-40D2-8512D19E28D5}"/>
          </ac:cxnSpMkLst>
        </pc:cxnChg>
      </pc:sldChg>
      <pc:sldChg chg="addSp delSp modSp new mod ord">
        <pc:chgData name="Ali Bu Hawraa" userId="c298b3438ccd2c24" providerId="LiveId" clId="{CEC14A6B-3A05-4564-BAB0-99E1D0B564EF}" dt="2024-08-31T19:15:30.852" v="4774"/>
        <pc:sldMkLst>
          <pc:docMk/>
          <pc:sldMk cId="561587987" sldId="309"/>
        </pc:sldMkLst>
        <pc:spChg chg="mod">
          <ac:chgData name="Ali Bu Hawraa" userId="c298b3438ccd2c24" providerId="LiveId" clId="{CEC14A6B-3A05-4564-BAB0-99E1D0B564EF}" dt="2024-08-31T19:15:30.852" v="4774"/>
          <ac:spMkLst>
            <pc:docMk/>
            <pc:sldMk cId="561587987" sldId="309"/>
            <ac:spMk id="2" creationId="{988C6111-C62E-2D13-85DE-BDD568A6377A}"/>
          </ac:spMkLst>
        </pc:spChg>
        <pc:spChg chg="del">
          <ac:chgData name="Ali Bu Hawraa" userId="c298b3438ccd2c24" providerId="LiveId" clId="{CEC14A6B-3A05-4564-BAB0-99E1D0B564EF}" dt="2024-08-31T18:59:07.555" v="4393" actId="478"/>
          <ac:spMkLst>
            <pc:docMk/>
            <pc:sldMk cId="561587987" sldId="309"/>
            <ac:spMk id="3" creationId="{31EC2799-3EA5-E6FA-288D-29830D00FA6B}"/>
          </ac:spMkLst>
        </pc:spChg>
        <pc:spChg chg="add mod">
          <ac:chgData name="Ali Bu Hawraa" userId="c298b3438ccd2c24" providerId="LiveId" clId="{CEC14A6B-3A05-4564-BAB0-99E1D0B564EF}" dt="2024-08-31T19:06:58.641" v="4770" actId="1038"/>
          <ac:spMkLst>
            <pc:docMk/>
            <pc:sldMk cId="561587987" sldId="309"/>
            <ac:spMk id="8" creationId="{57B8EF5A-B0F5-6CD1-23C5-19789E12E348}"/>
          </ac:spMkLst>
        </pc:spChg>
        <pc:spChg chg="add mod">
          <ac:chgData name="Ali Bu Hawraa" userId="c298b3438ccd2c24" providerId="LiveId" clId="{CEC14A6B-3A05-4564-BAB0-99E1D0B564EF}" dt="2024-08-31T19:06:58.641" v="4770" actId="1038"/>
          <ac:spMkLst>
            <pc:docMk/>
            <pc:sldMk cId="561587987" sldId="309"/>
            <ac:spMk id="9" creationId="{859CA278-FABD-E28E-889B-69203E3B4078}"/>
          </ac:spMkLst>
        </pc:spChg>
        <pc:spChg chg="add mod">
          <ac:chgData name="Ali Bu Hawraa" userId="c298b3438ccd2c24" providerId="LiveId" clId="{CEC14A6B-3A05-4564-BAB0-99E1D0B564EF}" dt="2024-08-31T19:04:58.068" v="4695" actId="1036"/>
          <ac:spMkLst>
            <pc:docMk/>
            <pc:sldMk cId="561587987" sldId="309"/>
            <ac:spMk id="11" creationId="{26D50A57-269D-C15C-D014-51E4E8E7B1D8}"/>
          </ac:spMkLst>
        </pc:spChg>
        <pc:spChg chg="add mod">
          <ac:chgData name="Ali Bu Hawraa" userId="c298b3438ccd2c24" providerId="LiveId" clId="{CEC14A6B-3A05-4564-BAB0-99E1D0B564EF}" dt="2024-08-31T19:04:58.068" v="4695" actId="1036"/>
          <ac:spMkLst>
            <pc:docMk/>
            <pc:sldMk cId="561587987" sldId="309"/>
            <ac:spMk id="12" creationId="{6BC6BC2D-9813-1002-82E0-3727FA16CB92}"/>
          </ac:spMkLst>
        </pc:spChg>
        <pc:graphicFrameChg chg="add mod modGraphic">
          <ac:chgData name="Ali Bu Hawraa" userId="c298b3438ccd2c24" providerId="LiveId" clId="{CEC14A6B-3A05-4564-BAB0-99E1D0B564EF}" dt="2024-08-31T19:06:58.641" v="4770" actId="1038"/>
          <ac:graphicFrameMkLst>
            <pc:docMk/>
            <pc:sldMk cId="561587987" sldId="309"/>
            <ac:graphicFrameMk id="7" creationId="{673F44C6-B5D7-AF5D-7349-554C9C6E5D80}"/>
          </ac:graphicFrameMkLst>
        </pc:graphicFrameChg>
        <pc:graphicFrameChg chg="add mod">
          <ac:chgData name="Ali Bu Hawraa" userId="c298b3438ccd2c24" providerId="LiveId" clId="{CEC14A6B-3A05-4564-BAB0-99E1D0B564EF}" dt="2024-08-31T19:04:58.068" v="4695" actId="1036"/>
          <ac:graphicFrameMkLst>
            <pc:docMk/>
            <pc:sldMk cId="561587987" sldId="309"/>
            <ac:graphicFrameMk id="10" creationId="{7C3060CC-2243-2DAB-FD05-C8774780FE3B}"/>
          </ac:graphicFrameMkLst>
        </pc:graphicFrameChg>
        <pc:cxnChg chg="add del">
          <ac:chgData name="Ali Bu Hawraa" userId="c298b3438ccd2c24" providerId="LiveId" clId="{CEC14A6B-3A05-4564-BAB0-99E1D0B564EF}" dt="2024-08-31T19:07:02.372" v="4771" actId="478"/>
          <ac:cxnSpMkLst>
            <pc:docMk/>
            <pc:sldMk cId="561587987" sldId="309"/>
            <ac:cxnSpMk id="14" creationId="{98AACCCA-217C-8B0A-5FE7-D7BE907BF321}"/>
          </ac:cxnSpMkLst>
        </pc:cxnChg>
      </pc:sldChg>
    </pc:docChg>
  </pc:docChgLst>
  <pc:docChgLst>
    <pc:chgData name="Ali Bu Hawraa" userId="c298b3438ccd2c24" providerId="LiveId" clId="{E0F63D8C-1754-9E43-976D-CD6F3030ED47}"/>
    <pc:docChg chg="custSel modSld">
      <pc:chgData name="Ali Bu Hawraa" userId="c298b3438ccd2c24" providerId="LiveId" clId="{E0F63D8C-1754-9E43-976D-CD6F3030ED47}" dt="2024-08-29T17:29:09.976" v="176" actId="20577"/>
      <pc:docMkLst>
        <pc:docMk/>
      </pc:docMkLst>
      <pc:sldChg chg="modSp">
        <pc:chgData name="Ali Bu Hawraa" userId="c298b3438ccd2c24" providerId="LiveId" clId="{E0F63D8C-1754-9E43-976D-CD6F3030ED47}" dt="2024-08-29T14:26:23.929" v="2" actId="20577"/>
        <pc:sldMkLst>
          <pc:docMk/>
          <pc:sldMk cId="3354454982" sldId="276"/>
        </pc:sldMkLst>
        <pc:spChg chg="mod">
          <ac:chgData name="Ali Bu Hawraa" userId="c298b3438ccd2c24" providerId="LiveId" clId="{E0F63D8C-1754-9E43-976D-CD6F3030ED47}" dt="2024-08-29T14:26:23.929" v="2" actId="20577"/>
          <ac:spMkLst>
            <pc:docMk/>
            <pc:sldMk cId="3354454982" sldId="276"/>
            <ac:spMk id="3" creationId="{00000000-0000-0000-0000-000000000000}"/>
          </ac:spMkLst>
        </pc:spChg>
      </pc:sldChg>
      <pc:sldChg chg="modSp">
        <pc:chgData name="Ali Bu Hawraa" userId="c298b3438ccd2c24" providerId="LiveId" clId="{E0F63D8C-1754-9E43-976D-CD6F3030ED47}" dt="2024-08-29T14:32:45.348" v="17" actId="20577"/>
        <pc:sldMkLst>
          <pc:docMk/>
          <pc:sldMk cId="1968651442" sldId="277"/>
        </pc:sldMkLst>
        <pc:spChg chg="mod">
          <ac:chgData name="Ali Bu Hawraa" userId="c298b3438ccd2c24" providerId="LiveId" clId="{E0F63D8C-1754-9E43-976D-CD6F3030ED47}" dt="2024-08-29T14:32:45.348" v="17" actId="20577"/>
          <ac:spMkLst>
            <pc:docMk/>
            <pc:sldMk cId="1968651442" sldId="277"/>
            <ac:spMk id="3" creationId="{00000000-0000-0000-0000-000000000000}"/>
          </ac:spMkLst>
        </pc:spChg>
      </pc:sldChg>
      <pc:sldChg chg="modSp">
        <pc:chgData name="Ali Bu Hawraa" userId="c298b3438ccd2c24" providerId="LiveId" clId="{E0F63D8C-1754-9E43-976D-CD6F3030ED47}" dt="2024-08-29T17:29:09.976" v="176" actId="20577"/>
        <pc:sldMkLst>
          <pc:docMk/>
          <pc:sldMk cId="2024365829" sldId="279"/>
        </pc:sldMkLst>
        <pc:spChg chg="mod">
          <ac:chgData name="Ali Bu Hawraa" userId="c298b3438ccd2c24" providerId="LiveId" clId="{E0F63D8C-1754-9E43-976D-CD6F3030ED47}" dt="2024-08-29T17:29:09.976" v="176" actId="20577"/>
          <ac:spMkLst>
            <pc:docMk/>
            <pc:sldMk cId="2024365829" sldId="279"/>
            <ac:spMk id="3" creationId="{00000000-0000-0000-0000-000000000000}"/>
          </ac:spMkLst>
        </pc:spChg>
      </pc:sldChg>
    </pc:docChg>
  </pc:docChgLst>
  <pc:docChgLst>
    <pc:chgData name="Ali Bu Hawraa" userId="c298b3438ccd2c24" providerId="LiveId" clId="{BF171AB6-C7AD-1E4B-865B-3113059A4807}"/>
    <pc:docChg chg="modSld">
      <pc:chgData name="Ali Bu Hawraa" userId="c298b3438ccd2c24" providerId="LiveId" clId="{BF171AB6-C7AD-1E4B-865B-3113059A4807}" dt="2024-08-29T14:15:22.287" v="57" actId="20577"/>
      <pc:docMkLst>
        <pc:docMk/>
      </pc:docMkLst>
      <pc:sldChg chg="modSp">
        <pc:chgData name="Ali Bu Hawraa" userId="c298b3438ccd2c24" providerId="LiveId" clId="{BF171AB6-C7AD-1E4B-865B-3113059A4807}" dt="2024-08-29T14:15:22.287" v="57" actId="20577"/>
        <pc:sldMkLst>
          <pc:docMk/>
          <pc:sldMk cId="1101817378" sldId="275"/>
        </pc:sldMkLst>
        <pc:spChg chg="mod">
          <ac:chgData name="Ali Bu Hawraa" userId="c298b3438ccd2c24" providerId="LiveId" clId="{BF171AB6-C7AD-1E4B-865B-3113059A4807}" dt="2024-08-29T14:15:22.287" v="57" actId="20577"/>
          <ac:spMkLst>
            <pc:docMk/>
            <pc:sldMk cId="1101817378" sldId="27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1B2A-3657-4CA0-9BBB-60AEB17C1837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013AC-8191-45AC-AEE3-80BEE0CA4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013AC-8191-45AC-AEE3-80BEE0CA4D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2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013AC-8191-45AC-AEE3-80BEE0CA4D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5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013AC-8191-45AC-AEE3-80BEE0CA4D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7224" y="1319902"/>
            <a:ext cx="10763249" cy="107727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57224" y="4289334"/>
            <a:ext cx="10763249" cy="99786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57225" y="1484779"/>
            <a:ext cx="10763250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225" y="1432223"/>
            <a:ext cx="10753723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0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8" y="149780"/>
            <a:ext cx="11515725" cy="75174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056068"/>
            <a:ext cx="11515725" cy="5266392"/>
          </a:xfrm>
        </p:spPr>
        <p:txBody>
          <a:bodyPr/>
          <a:lstStyle>
            <a:lvl1pPr>
              <a:defRPr sz="2400">
                <a:latin typeface="Century Gothic" panose="020B0502020202020204" pitchFamily="34" charset="0"/>
              </a:defRPr>
            </a:lvl1pPr>
            <a:lvl2pPr>
              <a:defRPr sz="2100">
                <a:latin typeface="Century Gothic" panose="020B0502020202020204" pitchFamily="34" charset="0"/>
              </a:defRPr>
            </a:lvl2pPr>
            <a:lvl3pPr>
              <a:defRPr sz="18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64424" y="6414453"/>
            <a:ext cx="3273552" cy="365125"/>
          </a:xfrm>
        </p:spPr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136" y="6414453"/>
            <a:ext cx="6327648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338137" y="901521"/>
            <a:ext cx="11515726" cy="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338137" y="6385788"/>
            <a:ext cx="10899839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0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6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7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6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8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 Ali Alsaffar/Dr. Youssef Harrath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1.xml"/><Relationship Id="rId7" Type="http://schemas.openxmlformats.org/officeDocument/2006/relationships/image" Target="../media/image1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4.xml"/><Relationship Id="rId7" Type="http://schemas.openxmlformats.org/officeDocument/2006/relationships/image" Target="../media/image1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5018" y="1385604"/>
            <a:ext cx="10861964" cy="2743056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Chapter 1</a:t>
            </a:r>
            <a:br>
              <a:rPr lang="en-US"/>
            </a:br>
            <a:r>
              <a:rPr lang="en-US" sz="6700"/>
              <a:t>Introduction to the design and Analysis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2982" y="4932074"/>
            <a:ext cx="9144000" cy="1655762"/>
          </a:xfrm>
        </p:spPr>
        <p:txBody>
          <a:bodyPr/>
          <a:lstStyle/>
          <a:p>
            <a:r>
              <a:rPr lang="en-US"/>
              <a:t>Dr. Ali Alsaffar – 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95345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589" y="220091"/>
            <a:ext cx="11406822" cy="747396"/>
          </a:xfrm>
        </p:spPr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What is an Algorithm?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Fundamentals of Algorithmic Problem Solving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Important Problem Types</a:t>
            </a:r>
          </a:p>
          <a:p>
            <a:pPr marL="627063" lvl="1" indent="-182563"/>
            <a:r>
              <a:rPr lang="en-US"/>
              <a:t>Sorting</a:t>
            </a:r>
          </a:p>
          <a:p>
            <a:pPr marL="627063" lvl="1" indent="-182563"/>
            <a:r>
              <a:rPr lang="en-US"/>
              <a:t>Searching</a:t>
            </a:r>
          </a:p>
          <a:p>
            <a:pPr marL="627063" lvl="1" indent="-182563"/>
            <a:r>
              <a:rPr lang="en-US"/>
              <a:t>String Processing</a:t>
            </a:r>
          </a:p>
          <a:p>
            <a:pPr marL="627063" lvl="1" indent="-182563"/>
            <a:r>
              <a:rPr lang="en-US"/>
              <a:t>Graph Problems</a:t>
            </a:r>
          </a:p>
          <a:p>
            <a:pPr marL="627063" lvl="1" indent="-182563"/>
            <a:r>
              <a:rPr lang="en-US"/>
              <a:t>Combinatorial problems</a:t>
            </a:r>
          </a:p>
          <a:p>
            <a:pPr marL="627063" lvl="1" indent="-182563"/>
            <a:r>
              <a:rPr lang="en-US"/>
              <a:t>Numerical Problems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Fundamental Data Structures</a:t>
            </a:r>
          </a:p>
          <a:p>
            <a:pPr marL="627063" lvl="1" indent="-182563"/>
            <a:r>
              <a:rPr lang="en-US"/>
              <a:t>Linear Data Structures</a:t>
            </a:r>
          </a:p>
          <a:p>
            <a:pPr marL="627063" lvl="1" indent="-182563"/>
            <a:r>
              <a:rPr lang="en-US"/>
              <a:t>Graphs</a:t>
            </a:r>
          </a:p>
          <a:p>
            <a:pPr marL="627063" lvl="1" indent="-182563"/>
            <a:r>
              <a:rPr lang="en-US"/>
              <a:t>Trees</a:t>
            </a:r>
          </a:p>
          <a:p>
            <a:pPr marL="627063" lvl="1" indent="-182563"/>
            <a:r>
              <a:rPr lang="en-US"/>
              <a:t>Sets and Dictionaries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98ACFB04-FC53-4C2C-AF63-0A99D80369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1869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500"/>
              </a:lnSpc>
            </a:pPr>
            <a:r>
              <a:rPr lang="en-US">
                <a:solidFill>
                  <a:srgbClr val="00B050"/>
                </a:solidFill>
              </a:rPr>
              <a:t>Definition</a:t>
            </a:r>
            <a:r>
              <a:rPr lang="en-US"/>
              <a:t>: An </a:t>
            </a:r>
            <a:r>
              <a:rPr lang="en-US" b="1" i="1">
                <a:solidFill>
                  <a:srgbClr val="0070C0"/>
                </a:solidFill>
              </a:rPr>
              <a:t>algorithm</a:t>
            </a:r>
            <a:r>
              <a:rPr lang="en-US"/>
              <a:t> is a sequence of unambiguous </a:t>
            </a:r>
            <a:r>
              <a:rPr lang="en-US" b="1" i="1">
                <a:solidFill>
                  <a:srgbClr val="0070C0"/>
                </a:solidFill>
              </a:rPr>
              <a:t>instructions</a:t>
            </a:r>
            <a:r>
              <a:rPr lang="en-US"/>
              <a:t> for solving a problem, i.e., for obtaining a required </a:t>
            </a:r>
            <a:r>
              <a:rPr lang="en-US" b="1" i="1">
                <a:solidFill>
                  <a:srgbClr val="0070C0"/>
                </a:solidFill>
              </a:rPr>
              <a:t>output</a:t>
            </a:r>
            <a:r>
              <a:rPr lang="en-US"/>
              <a:t> for any legitimate </a:t>
            </a:r>
            <a:r>
              <a:rPr lang="en-US" b="1" i="1">
                <a:solidFill>
                  <a:srgbClr val="0070C0"/>
                </a:solidFill>
              </a:rPr>
              <a:t>input</a:t>
            </a:r>
            <a:r>
              <a:rPr lang="en-US"/>
              <a:t> in a </a:t>
            </a:r>
            <a:r>
              <a:rPr lang="en-US" b="1" i="1">
                <a:solidFill>
                  <a:srgbClr val="0070C0"/>
                </a:solidFill>
              </a:rPr>
              <a:t>finite</a:t>
            </a:r>
            <a:r>
              <a:rPr lang="en-US"/>
              <a:t> amount of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2632363" y="3461790"/>
            <a:ext cx="6123710" cy="2470457"/>
            <a:chOff x="2604654" y="2646219"/>
            <a:chExt cx="6123710" cy="2470457"/>
          </a:xfrm>
        </p:grpSpPr>
        <p:sp>
          <p:nvSpPr>
            <p:cNvPr id="7" name="TextBox 6"/>
            <p:cNvSpPr txBox="1"/>
            <p:nvPr/>
          </p:nvSpPr>
          <p:spPr>
            <a:xfrm>
              <a:off x="4696691" y="2646219"/>
              <a:ext cx="180109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Problem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96691" y="3689264"/>
              <a:ext cx="180109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Algorithm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96691" y="4743218"/>
              <a:ext cx="1801092" cy="36933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Computer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5784" y="4743218"/>
              <a:ext cx="131258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Output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4654" y="4747344"/>
              <a:ext cx="1178087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Input</a:t>
              </a:r>
            </a:p>
          </p:txBody>
        </p:sp>
        <p:cxnSp>
          <p:nvCxnSpPr>
            <p:cNvPr id="13" name="Straight Arrow Connector 12"/>
            <p:cNvCxnSpPr>
              <a:stCxn id="7" idx="2"/>
              <a:endCxn id="8" idx="0"/>
            </p:cNvCxnSpPr>
            <p:nvPr/>
          </p:nvCxnSpPr>
          <p:spPr>
            <a:xfrm>
              <a:off x="5597237" y="3015551"/>
              <a:ext cx="0" cy="67371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2"/>
              <a:endCxn id="9" idx="0"/>
            </p:cNvCxnSpPr>
            <p:nvPr/>
          </p:nvCxnSpPr>
          <p:spPr>
            <a:xfrm>
              <a:off x="5597237" y="4058596"/>
              <a:ext cx="0" cy="68462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3"/>
              <a:endCxn id="9" idx="1"/>
            </p:cNvCxnSpPr>
            <p:nvPr/>
          </p:nvCxnSpPr>
          <p:spPr>
            <a:xfrm flipV="1">
              <a:off x="3782741" y="4927884"/>
              <a:ext cx="913950" cy="41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3"/>
              <a:endCxn id="10" idx="1"/>
            </p:cNvCxnSpPr>
            <p:nvPr/>
          </p:nvCxnSpPr>
          <p:spPr>
            <a:xfrm>
              <a:off x="6497783" y="4927884"/>
              <a:ext cx="91800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EA07B9-3BB1-1853-F653-4CBA98B5BCA7}"/>
              </a:ext>
            </a:extLst>
          </p:cNvPr>
          <p:cNvGrpSpPr/>
          <p:nvPr/>
        </p:nvGrpSpPr>
        <p:grpSpPr>
          <a:xfrm>
            <a:off x="813817" y="4042369"/>
            <a:ext cx="2946584" cy="1550725"/>
            <a:chOff x="763832" y="2868621"/>
            <a:chExt cx="2946584" cy="15507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319974-A1D1-40D5-4646-2B11369EDF62}"/>
                </a:ext>
              </a:extLst>
            </p:cNvPr>
            <p:cNvSpPr txBox="1"/>
            <p:nvPr/>
          </p:nvSpPr>
          <p:spPr>
            <a:xfrm>
              <a:off x="763832" y="2868621"/>
              <a:ext cx="2946584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070C0"/>
                  </a:solidFill>
                  <a:latin typeface="Century Gothic" panose="020B0502020202020204" pitchFamily="34" charset="0"/>
                </a:rPr>
                <a:t>The range of input has to be specified carefully</a:t>
              </a:r>
            </a:p>
          </p:txBody>
        </p:sp>
        <p:cxnSp>
          <p:nvCxnSpPr>
            <p:cNvPr id="15" name="Curved Connector 16">
              <a:extLst>
                <a:ext uri="{FF2B5EF4-FFF2-40B4-BE49-F238E27FC236}">
                  <a16:creationId xmlns:a16="http://schemas.microsoft.com/office/drawing/2014/main" id="{11C9246F-8529-06FA-BBA9-C69E0518B2B2}"/>
                </a:ext>
              </a:extLst>
            </p:cNvPr>
            <p:cNvCxnSpPr>
              <a:stCxn id="14" idx="2"/>
            </p:cNvCxnSpPr>
            <p:nvPr/>
          </p:nvCxnSpPr>
          <p:spPr>
            <a:xfrm rot="16200000" flipH="1">
              <a:off x="2232844" y="3519232"/>
              <a:ext cx="904394" cy="89583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098ED4-350F-042E-3E58-1DB90DF34CED}"/>
              </a:ext>
            </a:extLst>
          </p:cNvPr>
          <p:cNvGrpSpPr/>
          <p:nvPr/>
        </p:nvGrpSpPr>
        <p:grpSpPr>
          <a:xfrm>
            <a:off x="6232883" y="2383551"/>
            <a:ext cx="5417079" cy="3095255"/>
            <a:chOff x="6119922" y="1177047"/>
            <a:chExt cx="5417079" cy="30952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647C15C-AF28-DA13-9C74-3FD9F37F30F5}"/>
                </a:ext>
              </a:extLst>
            </p:cNvPr>
            <p:cNvSpPr/>
            <p:nvPr/>
          </p:nvSpPr>
          <p:spPr>
            <a:xfrm>
              <a:off x="7033871" y="1177047"/>
              <a:ext cx="4503130" cy="309525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urved Connector 23">
              <a:extLst>
                <a:ext uri="{FF2B5EF4-FFF2-40B4-BE49-F238E27FC236}">
                  <a16:creationId xmlns:a16="http://schemas.microsoft.com/office/drawing/2014/main" id="{7E4B29D4-E217-9011-3C5C-9132A8D38027}"/>
                </a:ext>
              </a:extLst>
            </p:cNvPr>
            <p:cNvCxnSpPr/>
            <p:nvPr/>
          </p:nvCxnSpPr>
          <p:spPr>
            <a:xfrm rot="10800000" flipV="1">
              <a:off x="6119922" y="2669428"/>
              <a:ext cx="913949" cy="84379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055A7B6-0788-B381-EF50-7851B8B64246}"/>
              </a:ext>
            </a:extLst>
          </p:cNvPr>
          <p:cNvSpPr txBox="1">
            <a:spLocks/>
          </p:cNvSpPr>
          <p:nvPr/>
        </p:nvSpPr>
        <p:spPr>
          <a:xfrm>
            <a:off x="7150139" y="2406967"/>
            <a:ext cx="4499823" cy="3071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70C0"/>
                </a:solidFill>
                <a:latin typeface="Century Gothic" panose="020B0502020202020204" pitchFamily="34" charset="0"/>
              </a:rPr>
              <a:t>The same algorithm can be represented in several different ways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70C0"/>
                </a:solidFill>
                <a:latin typeface="Century Gothic" panose="020B0502020202020204" pitchFamily="34" charset="0"/>
              </a:rPr>
              <a:t>Several algorithms for solving the same problem may exist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70C0"/>
                </a:solidFill>
                <a:latin typeface="Century Gothic" panose="020B0502020202020204" pitchFamily="34" charset="0"/>
              </a:rPr>
              <a:t>Those algorithms can be based on different ideas and have different speeds</a:t>
            </a:r>
          </a:p>
          <a:p>
            <a:endParaRPr lang="en-US">
              <a:solidFill>
                <a:srgbClr val="0070C0"/>
              </a:solidFill>
              <a:latin typeface="Century Gothic" panose="020B0502020202020204" pitchFamily="34" charset="0"/>
            </a:endParaRPr>
          </a:p>
          <a:p>
            <a:endParaRPr lang="en-US">
              <a:solidFill>
                <a:srgbClr val="0070C0"/>
              </a:solidFill>
              <a:latin typeface="Century Gothic" panose="020B0502020202020204" pitchFamily="34" charset="0"/>
            </a:endParaRPr>
          </a:p>
          <a:p>
            <a:endParaRPr lang="en-US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97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1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137" y="1056068"/>
                <a:ext cx="11515725" cy="5216716"/>
              </a:xfrm>
            </p:spPr>
            <p:txBody>
              <a:bodyPr/>
              <a:lstStyle/>
              <a:p>
                <a:r>
                  <a:rPr lang="en-US"/>
                  <a:t>Write an algorithm that prints the numbers from 1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.</a:t>
                </a:r>
              </a:p>
              <a:p>
                <a:pPr>
                  <a:spcBef>
                    <a:spcPts val="20000"/>
                  </a:spcBef>
                </a:pPr>
                <a:r>
                  <a:rPr lang="en-US"/>
                  <a:t>Write the same algorithm but print the numbers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down  to 1.</a:t>
                </a:r>
              </a:p>
            </p:txBody>
          </p:sp>
        </mc:Choice>
        <mc:Fallback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137" y="1056068"/>
                <a:ext cx="11515725" cy="5216716"/>
              </a:xfrm>
              <a:blipFill>
                <a:blip r:embed="rId10"/>
                <a:stretch>
                  <a:fillRect l="-476" t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4</a:t>
            </a:fld>
            <a:endParaRPr lang="en-US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336F127-CE8B-F11E-5261-1780DE492C31}"/>
              </a:ext>
            </a:extLst>
          </p:cNvPr>
          <p:cNvGrpSpPr/>
          <p:nvPr/>
        </p:nvGrpSpPr>
        <p:grpSpPr>
          <a:xfrm>
            <a:off x="1217200" y="1594522"/>
            <a:ext cx="4230888" cy="1960969"/>
            <a:chOff x="1217200" y="1564042"/>
            <a:chExt cx="4230888" cy="1960969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1345A1C8-4A39-1DB1-BA28-4804DCC260C1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1389111" y="2119192"/>
              <a:ext cx="3223529" cy="1405819"/>
              <a:chOff x="1389111" y="2119192"/>
              <a:chExt cx="3223529" cy="1405819"/>
            </a:xfrm>
          </p:grpSpPr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B2FF3E19-E1A4-6BBE-72D0-89BF00855F90}"/>
                  </a:ext>
                </a:extLst>
              </p:cNvPr>
              <p:cNvSpPr/>
              <p:nvPr/>
            </p:nvSpPr>
            <p:spPr>
              <a:xfrm>
                <a:off x="1389111" y="2119192"/>
                <a:ext cx="3223529" cy="1405819"/>
              </a:xfrm>
              <a:prstGeom prst="roundRect">
                <a:avLst/>
              </a:prstGeom>
              <a:solidFill>
                <a:srgbClr val="BAE18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2" name="Picture 181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For {$i\gets 1$ \textbf{to} $n$}&#10;  \State \Call {Print}{$i$}&#10;\EndFor&#10;\EndProcedure&#10;&#10;\medskip&#10;\noindent\textbf{Main:}\\&#10;\hspace*{0.5cm}\textsc{PrintNumber(10)}&#10;\end{algorithmic}&#10;&#10;\end{document} " title="IguanaTex Bitmap Display">
                <a:extLst>
                  <a:ext uri="{FF2B5EF4-FFF2-40B4-BE49-F238E27FC236}">
                    <a16:creationId xmlns:a16="http://schemas.microsoft.com/office/drawing/2014/main" id="{AC39D9E6-E845-6B60-DC2A-E59567237E8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1429" y="2179031"/>
                <a:ext cx="2570964" cy="1265478"/>
              </a:xfrm>
              <a:prstGeom prst="rect">
                <a:avLst/>
              </a:prstGeom>
            </p:spPr>
          </p:pic>
        </p:grpSp>
        <p:sp>
          <p:nvSpPr>
            <p:cNvPr id="28" name="Content Placeholder 2 2 1 1">
              <a:extLst>
                <a:ext uri="{FF2B5EF4-FFF2-40B4-BE49-F238E27FC236}">
                  <a16:creationId xmlns:a16="http://schemas.microsoft.com/office/drawing/2014/main" id="{8399204F-1C50-91BA-40D9-C930E34A4CF3}"/>
                </a:ext>
              </a:extLst>
            </p:cNvPr>
            <p:cNvSpPr txBox="1">
              <a:spLocks/>
            </p:cNvSpPr>
            <p:nvPr/>
          </p:nvSpPr>
          <p:spPr>
            <a:xfrm>
              <a:off x="1217200" y="1564042"/>
              <a:ext cx="4230888" cy="6024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FF0000"/>
                  </a:solidFill>
                  <a:latin typeface="Century Gothic" panose="020B0502020202020204" pitchFamily="34" charset="0"/>
                </a:rPr>
                <a:t>Solution #1</a:t>
              </a:r>
              <a:r>
                <a:rPr lang="en-US" sz="1800">
                  <a:latin typeface="Century Gothic" panose="020B0502020202020204" pitchFamily="34" charset="0"/>
                </a:rPr>
                <a:t>: Using iterative method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615572F-61AE-5BD7-F60F-B8C2A4D51602}"/>
              </a:ext>
            </a:extLst>
          </p:cNvPr>
          <p:cNvGrpSpPr/>
          <p:nvPr/>
        </p:nvGrpSpPr>
        <p:grpSpPr>
          <a:xfrm>
            <a:off x="6620939" y="1594523"/>
            <a:ext cx="4203287" cy="2217707"/>
            <a:chOff x="6620939" y="1594523"/>
            <a:chExt cx="4203287" cy="2217707"/>
          </a:xfrm>
        </p:grpSpPr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03D20119-EDC9-90CF-E6D2-7EDFDA65E61B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6743913" y="2060435"/>
              <a:ext cx="3131787" cy="1751795"/>
              <a:chOff x="6743913" y="2060435"/>
              <a:chExt cx="3131787" cy="1751795"/>
            </a:xfrm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D07726DE-DE33-1610-DEC5-E2B38C961D50}"/>
                  </a:ext>
                </a:extLst>
              </p:cNvPr>
              <p:cNvSpPr/>
              <p:nvPr/>
            </p:nvSpPr>
            <p:spPr>
              <a:xfrm>
                <a:off x="6743913" y="2060435"/>
                <a:ext cx="3131787" cy="1748560"/>
              </a:xfrm>
              <a:prstGeom prst="roundRect">
                <a:avLst/>
              </a:prstGeom>
              <a:solidFill>
                <a:srgbClr val="FFDA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9" name="Picture 288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If {($n\le 1$)} \Call {Print}{1}&#10;\Else&#10;   \State \Call {PrintNumber}{$n-1$}&#10;   \State \Call {Print}{$n$}&#10;\EndIf&#10;\EndProcedure&#10;&#10;\smallskip&#10;\noindent\textbf{Main:}\\&#10;\hspace*{0.5cm}\textsc{PrintNumber(10)}&#10;\end{algorithmic}&#10;&#10;&#10;\end{document} " title="IguanaTex Bitmap Display">
                <a:extLst>
                  <a:ext uri="{FF2B5EF4-FFF2-40B4-BE49-F238E27FC236}">
                    <a16:creationId xmlns:a16="http://schemas.microsoft.com/office/drawing/2014/main" id="{C93BEA61-987D-952E-6050-5C5BB689529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26949" y="2147790"/>
                <a:ext cx="2570966" cy="1664440"/>
              </a:xfrm>
              <a:prstGeom prst="rect">
                <a:avLst/>
              </a:prstGeom>
            </p:spPr>
          </p:pic>
        </p:grpSp>
        <p:sp>
          <p:nvSpPr>
            <p:cNvPr id="29" name="Content Placeholder 2 3 1">
              <a:extLst>
                <a:ext uri="{FF2B5EF4-FFF2-40B4-BE49-F238E27FC236}">
                  <a16:creationId xmlns:a16="http://schemas.microsoft.com/office/drawing/2014/main" id="{17F85E4E-B6F7-B26B-0C00-7E3A845862ED}"/>
                </a:ext>
              </a:extLst>
            </p:cNvPr>
            <p:cNvSpPr txBox="1">
              <a:spLocks/>
            </p:cNvSpPr>
            <p:nvPr/>
          </p:nvSpPr>
          <p:spPr>
            <a:xfrm>
              <a:off x="6620939" y="1594523"/>
              <a:ext cx="4203287" cy="49315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FF0000"/>
                  </a:solidFill>
                  <a:latin typeface="Century Gothic" panose="020B0502020202020204" pitchFamily="34" charset="0"/>
                </a:rPr>
                <a:t>Solution #2</a:t>
              </a:r>
              <a:r>
                <a:rPr lang="en-US" sz="1800">
                  <a:latin typeface="Century Gothic" panose="020B0502020202020204" pitchFamily="34" charset="0"/>
                </a:rPr>
                <a:t>: Using recursion</a:t>
              </a:r>
            </a:p>
          </p:txBody>
        </p: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0EAEEB5A-D5AA-531E-AC91-928B17B2903A}"/>
              </a:ext>
            </a:extLst>
          </p:cNvPr>
          <p:cNvGrpSpPr/>
          <p:nvPr/>
        </p:nvGrpSpPr>
        <p:grpSpPr>
          <a:xfrm>
            <a:off x="1217199" y="4368016"/>
            <a:ext cx="4343880" cy="1444979"/>
            <a:chOff x="1217199" y="4428976"/>
            <a:chExt cx="4343880" cy="1444979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26EC8D3A-2C44-FDFC-BF21-7BB7E598227D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1389111" y="5007114"/>
              <a:ext cx="3223529" cy="866841"/>
              <a:chOff x="1389111" y="5007114"/>
              <a:chExt cx="3223529" cy="866841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837C27B-E3C0-F434-DE1C-6625E048048B}"/>
                  </a:ext>
                </a:extLst>
              </p:cNvPr>
              <p:cNvSpPr/>
              <p:nvPr/>
            </p:nvSpPr>
            <p:spPr>
              <a:xfrm>
                <a:off x="1389111" y="5007114"/>
                <a:ext cx="3223529" cy="866841"/>
              </a:xfrm>
              <a:prstGeom prst="roundRect">
                <a:avLst/>
              </a:prstGeom>
              <a:solidFill>
                <a:srgbClr val="BAE18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49" name="Picture 448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For {$i\gets n$ \textbf{downto} $1$}&#10;  \State \Call {Print}{$i$}&#10;\EndFor&#10;\EndProcedure&#10;\end{algorithmic}&#10;&#10;\end{document} " title="IguanaTex Bitmap Display">
                <a:extLst>
                  <a:ext uri="{FF2B5EF4-FFF2-40B4-BE49-F238E27FC236}">
                    <a16:creationId xmlns:a16="http://schemas.microsoft.com/office/drawing/2014/main" id="{6C1C9075-9340-30AD-1B65-678AA434F36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1430" y="5066951"/>
                <a:ext cx="2570963" cy="650457"/>
              </a:xfrm>
              <a:prstGeom prst="rect">
                <a:avLst/>
              </a:prstGeom>
            </p:spPr>
          </p:pic>
        </p:grpSp>
        <p:sp>
          <p:nvSpPr>
            <p:cNvPr id="59" name="Content Placeholder 2 2 1 2">
              <a:extLst>
                <a:ext uri="{FF2B5EF4-FFF2-40B4-BE49-F238E27FC236}">
                  <a16:creationId xmlns:a16="http://schemas.microsoft.com/office/drawing/2014/main" id="{FB1B4DF5-A7FA-CF5E-5A24-34C2441DB190}"/>
                </a:ext>
              </a:extLst>
            </p:cNvPr>
            <p:cNvSpPr txBox="1">
              <a:spLocks/>
            </p:cNvSpPr>
            <p:nvPr/>
          </p:nvSpPr>
          <p:spPr>
            <a:xfrm>
              <a:off x="1217199" y="4428976"/>
              <a:ext cx="4343880" cy="6024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FF0000"/>
                  </a:solidFill>
                  <a:latin typeface="Century Gothic" panose="020B0502020202020204" pitchFamily="34" charset="0"/>
                </a:rPr>
                <a:t>Solution #1</a:t>
              </a:r>
              <a:r>
                <a:rPr lang="en-US" sz="1800">
                  <a:latin typeface="Century Gothic" panose="020B0502020202020204" pitchFamily="34" charset="0"/>
                </a:rPr>
                <a:t>: Using iterative method</a:t>
              </a:r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A11CCC55-AB3C-FE4E-75C5-9811FF7ACE46}"/>
              </a:ext>
            </a:extLst>
          </p:cNvPr>
          <p:cNvGrpSpPr/>
          <p:nvPr/>
        </p:nvGrpSpPr>
        <p:grpSpPr>
          <a:xfrm>
            <a:off x="6630922" y="4357856"/>
            <a:ext cx="4203287" cy="1850473"/>
            <a:chOff x="6630922" y="4418816"/>
            <a:chExt cx="4203287" cy="1850473"/>
          </a:xfrm>
        </p:grpSpPr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8050A942-DB1D-03DA-8CDF-584FD00354F3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6753716" y="4887282"/>
              <a:ext cx="3131787" cy="1382007"/>
              <a:chOff x="6753716" y="4887282"/>
              <a:chExt cx="3131787" cy="1382007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9E287D73-6534-644E-B9D9-5CDB7F3749CC}"/>
                  </a:ext>
                </a:extLst>
              </p:cNvPr>
              <p:cNvSpPr/>
              <p:nvPr/>
            </p:nvSpPr>
            <p:spPr>
              <a:xfrm>
                <a:off x="6753716" y="4887282"/>
                <a:ext cx="3131787" cy="1382007"/>
              </a:xfrm>
              <a:prstGeom prst="roundRect">
                <a:avLst/>
              </a:prstGeom>
              <a:solidFill>
                <a:srgbClr val="FFDA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76" name="Picture 375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If {($n\le 1$)} \Call {Print}{1}&#10;\Else&#10;   \State \Call {Print}{$n$}&#10;   \State \Call {PrintNumber}{$n-1$}&#10;\EndIf&#10;\EndProcedure&#10;\end{algorithmic}&#10;&#10;&#10;\end{document} " title="IguanaTex Bitmap Display">
                <a:extLst>
                  <a:ext uri="{FF2B5EF4-FFF2-40B4-BE49-F238E27FC236}">
                    <a16:creationId xmlns:a16="http://schemas.microsoft.com/office/drawing/2014/main" id="{34941069-207C-EBBF-6369-79A09FD88BF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7093" y="4966008"/>
                <a:ext cx="2570964" cy="1106578"/>
              </a:xfrm>
              <a:prstGeom prst="rect">
                <a:avLst/>
              </a:prstGeom>
            </p:spPr>
          </p:pic>
        </p:grpSp>
        <p:sp>
          <p:nvSpPr>
            <p:cNvPr id="64" name="Content Placeholder 2 3 2">
              <a:extLst>
                <a:ext uri="{FF2B5EF4-FFF2-40B4-BE49-F238E27FC236}">
                  <a16:creationId xmlns:a16="http://schemas.microsoft.com/office/drawing/2014/main" id="{BAECAE62-3770-B015-A992-F3D362577076}"/>
                </a:ext>
              </a:extLst>
            </p:cNvPr>
            <p:cNvSpPr txBox="1">
              <a:spLocks/>
            </p:cNvSpPr>
            <p:nvPr/>
          </p:nvSpPr>
          <p:spPr>
            <a:xfrm>
              <a:off x="6630922" y="4418816"/>
              <a:ext cx="4203287" cy="6919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FF0000"/>
                  </a:solidFill>
                  <a:latin typeface="Century Gothic" panose="020B0502020202020204" pitchFamily="34" charset="0"/>
                </a:rPr>
                <a:t>Solution #2</a:t>
              </a:r>
              <a:r>
                <a:rPr lang="en-US" sz="1800">
                  <a:latin typeface="Century Gothic" panose="020B0502020202020204" pitchFamily="34" charset="0"/>
                </a:rPr>
                <a:t>: Using recursion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8690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2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Write an algorithm that computes Greatest Common Divisor (GCD) between two nonnegative, not-both-zero integers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>
                    <a:solidFill>
                      <a:srgbClr val="FF0000"/>
                    </a:solidFill>
                  </a:rPr>
                  <a:t>Solution #1</a:t>
                </a:r>
                <a:r>
                  <a:rPr lang="en-US"/>
                  <a:t>: Euclidean Algorithm (Euclid of Alexandria – 3</a:t>
                </a:r>
                <a:r>
                  <a:rPr lang="en-US" baseline="30000"/>
                  <a:t>rd</a:t>
                </a:r>
                <a:r>
                  <a:rPr lang="en-US"/>
                  <a:t> century B.C.)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repeatedly apply the rule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until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. The last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the answer.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 t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06B7BE-915E-440B-E774-BB4312CBE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947884"/>
              </p:ext>
            </p:extLst>
          </p:nvPr>
        </p:nvGraphicFramePr>
        <p:xfrm>
          <a:off x="3271738" y="3462689"/>
          <a:ext cx="5872827" cy="1854911"/>
        </p:xfrm>
        <a:graphic>
          <a:graphicData uri="http://schemas.openxmlformats.org/drawingml/2006/table">
            <a:tbl>
              <a:tblPr/>
              <a:tblGrid>
                <a:gridCol w="161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 err="1">
                          <a:solidFill>
                            <a:srgbClr val="FFFFFF"/>
                          </a:solidFill>
                          <a:latin typeface="+mn-lt"/>
                        </a:rPr>
                        <a:t>gcd</a:t>
                      </a:r>
                      <a:endParaRPr lang="en-GB" sz="1800" b="0" strike="noStrike" spc="-1">
                        <a:latin typeface="+mn-lt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6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i="1" strike="noStrike" spc="-1">
                          <a:solidFill>
                            <a:srgbClr val="FFFFFF"/>
                          </a:solidFill>
                          <a:latin typeface="+mn-lt"/>
                        </a:rPr>
                        <a:t>m</a:t>
                      </a:r>
                      <a:endParaRPr lang="en-GB" sz="1800" b="0" i="1" strike="noStrike" spc="-1">
                        <a:latin typeface="+mn-lt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6D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i="1" strike="noStrike" spc="-1">
                          <a:solidFill>
                            <a:srgbClr val="FFFFFF"/>
                          </a:solidFill>
                          <a:latin typeface="+mn-lt"/>
                        </a:rPr>
                        <a:t>n</a:t>
                      </a:r>
                      <a:endParaRPr lang="en-GB" sz="1800" b="0" i="1" strike="noStrike" spc="-1">
                        <a:latin typeface="+mn-lt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6D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i="1" strike="noStrike" spc="-1">
                          <a:solidFill>
                            <a:srgbClr val="FFFFFF"/>
                          </a:solidFill>
                          <a:latin typeface="+mn-lt"/>
                        </a:rPr>
                        <a:t>        r = m mod n</a:t>
                      </a:r>
                      <a:endParaRPr lang="en-GB" sz="1800" b="0" i="1" strike="noStrike" spc="-1">
                        <a:latin typeface="+mn-lt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6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 err="1">
                          <a:latin typeface="Arial"/>
                        </a:rPr>
                        <a:t>gcd</a:t>
                      </a:r>
                      <a:r>
                        <a:rPr lang="en-GB" sz="1800" b="0" strike="noStrike" spc="-1">
                          <a:latin typeface="Arial"/>
                        </a:rPr>
                        <a:t>(24,18)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24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18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        r = 24 mod 18 = 6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gcd(18,6)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18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6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        r = 18 mod 6   = 0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gcd(6,0)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6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072">
                <a:tc gridSpan="4"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GB" sz="1800" b="0" strike="noStrike" spc="-1">
                          <a:latin typeface="Arial"/>
                        </a:rPr>
                        <a:t>Answer : GCD(24,18) = 6                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460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2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200"/>
                  <a:t>Write an algorithm that computes Greatest Common Divisor (GCD) between two nonnegative, not-both-zero integers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/>
                  <a:t> and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>
                    <a:solidFill>
                      <a:srgbClr val="FF0000"/>
                    </a:solidFill>
                  </a:rPr>
                  <a:t>Solution #1</a:t>
                </a:r>
                <a:r>
                  <a:rPr lang="en-US" sz="2200"/>
                  <a:t>: Euclidean Algorithm (Euclid of Alexandria – 3</a:t>
                </a:r>
                <a:r>
                  <a:rPr lang="en-US" sz="2200" baseline="30000"/>
                  <a:t>rd</a:t>
                </a:r>
                <a:r>
                  <a:rPr lang="en-US" sz="2200"/>
                  <a:t> century B.C.)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900"/>
                  <a:t>For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9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9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/>
                  <a:t>, repeatedly apply the rule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/>
                  <a:t> until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9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900"/>
                  <a:t>. The last value of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900"/>
                  <a:t> is the answer.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370" t="-810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B80C7A-653F-A472-A84B-E84A4420FF44}"/>
              </a:ext>
            </a:extLst>
          </p:cNvPr>
          <p:cNvGrpSpPr/>
          <p:nvPr/>
        </p:nvGrpSpPr>
        <p:grpSpPr>
          <a:xfrm>
            <a:off x="457738" y="3391215"/>
            <a:ext cx="5136205" cy="2059313"/>
            <a:chOff x="787939" y="3180945"/>
            <a:chExt cx="5136205" cy="2059313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F8124129-4C85-CC4C-364E-28B9904D08FB}"/>
                </a:ext>
              </a:extLst>
            </p:cNvPr>
            <p:cNvSpPr/>
            <p:nvPr/>
          </p:nvSpPr>
          <p:spPr>
            <a:xfrm>
              <a:off x="787939" y="3180945"/>
              <a:ext cx="5136205" cy="20593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\documentclass{article}&#10;\usepackage{amsmath}&#10;\usepackage[beginLComment=//~,endLComment=~,indLines=false]{algpseudocodex}&#10;\pagestyle{empty}&#10;\begin{document}&#10;\algrenewcommand\algorithmicprocedure{\textbf{Algorithm}}&#10;&#10;\noindent\textbf{Euclidean algorithm} for computing $\gcd(m, n)$&#10;\begin{algorithmic}&#10;\State \textbf{Step 1} If $n = 0$, return $m$, else go to step 2&#10;\State \textbf{Step 2} Divide $m$ by $n$ and assign the value of\\ &#10;       \hspace*{1.3cm}the remainder to $r$&#10;\State \textbf{Step 3} Assign the value of $n$ to $m$ and the\\&#10;        \hspace*{1.3cm}value of $r$ to $n$. Go to \textbf{step 1}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26B21212-B913-19CE-B996-BD2A82BAA8AF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164" y="3416384"/>
              <a:ext cx="4577371" cy="1536152"/>
            </a:xfrm>
            <a:prstGeom prst="rect">
              <a:avLst/>
            </a:prstGeom>
          </p:spPr>
        </p:pic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C9B489D-522D-EC03-A4B3-D914F1AD9798}"/>
              </a:ext>
            </a:extLst>
          </p:cNvPr>
          <p:cNvGrpSpPr/>
          <p:nvPr/>
        </p:nvGrpSpPr>
        <p:grpSpPr>
          <a:xfrm>
            <a:off x="4846959" y="4983364"/>
            <a:ext cx="4021417" cy="1303506"/>
            <a:chOff x="4846959" y="4983364"/>
            <a:chExt cx="4021417" cy="1303506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D07726DE-DE33-1610-DEC5-E2B38C961D50}"/>
                </a:ext>
              </a:extLst>
            </p:cNvPr>
            <p:cNvSpPr/>
            <p:nvPr/>
          </p:nvSpPr>
          <p:spPr>
            <a:xfrm>
              <a:off x="4846959" y="4983364"/>
              <a:ext cx="4021417" cy="1303506"/>
            </a:xfrm>
            <a:prstGeom prst="roundRect">
              <a:avLst/>
            </a:prstGeom>
            <a:solidFill>
              <a:srgbClr val="FFDA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2" name="Picture 211" descr="\documentclass{article}&#10;\usepackage{amsmath}&#10;\usepackage[beginLComment=//~,endLComment=~,indLines=true]{algpseudocodex}&#10;\pagestyle{empty}&#10;\begin{document}&#10;\algrenewcommand\algorithmicprocedure{\textbf{Algorithm}}&#10;&#10;\noindent\textbf{Recursive Euclidean algorithm}&#10;\begin{algorithmic}&#10;\Procedure {Euclid}{$m,n$}&#10;\If {($n=0$)} \Return $m$&#10;\Else ~\Return \Call {Euclid}{$n,m\text{ mod }n$}&#10;\EndIf&#10;\EndProcedure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5B265CDD-F435-71DB-182A-98F741CCDFD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209" y="5163541"/>
              <a:ext cx="3732568" cy="1027396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51BFA3A-6347-5688-4A81-9EB0A598E60A}"/>
              </a:ext>
            </a:extLst>
          </p:cNvPr>
          <p:cNvGrpSpPr/>
          <p:nvPr/>
        </p:nvGrpSpPr>
        <p:grpSpPr>
          <a:xfrm>
            <a:off x="6358378" y="2846778"/>
            <a:ext cx="4021416" cy="2059313"/>
            <a:chOff x="6358378" y="2846778"/>
            <a:chExt cx="4021416" cy="2059313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B2FF3E19-E1A4-6BBE-72D0-89BF00855F90}"/>
                </a:ext>
              </a:extLst>
            </p:cNvPr>
            <p:cNvSpPr/>
            <p:nvPr/>
          </p:nvSpPr>
          <p:spPr>
            <a:xfrm>
              <a:off x="6358378" y="2846778"/>
              <a:ext cx="4021416" cy="2059313"/>
            </a:xfrm>
            <a:prstGeom prst="roundRect">
              <a:avLst/>
            </a:prstGeom>
            <a:solidFill>
              <a:srgbClr val="BAE1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Picture 107" descr="\documentclass{article}&#10;\usepackage{amsmath}&#10;\usepackage[beginLComment=//~,endLComment=~,indLines=true]{algpseudocodex}&#10;\pagestyle{empty}&#10;\begin{document}&#10;\algrenewcommand\algorithmicprocedure{\textbf{Algorithm}}&#10;&#10;\noindent\textbf{Iterative Euclidean algorithm}&#10;\begin{algorithmic}&#10;\Procedure {Euclid}{$m,n$}&#10;\While {($n\ne 0$)}&#10;  \State $r\gets m$ mod $n$&#10;  \State $m\gets n$&#10;  \State $n\gets r$&#10;\EndWhile&#10;\State \Return $m$&#10;\EndProcedure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34D87343-B760-BE55-C5AE-19B89BDB797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3629" y="3003093"/>
              <a:ext cx="3187129" cy="1747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00074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>
                <a:solidFill>
                  <a:srgbClr val="FF0000"/>
                </a:solidFill>
              </a:rPr>
              <a:t>Solution 2</a:t>
            </a:r>
            <a:r>
              <a:rPr lang="en-US"/>
              <a:t>: Consecutive Integer Checking Algorithm (CICA).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7</a:t>
            </a:fld>
            <a:endParaRPr lang="en-US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BDD535E4-E78E-99BC-EBEE-70DE90D99729}"/>
              </a:ext>
            </a:extLst>
          </p:cNvPr>
          <p:cNvSpPr txBox="1">
            <a:spLocks/>
          </p:cNvSpPr>
          <p:nvPr/>
        </p:nvSpPr>
        <p:spPr>
          <a:xfrm>
            <a:off x="1113500" y="1796680"/>
            <a:ext cx="9070920" cy="3428153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199"/>
              </a:spcBef>
            </a:pPr>
            <a:r>
              <a:rPr lang="en-US" sz="2000" cap="none" spc="-1">
                <a:solidFill>
                  <a:srgbClr val="000000"/>
                </a:solidFill>
                <a:latin typeface="Century Gothic" panose="020B0502020202020204" pitchFamily="34" charset="0"/>
              </a:rPr>
              <a:t>Find </a:t>
            </a:r>
            <a:r>
              <a:rPr lang="en-US" sz="2000" cap="none" spc="-1" err="1">
                <a:solidFill>
                  <a:srgbClr val="000000"/>
                </a:solidFill>
                <a:latin typeface="Century Gothic" panose="020B0502020202020204" pitchFamily="34" charset="0"/>
              </a:rPr>
              <a:t>gcd</a:t>
            </a:r>
            <a:r>
              <a:rPr lang="en-US" sz="2000" cap="none" spc="-1">
                <a:solidFill>
                  <a:srgbClr val="000000"/>
                </a:solidFill>
                <a:latin typeface="Century Gothic" panose="020B0502020202020204" pitchFamily="34" charset="0"/>
              </a:rPr>
              <a:t>(24,18) Using CICA Algorithm.</a:t>
            </a:r>
            <a:endParaRPr lang="en-GB" sz="2000" cap="none" spc="-1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E09925D-A941-A6C9-4B30-9700FE23F4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85518528"/>
                  </p:ext>
                </p:extLst>
              </p:nvPr>
            </p:nvGraphicFramePr>
            <p:xfrm>
              <a:off x="1088136" y="2213250"/>
              <a:ext cx="9803384" cy="3029402"/>
            </p:xfrm>
            <a:graphic>
              <a:graphicData uri="http://schemas.openxmlformats.org/drawingml/2006/table">
                <a:tbl>
                  <a:tblPr/>
                  <a:tblGrid>
                    <a:gridCol w="1361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7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05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0378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17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solidFill>
                                <a:srgbClr val="FFFFFF"/>
                              </a:solidFill>
                              <a:latin typeface="Century Gothic" panose="020B0502020202020204" pitchFamily="34" charset="0"/>
                            </a:rPr>
                            <a:t>gcd</a:t>
                          </a:r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GB" sz="1800" b="0" i="1" strike="noStrike" spc="-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sz="1800" b="0" i="1" strike="noStrike" spc="-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1800" b="0" i="1" strike="noStrike" spc="-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sz="1800" b="0" i="1" strike="noStrike" spc="-1" dirty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99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gcd</m:t>
                              </m:r>
                              <m:r>
                                <a:rPr lang="en-GB" sz="1800" b="0" i="1" strike="noStrike" spc="-1" dirty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GB" sz="1800" b="0" i="1" strike="noStrike" spc="-1" dirty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GB" sz="1800" b="0" i="1" strike="noStrike" spc="-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800" b="0" i="1" strike="noStrike" spc="-1" dirty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GB" sz="1800" b="0" i="1" strike="noStrike" spc="-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24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18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18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8955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17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799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0586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7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0586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6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sz="1800" b="0" i="1" strike="noStrike" spc="-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799"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Answer :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𝐺𝐶𝐷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GB" sz="1800" b="0" i="1" strike="noStrike" spc="-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E09925D-A941-A6C9-4B30-9700FE23F4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85518528"/>
                  </p:ext>
                </p:extLst>
              </p:nvPr>
            </p:nvGraphicFramePr>
            <p:xfrm>
              <a:off x="1088136" y="2213250"/>
              <a:ext cx="9803384" cy="3029402"/>
            </p:xfrm>
            <a:graphic>
              <a:graphicData uri="http://schemas.openxmlformats.org/drawingml/2006/table">
                <a:tbl>
                  <a:tblPr/>
                  <a:tblGrid>
                    <a:gridCol w="1361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7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05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0378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solidFill>
                                <a:srgbClr val="FFFFFF"/>
                              </a:solidFill>
                              <a:latin typeface="Century Gothic" panose="020B0502020202020204" pitchFamily="34" charset="0"/>
                            </a:rPr>
                            <a:t>gcd</a:t>
                          </a:r>
                          <a:endParaRPr lang="en-GB" sz="1800" b="0" strike="noStrike" spc="-1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36D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889" t="-8333" r="-1442222" b="-7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923" t="-8333" r="-1148077" b="-7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799" t="-8333" r="-299331" b="-7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8333" r="-127157" b="-7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 anchor="ctr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8333" r="-401" b="-7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8" t="-89041" r="-622422" b="-520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24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18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18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89041" r="-127157" b="-520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89041" r="-401" b="-520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8955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17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215625" r="-127157" b="-4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215625" r="-401" b="-49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799" t="-336667" r="-299331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336667" r="-127157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336667" r="-401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0586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7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291111" r="-127157" b="-18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291111" r="-401" b="-18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0586"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latin typeface="Century Gothic" panose="020B0502020202020204" pitchFamily="34" charset="0"/>
                          </a:endParaRP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GB" sz="1800" b="0" strike="noStrike" spc="-1">
                              <a:latin typeface="Century Gothic" panose="020B0502020202020204" pitchFamily="34" charset="0"/>
                            </a:rPr>
                            <a:t>6</a:t>
                          </a:r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980" t="-386813" r="-127157" b="-82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645" t="-386813" r="-401" b="-82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" t="-738333" r="-124" b="-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000" marR="9000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729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61667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9CCC-B7AE-CE22-D63B-CEF16901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F28A-93E1-F204-B30E-AC2CA5C1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5CB5-3BB9-D50F-93D9-FC6C5320A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>
                <a:solidFill>
                  <a:srgbClr val="FF0000"/>
                </a:solidFill>
              </a:rPr>
              <a:t>Solution 2</a:t>
            </a:r>
            <a:r>
              <a:rPr lang="en-US"/>
              <a:t>: Consecutive Integer Checking Algorithm (CICA).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C10DD-FF2C-D3B5-4B22-AEA1D6BD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E4BD3-B1F6-C691-E3F0-A29F9300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1AE36-49D5-34F9-E174-1D486943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8</a:t>
            </a:fld>
            <a:endParaRPr lang="en-US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F0E54E1-6283-59C7-7CC2-2885DDD03D9B}"/>
              </a:ext>
            </a:extLst>
          </p:cNvPr>
          <p:cNvGrpSpPr/>
          <p:nvPr/>
        </p:nvGrpSpPr>
        <p:grpSpPr>
          <a:xfrm>
            <a:off x="456774" y="4038260"/>
            <a:ext cx="5125063" cy="1877195"/>
            <a:chOff x="456774" y="4038260"/>
            <a:chExt cx="5125063" cy="1877195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8691221-7F7F-599E-258F-05ACAC3AE002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559340" y="4529828"/>
              <a:ext cx="5022497" cy="1385627"/>
              <a:chOff x="559340" y="4529828"/>
              <a:chExt cx="5022497" cy="1385627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1CC5378-A9AC-95AE-4278-2AA3CB153CF5}"/>
                  </a:ext>
                </a:extLst>
              </p:cNvPr>
              <p:cNvSpPr/>
              <p:nvPr/>
            </p:nvSpPr>
            <p:spPr>
              <a:xfrm>
                <a:off x="559340" y="4529828"/>
                <a:ext cx="5022497" cy="1385627"/>
              </a:xfrm>
              <a:prstGeom prst="roundRect">
                <a:avLst/>
              </a:prstGeom>
              <a:solidFill>
                <a:srgbClr val="FFDA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4" name="Picture 223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CICA}{$m,n$}&#10;  \State $t\gets\min(m,n)$&#10;  \While {($m$ mod $t\ne 0$ \textbf{or} $n$ mod $t\ne 0$)}&#10;     \State $t\gets t-1$&#10;  \EndWhile&#10;  \State \Return $t$&#10;\EndProcedure&#10;\end{algorithmic}&#10;&#10;&#10;\end{document} " title="IguanaTex Bitmap Display">
                <a:extLst>
                  <a:ext uri="{FF2B5EF4-FFF2-40B4-BE49-F238E27FC236}">
                    <a16:creationId xmlns:a16="http://schemas.microsoft.com/office/drawing/2014/main" id="{EDB210F9-37DE-4AF7-5CF4-E004B4221CA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6354" y="4607590"/>
                <a:ext cx="4195090" cy="1199708"/>
              </a:xfrm>
              <a:prstGeom prst="rect">
                <a:avLst/>
              </a:prstGeom>
            </p:spPr>
          </p:pic>
        </p:grpSp>
        <p:sp>
          <p:nvSpPr>
            <p:cNvPr id="30" name="Content Placeholder 2 2 1 1 1">
              <a:extLst>
                <a:ext uri="{FF2B5EF4-FFF2-40B4-BE49-F238E27FC236}">
                  <a16:creationId xmlns:a16="http://schemas.microsoft.com/office/drawing/2014/main" id="{14FCCF50-D362-544A-FA36-6FE6C0D7B67A}"/>
                </a:ext>
              </a:extLst>
            </p:cNvPr>
            <p:cNvSpPr txBox="1">
              <a:spLocks/>
            </p:cNvSpPr>
            <p:nvPr/>
          </p:nvSpPr>
          <p:spPr>
            <a:xfrm>
              <a:off x="456774" y="4038260"/>
              <a:ext cx="5037312" cy="6024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00B0F0"/>
                  </a:solidFill>
                  <a:latin typeface="Century Gothic" panose="020B0502020202020204" pitchFamily="34" charset="0"/>
                </a:rPr>
                <a:t>Without using the Boolean </a:t>
              </a:r>
              <a:r>
                <a:rPr lang="en-US" sz="1800" i="1">
                  <a:solidFill>
                    <a:srgbClr val="FF0000"/>
                  </a:solidFill>
                  <a:latin typeface="Century Gothic" panose="020B0502020202020204" pitchFamily="34" charset="0"/>
                </a:rPr>
                <a:t>stop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4CCC091-C749-3A8B-6FC6-D924B43AD2CF}"/>
              </a:ext>
            </a:extLst>
          </p:cNvPr>
          <p:cNvGrpSpPr/>
          <p:nvPr/>
        </p:nvGrpSpPr>
        <p:grpSpPr>
          <a:xfrm>
            <a:off x="456774" y="1604878"/>
            <a:ext cx="5894582" cy="2242684"/>
            <a:chOff x="456774" y="1604878"/>
            <a:chExt cx="5894582" cy="224268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8DD58A1-6961-81E7-D769-97E15BF03565}"/>
                </a:ext>
              </a:extLst>
            </p:cNvPr>
            <p:cNvGrpSpPr/>
            <p:nvPr/>
          </p:nvGrpSpPr>
          <p:grpSpPr>
            <a:xfrm>
              <a:off x="589820" y="2052859"/>
              <a:ext cx="5761536" cy="1794703"/>
              <a:chOff x="584543" y="1537777"/>
              <a:chExt cx="5761536" cy="1794703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A4D3DD3-6F30-0262-BFD7-63C511AFAF1F}"/>
                  </a:ext>
                </a:extLst>
              </p:cNvPr>
              <p:cNvSpPr/>
              <p:nvPr/>
            </p:nvSpPr>
            <p:spPr>
              <a:xfrm>
                <a:off x="584543" y="1537777"/>
                <a:ext cx="5761536" cy="179470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Picture 19" descr="\documentclass{article}&#10;\usepackage{amsmath}&#10;\usepackage[beginLComment=//~,endLComment=~,indLines=false]{algpseudocodex}&#10;\pagestyle{empty}&#10;\begin{document}&#10;\algrenewcommand\algorithmicprocedure{\textbf{Algorithm}}&#10;&#10;\begin{algorithmic}&#10;\State \textbf{Step 1} Assign the value of $\min(m, n)$ to $t$&#10;\State \textbf{Step 2} Divide $m$ by $t$. If the remainder is zero, \\&#10;       \hspace*{1.3cm}go to \textbf{Step 3}; otherwise go to \textbf{Step 4}&#10;\State \textbf{Step 3} Divide $n$ by $t$. If the remainder is zero,\\&#10;       \hspace*{1.3cm}$t = \gcd(m, n)$ and stop; otherwise go to \textbf{Step 4}&#10;\State \textbf{Step 4} Decrease the value of $t$ by 1. Go to \textbf{Step 2}&#10;\end{algorithmic}&#10;&#10;\end{document} " title="IguanaTex Bitmap Display">
                <a:extLst>
                  <a:ext uri="{FF2B5EF4-FFF2-40B4-BE49-F238E27FC236}">
                    <a16:creationId xmlns:a16="http://schemas.microsoft.com/office/drawing/2014/main" id="{19E12B64-AA2D-3C71-106F-20CEA954B9E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6715" y="1682213"/>
                <a:ext cx="5256076" cy="1496000"/>
              </a:xfrm>
              <a:prstGeom prst="rect">
                <a:avLst/>
              </a:prstGeom>
            </p:spPr>
          </p:pic>
        </p:grpSp>
        <p:sp>
          <p:nvSpPr>
            <p:cNvPr id="31" name="Content Placeholder 2 2 1 1 2">
              <a:extLst>
                <a:ext uri="{FF2B5EF4-FFF2-40B4-BE49-F238E27FC236}">
                  <a16:creationId xmlns:a16="http://schemas.microsoft.com/office/drawing/2014/main" id="{152B1E0C-16CE-73B3-78FC-5E0B89B9E4F0}"/>
                </a:ext>
              </a:extLst>
            </p:cNvPr>
            <p:cNvSpPr txBox="1">
              <a:spLocks/>
            </p:cNvSpPr>
            <p:nvPr/>
          </p:nvSpPr>
          <p:spPr>
            <a:xfrm>
              <a:off x="456774" y="1604878"/>
              <a:ext cx="5037312" cy="6024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00B0F0"/>
                  </a:solidFill>
                  <a:latin typeface="Century Gothic" panose="020B0502020202020204" pitchFamily="34" charset="0"/>
                </a:rPr>
                <a:t>Pseudocode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B713526-AA78-9B80-09D0-F04A9CD1D5D2}"/>
              </a:ext>
            </a:extLst>
          </p:cNvPr>
          <p:cNvGrpSpPr/>
          <p:nvPr/>
        </p:nvGrpSpPr>
        <p:grpSpPr>
          <a:xfrm>
            <a:off x="6818009" y="1604878"/>
            <a:ext cx="5066333" cy="3031535"/>
            <a:chOff x="6818009" y="1604878"/>
            <a:chExt cx="5066333" cy="3031535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F11F717F-702D-A16D-E162-4ABD9CA409BB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6847030" y="2052859"/>
              <a:ext cx="5037312" cy="2583554"/>
              <a:chOff x="6847030" y="2052859"/>
              <a:chExt cx="5037312" cy="258355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9A61C85-5641-3694-86F8-61BFE5773B99}"/>
                  </a:ext>
                </a:extLst>
              </p:cNvPr>
              <p:cNvSpPr/>
              <p:nvPr/>
            </p:nvSpPr>
            <p:spPr>
              <a:xfrm>
                <a:off x="6847030" y="2052859"/>
                <a:ext cx="5037312" cy="2583554"/>
              </a:xfrm>
              <a:prstGeom prst="roundRect">
                <a:avLst/>
              </a:prstGeom>
              <a:solidFill>
                <a:srgbClr val="BAE18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0" name="Picture 139" descr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CICA}{$m,n$}&#10;  \State $t\gets\min(m,n)$&#10;  \State $stop\gets\text{ false}$&#10;  \While {(\textbf{not} $stop$)}&#10;    \If {($m$ mod $t=0$ \textbf{and} $n$ mod $t=0$)}&#10;        \State $stop\gets\text{ true}$&#10;    \Else&#10;        \State $t\gets t-1$&#10;    \EndIf&#10;  \EndWhile&#10;  \State \Return $t$&#10;\EndProcedure&#10;\end{algorithmic}&#10;&#10;&#10;\end{document} " title="IguanaTex Bitmap Display">
                <a:extLst>
                  <a:ext uri="{FF2B5EF4-FFF2-40B4-BE49-F238E27FC236}">
                    <a16:creationId xmlns:a16="http://schemas.microsoft.com/office/drawing/2014/main" id="{8202C3C1-A17E-43F3-7C9E-E34415F40DD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8857" y="2257085"/>
                <a:ext cx="4512506" cy="2232286"/>
              </a:xfrm>
              <a:prstGeom prst="rect">
                <a:avLst/>
              </a:prstGeom>
            </p:spPr>
          </p:pic>
        </p:grpSp>
        <p:sp>
          <p:nvSpPr>
            <p:cNvPr id="32" name="Content Placeholder 2 2 1 1 3">
              <a:extLst>
                <a:ext uri="{FF2B5EF4-FFF2-40B4-BE49-F238E27FC236}">
                  <a16:creationId xmlns:a16="http://schemas.microsoft.com/office/drawing/2014/main" id="{C9ED6EA5-7E08-F9DA-1559-240CCEBCC5E2}"/>
                </a:ext>
              </a:extLst>
            </p:cNvPr>
            <p:cNvSpPr txBox="1">
              <a:spLocks/>
            </p:cNvSpPr>
            <p:nvPr/>
          </p:nvSpPr>
          <p:spPr>
            <a:xfrm>
              <a:off x="6818009" y="1604878"/>
              <a:ext cx="5037312" cy="6024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200"/>
                </a:spcAft>
                <a:buClr>
                  <a:schemeClr val="accent1">
                    <a:lumMod val="75000"/>
                  </a:schemeClr>
                </a:buClr>
                <a:buSzPct val="85000"/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800">
                  <a:solidFill>
                    <a:srgbClr val="00B0F0"/>
                  </a:solidFill>
                  <a:latin typeface="Century Gothic" panose="020B0502020202020204" pitchFamily="34" charset="0"/>
                </a:rPr>
                <a:t>Using a Boolean variable </a:t>
              </a:r>
              <a:r>
                <a:rPr lang="en-US" sz="1800" i="1">
                  <a:solidFill>
                    <a:srgbClr val="FF0000"/>
                  </a:solidFill>
                  <a:latin typeface="Century Gothic" panose="020B0502020202020204" pitchFamily="34" charset="0"/>
                </a:rPr>
                <a:t>stop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21116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Write an algorithm that reverses the elements of an array </a:t>
            </a:r>
            <a:r>
              <a:rPr lang="en-US" i="1"/>
              <a:t>A[0..n-1]</a:t>
            </a:r>
            <a:br>
              <a:rPr lang="en-US" i="1"/>
            </a:br>
            <a:endParaRPr lang="en-US" i="1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3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A33072-5446-57D7-940B-697F5778B77F}"/>
              </a:ext>
            </a:extLst>
          </p:cNvPr>
          <p:cNvGraphicFramePr>
            <a:graphicFrameLocks noGrp="1"/>
          </p:cNvGraphicFramePr>
          <p:nvPr/>
        </p:nvGraphicFramePr>
        <p:xfrm>
          <a:off x="2745774" y="1731329"/>
          <a:ext cx="621791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A099C37-06D3-E701-E1F6-2B69D6442273}"/>
              </a:ext>
            </a:extLst>
          </p:cNvPr>
          <p:cNvGrpSpPr/>
          <p:nvPr/>
        </p:nvGrpSpPr>
        <p:grpSpPr>
          <a:xfrm>
            <a:off x="877844" y="4151217"/>
            <a:ext cx="4470443" cy="1520601"/>
            <a:chOff x="877844" y="4151217"/>
            <a:chExt cx="4470443" cy="1520601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8AA33F1C-61FC-C694-98AE-3576F8E2CDF4}"/>
                </a:ext>
              </a:extLst>
            </p:cNvPr>
            <p:cNvSpPr/>
            <p:nvPr/>
          </p:nvSpPr>
          <p:spPr>
            <a:xfrm>
              <a:off x="877844" y="4151217"/>
              <a:ext cx="4470443" cy="1520601"/>
            </a:xfrm>
            <a:prstGeom prst="roundRect">
              <a:avLst/>
            </a:prstGeom>
            <a:solidFill>
              <a:srgbClr val="D8EE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2" name="Picture 111" descr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}&#10;\begin{algorithmic}&#10;\Procedure {Reverse}{$A[0..n-1]$}&#10; \For {$i\gets 0$ to $\lfloor n/2\rfloor-1$}&#10;   \State \Call {Swap}{$A[i],A[n-i-1]$}&#10; \EndFor&#10;\EndProcedure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6E1B863A-0464-460F-9DF6-C4C0B81DF98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821" y="4305762"/>
              <a:ext cx="4051358" cy="1208701"/>
            </a:xfrm>
            <a:prstGeom prst="rect">
              <a:avLst/>
            </a:prstGeom>
          </p:spPr>
        </p:pic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C31B031-2547-8457-3D36-884CCBAABC67}"/>
              </a:ext>
            </a:extLst>
          </p:cNvPr>
          <p:cNvGrpSpPr/>
          <p:nvPr/>
        </p:nvGrpSpPr>
        <p:grpSpPr>
          <a:xfrm>
            <a:off x="6035735" y="4151217"/>
            <a:ext cx="5130678" cy="1809601"/>
            <a:chOff x="6035735" y="4151217"/>
            <a:chExt cx="5130678" cy="1809601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92C7D42-81E5-8B41-664D-6D4EFE6F59CB}"/>
                </a:ext>
              </a:extLst>
            </p:cNvPr>
            <p:cNvSpPr/>
            <p:nvPr/>
          </p:nvSpPr>
          <p:spPr>
            <a:xfrm>
              <a:off x="6035735" y="4151217"/>
              <a:ext cx="5130678" cy="1809601"/>
            </a:xfrm>
            <a:prstGeom prst="roundRect">
              <a:avLst/>
            </a:prstGeom>
            <a:solidFill>
              <a:srgbClr val="FFE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8" name="Picture 227" descr="\documentclass{article}&#10;\usepackage{amsmath}&#10;\usepackage[beginLComment=//~,endLComment=~,indLines=true]{algpseudocodex}&#10;\pagestyle{empty}&#10;\begin{document}&#10;\algrenewcommand\algorithmicprocedure{\textbf{Algorithm}}&#10;&#10;\noindent\textbf{Recursive algorithm}&#10;\begin{algorithmic}&#10;\Procedure {Reverse}{$A[0..n-1],i,j$}&#10; \If {($i&lt;j$)}&#10;   \State \Call {Swap}{$A[i],A[j]$}&#10;   \State \Call {Reverse}{$A[0..n-1],i+1,j-1]$}&#10; \EndIf&#10;\EndProcedure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3D6A0023-9653-94C4-0C9F-77B394046E4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3706" y="4305763"/>
              <a:ext cx="4789075" cy="1512020"/>
            </a:xfrm>
            <a:prstGeom prst="rect">
              <a:avLst/>
            </a:prstGeom>
          </p:spPr>
        </p:pic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105269-70E5-DEBA-16B6-707AC270B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93255"/>
              </p:ext>
            </p:extLst>
          </p:nvPr>
        </p:nvGraphicFramePr>
        <p:xfrm>
          <a:off x="2745774" y="2861830"/>
          <a:ext cx="621791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05E43E-D77A-9DAE-604B-B4AB1C45C32A}"/>
              </a:ext>
            </a:extLst>
          </p:cNvPr>
          <p:cNvCxnSpPr>
            <a:cxnSpLocks/>
          </p:cNvCxnSpPr>
          <p:nvPr/>
        </p:nvCxnSpPr>
        <p:spPr>
          <a:xfrm>
            <a:off x="3365770" y="2365869"/>
            <a:ext cx="5058383" cy="990571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E7520F-0271-8DE6-4328-8B38D4D61999}"/>
              </a:ext>
            </a:extLst>
          </p:cNvPr>
          <p:cNvCxnSpPr>
            <a:cxnSpLocks/>
          </p:cNvCxnSpPr>
          <p:nvPr/>
        </p:nvCxnSpPr>
        <p:spPr>
          <a:xfrm flipH="1">
            <a:off x="3365770" y="2365869"/>
            <a:ext cx="5058383" cy="1035135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C13E29-925A-DEDE-F1EF-E6EE6349026C}"/>
              </a:ext>
            </a:extLst>
          </p:cNvPr>
          <p:cNvSpPr txBox="1"/>
          <p:nvPr/>
        </p:nvSpPr>
        <p:spPr>
          <a:xfrm>
            <a:off x="1241451" y="2060942"/>
            <a:ext cx="1495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entury Gothic" panose="020B0502020202020204" pitchFamily="34" charset="0"/>
              </a:rPr>
              <a:t>Before A</a:t>
            </a:r>
            <a:r>
              <a:rPr lang="en-US" sz="2000" b="1">
                <a:latin typeface="Century Gothic" panose="020B0502020202020204" pitchFamily="34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A2642A-4E84-1D93-D347-E3240B534FA3}"/>
              </a:ext>
            </a:extLst>
          </p:cNvPr>
          <p:cNvSpPr txBox="1"/>
          <p:nvPr/>
        </p:nvSpPr>
        <p:spPr>
          <a:xfrm>
            <a:off x="1382515" y="3187043"/>
            <a:ext cx="1285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entury Gothic" panose="020B0502020202020204" pitchFamily="34" charset="0"/>
              </a:rPr>
              <a:t>After A</a:t>
            </a:r>
            <a:r>
              <a:rPr lang="en-US" sz="2000" b="1">
                <a:latin typeface="Century Gothic" panose="020B0502020202020204" pitchFamily="34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85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137" y="1056068"/>
                <a:ext cx="11515725" cy="564840"/>
              </a:xfrm>
            </p:spPr>
            <p:txBody>
              <a:bodyPr/>
              <a:lstStyle/>
              <a:p>
                <a:r>
                  <a:rPr lang="en-US"/>
                  <a:t>Write an algorithm that inserts 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/>
                  <a:t> in an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/>
                  <a:t>at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137" y="1056068"/>
                <a:ext cx="11515725" cy="564840"/>
              </a:xfrm>
              <a:blipFill>
                <a:blip r:embed="rId4"/>
                <a:stretch>
                  <a:fillRect l="-476" t="-1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4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A33072-5446-57D7-940B-697F5778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301585"/>
              </p:ext>
            </p:extLst>
          </p:nvPr>
        </p:nvGraphicFramePr>
        <p:xfrm>
          <a:off x="3848376" y="1985938"/>
          <a:ext cx="521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375522-A760-5FC1-C6A0-199FC7D7065F}"/>
              </a:ext>
            </a:extLst>
          </p:cNvPr>
          <p:cNvSpPr txBox="1"/>
          <p:nvPr/>
        </p:nvSpPr>
        <p:spPr>
          <a:xfrm>
            <a:off x="3266165" y="2304141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F16F2B-D94A-C1C9-DC88-9E7CB06B75E6}"/>
              </a:ext>
            </a:extLst>
          </p:cNvPr>
          <p:cNvGrpSpPr/>
          <p:nvPr/>
        </p:nvGrpSpPr>
        <p:grpSpPr>
          <a:xfrm>
            <a:off x="6576262" y="1754203"/>
            <a:ext cx="1104698" cy="735115"/>
            <a:chOff x="8357760" y="1645920"/>
            <a:chExt cx="1104698" cy="73511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3B3B6A-DB67-F0A6-CB53-1F3B25D739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7760" y="1993320"/>
              <a:ext cx="250299" cy="3877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/>
                <p:nvPr/>
              </p:nvSpPr>
              <p:spPr>
                <a:xfrm flipH="1">
                  <a:off x="8549638" y="1645920"/>
                  <a:ext cx="9128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49638" y="1645920"/>
                  <a:ext cx="912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F782AC-F335-6401-A67F-3E1FF62172B3}"/>
              </a:ext>
            </a:extLst>
          </p:cNvPr>
          <p:cNvGrpSpPr/>
          <p:nvPr/>
        </p:nvGrpSpPr>
        <p:grpSpPr>
          <a:xfrm>
            <a:off x="8798636" y="1876714"/>
            <a:ext cx="1185583" cy="369332"/>
            <a:chOff x="8110067" y="1765543"/>
            <a:chExt cx="1185583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32C7160-A712-B5EF-80EA-1D825B6F1DAB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H="1">
              <a:off x="8110067" y="1950209"/>
              <a:ext cx="377861" cy="119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/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0D52CB-F1C1-EB8B-0A45-6E2C0993F9B0}"/>
              </a:ext>
            </a:extLst>
          </p:cNvPr>
          <p:cNvGrpSpPr/>
          <p:nvPr/>
        </p:nvGrpSpPr>
        <p:grpSpPr>
          <a:xfrm>
            <a:off x="5844378" y="1661503"/>
            <a:ext cx="531435" cy="454634"/>
            <a:chOff x="8701878" y="1606230"/>
            <a:chExt cx="531435" cy="454634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6EB823-3ACC-302A-9DCA-E0DA5AC454C1}"/>
                </a:ext>
              </a:extLst>
            </p:cNvPr>
            <p:cNvCxnSpPr>
              <a:cxnSpLocks/>
            </p:cNvCxnSpPr>
            <p:nvPr/>
          </p:nvCxnSpPr>
          <p:spPr>
            <a:xfrm>
              <a:off x="8887873" y="1908464"/>
              <a:ext cx="345440" cy="152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8AF8AAF-8585-3E25-4DDB-6478BCFA325F}"/>
                    </a:ext>
                  </a:extLst>
                </p:cNvPr>
                <p:cNvSpPr txBox="1"/>
                <p:nvPr/>
              </p:nvSpPr>
              <p:spPr>
                <a:xfrm flipH="1">
                  <a:off x="8701878" y="1606230"/>
                  <a:ext cx="345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8AF8AAF-8585-3E25-4DDB-6478BCFA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701878" y="1606230"/>
                  <a:ext cx="3454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E29D52-DCF5-A760-EDFC-68017936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156412"/>
              </p:ext>
            </p:extLst>
          </p:nvPr>
        </p:nvGraphicFramePr>
        <p:xfrm>
          <a:off x="1088136" y="4693543"/>
          <a:ext cx="5943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77233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0C48B67-54CC-B6CE-1886-535239D3B67D}"/>
              </a:ext>
            </a:extLst>
          </p:cNvPr>
          <p:cNvSpPr txBox="1"/>
          <p:nvPr/>
        </p:nvSpPr>
        <p:spPr>
          <a:xfrm>
            <a:off x="535136" y="5018688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9407E72-4DD0-A260-7221-5B59C40E9F02}"/>
              </a:ext>
            </a:extLst>
          </p:cNvPr>
          <p:cNvGrpSpPr/>
          <p:nvPr/>
        </p:nvGrpSpPr>
        <p:grpSpPr>
          <a:xfrm>
            <a:off x="7403412" y="3098020"/>
            <a:ext cx="4590131" cy="2876060"/>
            <a:chOff x="7403412" y="3098020"/>
            <a:chExt cx="4590131" cy="287606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8AA33F1C-61FC-C694-98AE-3576F8E2CDF4}"/>
                </a:ext>
              </a:extLst>
            </p:cNvPr>
            <p:cNvSpPr/>
            <p:nvPr/>
          </p:nvSpPr>
          <p:spPr>
            <a:xfrm>
              <a:off x="7403412" y="3098020"/>
              <a:ext cx="4590131" cy="2876060"/>
            </a:xfrm>
            <a:prstGeom prst="roundRect">
              <a:avLst/>
            </a:prstGeom>
            <a:solidFill>
              <a:srgbClr val="D8EE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" name="Picture 204" descr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1}&#10;\begin{algorithmic}[1]&#10;\Procedure {Insert}{$A[0..n-1],i,e$}&#10; \For {$k\gets n-1$ \textbf{downto} $i$}&#10;  \State $A[k+1]\gets A[k]$&#10; \EndFor&#10;\State $A[i]\gets e$&#10;\EndProcedure&#10;&#10;\medskip&#10;\State \textbf{Main:}&#10;\State \hspace*{0.5cm}\Call {Insert}{$A,3,10$}&#10;\State \hspace*{0.5cm}$n\gets n+1$  // increase size by 1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32615B7E-F910-EAD8-D249-0654F78EE62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6478" y="3301109"/>
              <a:ext cx="4189066" cy="2444224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17C35D3-0AF8-3135-0EC2-D93AAF7281E0}"/>
              </a:ext>
            </a:extLst>
          </p:cNvPr>
          <p:cNvGrpSpPr/>
          <p:nvPr/>
        </p:nvGrpSpPr>
        <p:grpSpPr>
          <a:xfrm>
            <a:off x="5548478" y="5217401"/>
            <a:ext cx="1487593" cy="919635"/>
            <a:chOff x="7988401" y="2987454"/>
            <a:chExt cx="1487593" cy="919635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F927451-01D1-C9A5-230F-A6CEF70C2744}"/>
                </a:ext>
              </a:extLst>
            </p:cNvPr>
            <p:cNvSpPr/>
            <p:nvPr/>
          </p:nvSpPr>
          <p:spPr>
            <a:xfrm rot="18070274">
              <a:off x="8548414" y="2902971"/>
              <a:ext cx="370599" cy="539565"/>
            </a:xfrm>
            <a:custGeom>
              <a:avLst/>
              <a:gdLst>
                <a:gd name="connsiteX0" fmla="*/ 20033 w 276065"/>
                <a:gd name="connsiteY0" fmla="*/ 0 h 231648"/>
                <a:gd name="connsiteX1" fmla="*/ 26129 w 276065"/>
                <a:gd name="connsiteY1" fmla="*/ 170688 h 231648"/>
                <a:gd name="connsiteX2" fmla="*/ 276065 w 276065"/>
                <a:gd name="connsiteY2" fmla="*/ 231648 h 231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065" h="231648">
                  <a:moveTo>
                    <a:pt x="20033" y="0"/>
                  </a:moveTo>
                  <a:cubicBezTo>
                    <a:pt x="1745" y="66040"/>
                    <a:pt x="-16543" y="132080"/>
                    <a:pt x="26129" y="170688"/>
                  </a:cubicBezTo>
                  <a:cubicBezTo>
                    <a:pt x="68801" y="209296"/>
                    <a:pt x="172433" y="220472"/>
                    <a:pt x="276065" y="231648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CD2C598-97B6-B712-C307-0553E8A74165}"/>
                </a:ext>
              </a:extLst>
            </p:cNvPr>
            <p:cNvGrpSpPr/>
            <p:nvPr/>
          </p:nvGrpSpPr>
          <p:grpSpPr>
            <a:xfrm>
              <a:off x="8709339" y="3280168"/>
              <a:ext cx="766655" cy="623810"/>
              <a:chOff x="7770938" y="1048717"/>
              <a:chExt cx="766655" cy="623810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A4B74608-165F-4B82-155C-B211420CB6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22056" y="1048717"/>
                <a:ext cx="0" cy="2983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134A07D-0D56-FCCB-0297-D7928C857E9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770938" y="1303195"/>
                    <a:ext cx="76665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134A07D-0D56-FCCB-0297-D7928C857E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7770938" y="1303195"/>
                    <a:ext cx="766655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AD961CE-FA32-C10A-1458-CBB88CEED0E5}"/>
                </a:ext>
              </a:extLst>
            </p:cNvPr>
            <p:cNvGrpSpPr/>
            <p:nvPr/>
          </p:nvGrpSpPr>
          <p:grpSpPr>
            <a:xfrm>
              <a:off x="7988401" y="3242920"/>
              <a:ext cx="766658" cy="664169"/>
              <a:chOff x="7737840" y="1048717"/>
              <a:chExt cx="766658" cy="664169"/>
            </a:xfrm>
          </p:grpSpPr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95B9C9A-C3B7-8DC3-1ABB-6D732EADDF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22056" y="1048717"/>
                <a:ext cx="0" cy="2983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66C2E24-EACA-4F88-706F-7B65ED0EA8F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737840" y="1343554"/>
                    <a:ext cx="7666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66C2E24-EACA-4F88-706F-7B65ED0EA8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7737840" y="1343554"/>
                    <a:ext cx="76665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670" y="3152841"/>
                <a:ext cx="6772197" cy="13879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180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Iterative Solution #1</a:t>
                </a:r>
                <a:r>
                  <a:rPr lang="en-US" sz="1800">
                    <a:latin typeface="Century Gothic" panose="020B0502020202020204" pitchFamily="34" charset="0"/>
                  </a:rPr>
                  <a:t>. Shift right all elements at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and above to make a room for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.Then add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at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.</a:t>
                </a:r>
              </a:p>
              <a:p>
                <a:r>
                  <a:rPr lang="en-US" sz="1800" i="1">
                    <a:solidFill>
                      <a:srgbClr val="00B0F0"/>
                    </a:solidFill>
                    <a:latin typeface="Century Gothic" panose="020B0502020202020204" pitchFamily="34" charset="0"/>
                  </a:rPr>
                  <a:t>Do the shifting from the end of the array</a:t>
                </a:r>
                <a:r>
                  <a:rPr lang="en-US" sz="1800">
                    <a:latin typeface="Century Gothic" panose="020B0502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70" y="3152841"/>
                <a:ext cx="6772197" cy="1387986"/>
              </a:xfrm>
              <a:prstGeom prst="rect">
                <a:avLst/>
              </a:prstGeom>
              <a:blipFill>
                <a:blip r:embed="rId11"/>
                <a:stretch>
                  <a:fillRect l="-270" t="-2193" r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4B198C3-83BC-119D-54D0-AF8C06419859}"/>
              </a:ext>
            </a:extLst>
          </p:cNvPr>
          <p:cNvGrpSpPr/>
          <p:nvPr/>
        </p:nvGrpSpPr>
        <p:grpSpPr>
          <a:xfrm>
            <a:off x="5516717" y="4165940"/>
            <a:ext cx="807722" cy="586574"/>
            <a:chOff x="8057329" y="1888740"/>
            <a:chExt cx="807722" cy="58657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2C7ADAD-7ABE-6DFC-F6D1-D952F1552FE8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8461190" y="2258072"/>
              <a:ext cx="0" cy="217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2C9EFDC-103E-7F02-9F89-FE5F62DCFB55}"/>
                    </a:ext>
                  </a:extLst>
                </p:cNvPr>
                <p:cNvSpPr txBox="1"/>
                <p:nvPr/>
              </p:nvSpPr>
              <p:spPr>
                <a:xfrm flipH="1">
                  <a:off x="8057329" y="1888740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2C9EFDC-103E-7F02-9F89-FE5F62DCF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057329" y="1888740"/>
                  <a:ext cx="80772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254810-853C-0871-32A7-F487E4B4FBD6}"/>
              </a:ext>
            </a:extLst>
          </p:cNvPr>
          <p:cNvGrpSpPr/>
          <p:nvPr/>
        </p:nvGrpSpPr>
        <p:grpSpPr>
          <a:xfrm>
            <a:off x="6241413" y="4154980"/>
            <a:ext cx="807722" cy="586574"/>
            <a:chOff x="8057329" y="1888740"/>
            <a:chExt cx="807722" cy="58657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D6548B1-1723-3AA9-4C5C-FB560F404832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>
              <a:off x="8461190" y="2258072"/>
              <a:ext cx="0" cy="217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075394-4EC5-3F67-07AC-79B1648F886E}"/>
                    </a:ext>
                  </a:extLst>
                </p:cNvPr>
                <p:cNvSpPr txBox="1"/>
                <p:nvPr/>
              </p:nvSpPr>
              <p:spPr>
                <a:xfrm flipH="1">
                  <a:off x="8057329" y="1888740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075394-4EC5-3F67-07AC-79B1648F8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057329" y="1888740"/>
                  <a:ext cx="80772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32947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056068"/>
            <a:ext cx="11515725" cy="564840"/>
          </a:xfrm>
        </p:spPr>
        <p:txBody>
          <a:bodyPr/>
          <a:lstStyle/>
          <a:p>
            <a:r>
              <a:rPr lang="en-US"/>
              <a:t>Write an algorithm that inserts an element </a:t>
            </a:r>
            <a:r>
              <a:rPr lang="en-US" i="1"/>
              <a:t>e</a:t>
            </a:r>
            <a:r>
              <a:rPr lang="en-US"/>
              <a:t> in an array </a:t>
            </a:r>
            <a:r>
              <a:rPr lang="en-US" i="1"/>
              <a:t>A[0..n-1] </a:t>
            </a:r>
            <a:r>
              <a:rPr lang="en-US"/>
              <a:t>at index </a:t>
            </a:r>
            <a:r>
              <a:rPr lang="en-US" i="1" err="1"/>
              <a:t>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4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A33072-5446-57D7-940B-697F5778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212961"/>
              </p:ext>
            </p:extLst>
          </p:nvPr>
        </p:nvGraphicFramePr>
        <p:xfrm>
          <a:off x="3848376" y="1762418"/>
          <a:ext cx="521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375522-A760-5FC1-C6A0-199FC7D7065F}"/>
              </a:ext>
            </a:extLst>
          </p:cNvPr>
          <p:cNvSpPr txBox="1"/>
          <p:nvPr/>
        </p:nvSpPr>
        <p:spPr>
          <a:xfrm>
            <a:off x="3266165" y="2080621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F16F2B-D94A-C1C9-DC88-9E7CB06B75E6}"/>
              </a:ext>
            </a:extLst>
          </p:cNvPr>
          <p:cNvGrpSpPr/>
          <p:nvPr/>
        </p:nvGrpSpPr>
        <p:grpSpPr>
          <a:xfrm>
            <a:off x="6576262" y="1530683"/>
            <a:ext cx="1058018" cy="735115"/>
            <a:chOff x="8357760" y="1645920"/>
            <a:chExt cx="1058018" cy="73511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3B3B6A-DB67-F0A6-CB53-1F3B25D739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7760" y="1993320"/>
              <a:ext cx="250299" cy="3877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/>
                <p:nvPr/>
              </p:nvSpPr>
              <p:spPr>
                <a:xfrm flipH="1">
                  <a:off x="8549637" y="1645920"/>
                  <a:ext cx="8661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49637" y="1645920"/>
                  <a:ext cx="86614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F782AC-F335-6401-A67F-3E1FF62172B3}"/>
              </a:ext>
            </a:extLst>
          </p:cNvPr>
          <p:cNvGrpSpPr/>
          <p:nvPr/>
        </p:nvGrpSpPr>
        <p:grpSpPr>
          <a:xfrm>
            <a:off x="8798636" y="1653194"/>
            <a:ext cx="1185583" cy="369332"/>
            <a:chOff x="8110067" y="1765543"/>
            <a:chExt cx="1185583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32C7160-A712-B5EF-80EA-1D825B6F1DAB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H="1">
              <a:off x="8110067" y="1950209"/>
              <a:ext cx="377861" cy="119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/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E29D52-DCF5-A760-EDFC-68017936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189345"/>
              </p:ext>
            </p:extLst>
          </p:nvPr>
        </p:nvGraphicFramePr>
        <p:xfrm>
          <a:off x="1088136" y="4294708"/>
          <a:ext cx="5943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77233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0C48B67-54CC-B6CE-1886-535239D3B67D}"/>
              </a:ext>
            </a:extLst>
          </p:cNvPr>
          <p:cNvSpPr txBox="1"/>
          <p:nvPr/>
        </p:nvSpPr>
        <p:spPr>
          <a:xfrm>
            <a:off x="535136" y="4619853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sp>
        <p:nvSpPr>
          <p:cNvPr id="120" name="Content Placeholder 2 2">
            <a:extLst>
              <a:ext uri="{FF2B5EF4-FFF2-40B4-BE49-F238E27FC236}">
                <a16:creationId xmlns:a16="http://schemas.microsoft.com/office/drawing/2014/main" id="{0023BE5C-DA1F-5BED-DF0F-2EC5B55D98B0}"/>
              </a:ext>
            </a:extLst>
          </p:cNvPr>
          <p:cNvSpPr txBox="1">
            <a:spLocks/>
          </p:cNvSpPr>
          <p:nvPr/>
        </p:nvSpPr>
        <p:spPr>
          <a:xfrm>
            <a:off x="373670" y="3152841"/>
            <a:ext cx="6658067" cy="1387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>
                <a:solidFill>
                  <a:srgbClr val="FF0000"/>
                </a:solidFill>
                <a:latin typeface="Century Gothic" panose="020B0502020202020204" pitchFamily="34" charset="0"/>
              </a:rPr>
              <a:t>Iterative Solution #2</a:t>
            </a:r>
            <a:r>
              <a:rPr lang="en-US" sz="1800">
                <a:latin typeface="Century Gothic" panose="020B0502020202020204" pitchFamily="34" charset="0"/>
              </a:rPr>
              <a:t>. Shift right all elements at index </a:t>
            </a:r>
            <a:r>
              <a:rPr lang="en-US" sz="1800" i="1" err="1">
                <a:latin typeface="Century Gothic" panose="020B0502020202020204" pitchFamily="34" charset="0"/>
              </a:rPr>
              <a:t>i</a:t>
            </a:r>
            <a:r>
              <a:rPr lang="en-US" sz="1800">
                <a:latin typeface="Century Gothic" panose="020B0502020202020204" pitchFamily="34" charset="0"/>
              </a:rPr>
              <a:t> and above to make a room for </a:t>
            </a:r>
            <a:r>
              <a:rPr lang="en-US" sz="1800" i="1">
                <a:latin typeface="Century Gothic" panose="020B0502020202020204" pitchFamily="34" charset="0"/>
              </a:rPr>
              <a:t>e</a:t>
            </a:r>
            <a:r>
              <a:rPr lang="en-US" sz="1800">
                <a:latin typeface="Century Gothic" panose="020B0502020202020204" pitchFamily="34" charset="0"/>
              </a:rPr>
              <a:t>. Then add e into index </a:t>
            </a:r>
            <a:r>
              <a:rPr lang="en-US" sz="1800" i="1" err="1">
                <a:latin typeface="Century Gothic" panose="020B0502020202020204" pitchFamily="34" charset="0"/>
              </a:rPr>
              <a:t>i</a:t>
            </a:r>
            <a:r>
              <a:rPr lang="en-US" sz="180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i="1">
                <a:solidFill>
                  <a:srgbClr val="00B0F0"/>
                </a:solidFill>
                <a:latin typeface="Century Gothic" panose="020B0502020202020204" pitchFamily="34" charset="0"/>
              </a:rPr>
              <a:t>Do the shifting starting from index </a:t>
            </a:r>
            <a:r>
              <a:rPr lang="en-US" sz="1800" i="1" err="1">
                <a:solidFill>
                  <a:srgbClr val="00B0F0"/>
                </a:solidFill>
                <a:latin typeface="Century Gothic" panose="020B0502020202020204" pitchFamily="34" charset="0"/>
              </a:rPr>
              <a:t>i</a:t>
            </a:r>
            <a:r>
              <a:rPr lang="en-US" sz="1800">
                <a:latin typeface="Century Gothic" panose="020B0502020202020204" pitchFamily="34" charset="0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C29EB9-CF7C-75C5-CE27-F5307DAB71B6}"/>
              </a:ext>
            </a:extLst>
          </p:cNvPr>
          <p:cNvGrpSpPr/>
          <p:nvPr/>
        </p:nvGrpSpPr>
        <p:grpSpPr>
          <a:xfrm>
            <a:off x="4592278" y="4947853"/>
            <a:ext cx="2829329" cy="1097492"/>
            <a:chOff x="7362349" y="1534331"/>
            <a:chExt cx="2829329" cy="109749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99C52A-C0D7-0EC6-44B0-F6929E27D0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2349" y="1534331"/>
              <a:ext cx="347104" cy="349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739EAE-07F4-F05E-178B-AF30100430F6}"/>
                </a:ext>
              </a:extLst>
            </p:cNvPr>
            <p:cNvSpPr txBox="1"/>
            <p:nvPr/>
          </p:nvSpPr>
          <p:spPr>
            <a:xfrm flipH="1">
              <a:off x="7658979" y="1800826"/>
              <a:ext cx="2532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00B050"/>
                  </a:solidFill>
                  <a:latin typeface="Century Gothic" panose="020B0502020202020204" pitchFamily="34" charset="0"/>
                </a:rPr>
                <a:t>You need to save this element before shifting. Save it into variable </a:t>
              </a:r>
              <a:r>
                <a:rPr lang="en-US" sz="1600" i="1">
                  <a:solidFill>
                    <a:srgbClr val="00B050"/>
                  </a:solidFill>
                  <a:latin typeface="Century Gothic" panose="020B0502020202020204" pitchFamily="34" charset="0"/>
                </a:rPr>
                <a:t>q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6DFD7D-1E6E-36EA-2E15-5423FAF8BB19}"/>
              </a:ext>
            </a:extLst>
          </p:cNvPr>
          <p:cNvGrpSpPr/>
          <p:nvPr/>
        </p:nvGrpSpPr>
        <p:grpSpPr>
          <a:xfrm>
            <a:off x="3285802" y="4816092"/>
            <a:ext cx="1485538" cy="919635"/>
            <a:chOff x="3285802" y="5214927"/>
            <a:chExt cx="1485538" cy="919635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F927451-01D1-C9A5-230F-A6CEF70C2744}"/>
                </a:ext>
              </a:extLst>
            </p:cNvPr>
            <p:cNvSpPr/>
            <p:nvPr/>
          </p:nvSpPr>
          <p:spPr>
            <a:xfrm rot="18070274">
              <a:off x="3773852" y="5130444"/>
              <a:ext cx="370599" cy="539565"/>
            </a:xfrm>
            <a:custGeom>
              <a:avLst/>
              <a:gdLst>
                <a:gd name="connsiteX0" fmla="*/ 20033 w 276065"/>
                <a:gd name="connsiteY0" fmla="*/ 0 h 231648"/>
                <a:gd name="connsiteX1" fmla="*/ 26129 w 276065"/>
                <a:gd name="connsiteY1" fmla="*/ 170688 h 231648"/>
                <a:gd name="connsiteX2" fmla="*/ 276065 w 276065"/>
                <a:gd name="connsiteY2" fmla="*/ 231648 h 231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065" h="231648">
                  <a:moveTo>
                    <a:pt x="20033" y="0"/>
                  </a:moveTo>
                  <a:cubicBezTo>
                    <a:pt x="1745" y="66040"/>
                    <a:pt x="-16543" y="132080"/>
                    <a:pt x="26129" y="170688"/>
                  </a:cubicBezTo>
                  <a:cubicBezTo>
                    <a:pt x="68801" y="209296"/>
                    <a:pt x="172433" y="220472"/>
                    <a:pt x="276065" y="231648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CD2C598-97B6-B712-C307-0553E8A74165}"/>
                </a:ext>
              </a:extLst>
            </p:cNvPr>
            <p:cNvGrpSpPr/>
            <p:nvPr/>
          </p:nvGrpSpPr>
          <p:grpSpPr>
            <a:xfrm>
              <a:off x="4027061" y="5507641"/>
              <a:ext cx="744279" cy="623810"/>
              <a:chOff x="7863222" y="1048717"/>
              <a:chExt cx="744279" cy="623810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A4B74608-165F-4B82-155C-B211420CB6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22056" y="1048717"/>
                <a:ext cx="0" cy="2983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134A07D-0D56-FCCB-0297-D7928C857E9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863222" y="1303195"/>
                    <a:ext cx="74427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134A07D-0D56-FCCB-0297-D7928C857E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7863222" y="1303195"/>
                    <a:ext cx="74427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AD961CE-FA32-C10A-1458-CBB88CEED0E5}"/>
                </a:ext>
              </a:extLst>
            </p:cNvPr>
            <p:cNvGrpSpPr/>
            <p:nvPr/>
          </p:nvGrpSpPr>
          <p:grpSpPr>
            <a:xfrm>
              <a:off x="3285802" y="5470393"/>
              <a:ext cx="619733" cy="664169"/>
              <a:chOff x="7809803" y="1048717"/>
              <a:chExt cx="619733" cy="664169"/>
            </a:xfrm>
          </p:grpSpPr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95B9C9A-C3B7-8DC3-1ABB-6D732EADDF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22056" y="1048717"/>
                <a:ext cx="0" cy="2983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66C2E24-EACA-4F88-706F-7B65ED0EA8F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809803" y="1343554"/>
                    <a:ext cx="6197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66C2E24-EACA-4F88-706F-7B65ED0EA8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7809803" y="1343554"/>
                    <a:ext cx="61973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19CBC2-7784-F37C-4DC1-55AAB0C6D042}"/>
                </a:ext>
              </a:extLst>
            </p:cNvPr>
            <p:cNvSpPr txBox="1"/>
            <p:nvPr/>
          </p:nvSpPr>
          <p:spPr>
            <a:xfrm flipH="1">
              <a:off x="3814725" y="5659350"/>
              <a:ext cx="275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0D52CB-F1C1-EB8B-0A45-6E2C0993F9B0}"/>
              </a:ext>
            </a:extLst>
          </p:cNvPr>
          <p:cNvGrpSpPr/>
          <p:nvPr/>
        </p:nvGrpSpPr>
        <p:grpSpPr>
          <a:xfrm>
            <a:off x="2302412" y="4905185"/>
            <a:ext cx="1218107" cy="750518"/>
            <a:chOff x="8270841" y="1254506"/>
            <a:chExt cx="1218107" cy="75051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6EB823-3ACC-302A-9DCA-E0DA5AC45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8481" y="1254506"/>
              <a:ext cx="980467" cy="5372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8AF8AAF-8585-3E25-4DDB-6478BCFA325F}"/>
                    </a:ext>
                  </a:extLst>
                </p:cNvPr>
                <p:cNvSpPr txBox="1"/>
                <p:nvPr/>
              </p:nvSpPr>
              <p:spPr>
                <a:xfrm flipH="1">
                  <a:off x="8270841" y="1635692"/>
                  <a:ext cx="2647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8AF8AAF-8585-3E25-4DDB-6478BCFA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70841" y="1635692"/>
                  <a:ext cx="26478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E2014D-AA82-DA7C-B556-061F070DAD97}"/>
              </a:ext>
            </a:extLst>
          </p:cNvPr>
          <p:cNvGrpSpPr/>
          <p:nvPr/>
        </p:nvGrpSpPr>
        <p:grpSpPr>
          <a:xfrm>
            <a:off x="5844378" y="1437983"/>
            <a:ext cx="531435" cy="454634"/>
            <a:chOff x="8701878" y="1606230"/>
            <a:chExt cx="531435" cy="454634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CC059ED-E92E-BECD-3A4C-9C1BB085259C}"/>
                </a:ext>
              </a:extLst>
            </p:cNvPr>
            <p:cNvCxnSpPr>
              <a:cxnSpLocks/>
            </p:cNvCxnSpPr>
            <p:nvPr/>
          </p:nvCxnSpPr>
          <p:spPr>
            <a:xfrm>
              <a:off x="8887873" y="1908464"/>
              <a:ext cx="345440" cy="152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0BD39A1-FA0D-EE1A-CA9F-181A3B824148}"/>
                    </a:ext>
                  </a:extLst>
                </p:cNvPr>
                <p:cNvSpPr txBox="1"/>
                <p:nvPr/>
              </p:nvSpPr>
              <p:spPr>
                <a:xfrm flipH="1">
                  <a:off x="8701878" y="1606230"/>
                  <a:ext cx="345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0BD39A1-FA0D-EE1A-CA9F-181A3B824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701878" y="1606230"/>
                  <a:ext cx="34544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CEF9F368-0F7E-055B-F3D4-FE84C4F4772E}"/>
              </a:ext>
            </a:extLst>
          </p:cNvPr>
          <p:cNvGrpSpPr/>
          <p:nvPr/>
        </p:nvGrpSpPr>
        <p:grpSpPr>
          <a:xfrm>
            <a:off x="7346366" y="2638616"/>
            <a:ext cx="4371502" cy="3514855"/>
            <a:chOff x="7346366" y="2638616"/>
            <a:chExt cx="4371502" cy="351485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69A6F37-924A-8BF4-766E-4096DC2A7699}"/>
                </a:ext>
              </a:extLst>
            </p:cNvPr>
            <p:cNvSpPr/>
            <p:nvPr/>
          </p:nvSpPr>
          <p:spPr>
            <a:xfrm>
              <a:off x="7346366" y="2638616"/>
              <a:ext cx="4371502" cy="3514855"/>
            </a:xfrm>
            <a:prstGeom prst="roundRect">
              <a:avLst/>
            </a:prstGeom>
            <a:solidFill>
              <a:srgbClr val="C9F1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57" name="Picture 856" descr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2}&#10;\begin{algorithmic}[1]&#10;\Procedure {Insert}{$A[0..n-1],i,e$}&#10; \State $p\gets A[i]$&#10; \For {$k\gets i$ \textbf{to} $n-1$}&#10;   \State $q\gets A[k+1]$&#10;   \State $A[k+1]\gets p$&#10;   \State $p\gets q$&#10; \EndFor&#10;\State $A[i]=e$&#10;\EndProcedure&#10;&#10;\medskip&#10;\State \textbf{Main:}&#10;\State \hspace*{0.5cm}\Call {Insert}{$A,3,10$}&#10;\State \hspace*{0.5cm}$n\gets n+1$  // increase size by 1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B4F0BC44-AE0E-0BC8-0611-4FC3185AC75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944" y="2805720"/>
              <a:ext cx="3968592" cy="3134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931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056068"/>
            <a:ext cx="11515725" cy="564840"/>
          </a:xfrm>
        </p:spPr>
        <p:txBody>
          <a:bodyPr/>
          <a:lstStyle/>
          <a:p>
            <a:r>
              <a:rPr lang="en-US"/>
              <a:t>Write an algorithm that inserts an element </a:t>
            </a:r>
            <a:r>
              <a:rPr lang="en-US" i="1"/>
              <a:t>e</a:t>
            </a:r>
            <a:r>
              <a:rPr lang="en-US"/>
              <a:t> in an array </a:t>
            </a:r>
            <a:r>
              <a:rPr lang="en-US" i="1"/>
              <a:t>A[0..n-1] </a:t>
            </a:r>
            <a:r>
              <a:rPr lang="en-US"/>
              <a:t>at index </a:t>
            </a:r>
            <a:r>
              <a:rPr lang="en-US" i="1" err="1"/>
              <a:t>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4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E29D52-DCF5-A760-EDFC-68017936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232307"/>
              </p:ext>
            </p:extLst>
          </p:nvPr>
        </p:nvGraphicFramePr>
        <p:xfrm>
          <a:off x="2988056" y="1978484"/>
          <a:ext cx="5943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77233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0C48B67-54CC-B6CE-1886-535239D3B67D}"/>
              </a:ext>
            </a:extLst>
          </p:cNvPr>
          <p:cNvSpPr txBox="1"/>
          <p:nvPr/>
        </p:nvSpPr>
        <p:spPr>
          <a:xfrm>
            <a:off x="2435056" y="2303629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670" y="3152841"/>
                <a:ext cx="6278430" cy="13879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Iterative Solution #3. </a:t>
                </a:r>
                <a:r>
                  <a:rPr lang="en-US">
                    <a:latin typeface="Century Gothic" panose="020B0502020202020204" pitchFamily="34" charset="0"/>
                  </a:rPr>
                  <a:t>Add the element </a:t>
                </a:r>
                <a:r>
                  <a:rPr lang="en-US" i="1">
                    <a:latin typeface="Century Gothic" panose="020B0502020202020204" pitchFamily="34" charset="0"/>
                  </a:rPr>
                  <a:t>e</a:t>
                </a:r>
                <a:r>
                  <a:rPr lang="en-US">
                    <a:latin typeface="Century Gothic" panose="020B0502020202020204" pitchFamily="34" charset="0"/>
                  </a:rPr>
                  <a:t> at the end of the array (at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), then swap every consecutive elements starting from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until reaching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70" y="3152841"/>
                <a:ext cx="6278430" cy="1387986"/>
              </a:xfrm>
              <a:prstGeom prst="rect">
                <a:avLst/>
              </a:prstGeom>
              <a:blipFill>
                <a:blip r:embed="rId3"/>
                <a:stretch>
                  <a:fillRect l="-388" t="-2193" b="-2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F40D52CB-F1C1-EB8B-0A45-6E2C0993F9B0}"/>
              </a:ext>
            </a:extLst>
          </p:cNvPr>
          <p:cNvGrpSpPr/>
          <p:nvPr/>
        </p:nvGrpSpPr>
        <p:grpSpPr>
          <a:xfrm>
            <a:off x="5710325" y="1742825"/>
            <a:ext cx="566282" cy="401949"/>
            <a:chOff x="9778834" y="408370"/>
            <a:chExt cx="566282" cy="40194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6EB823-3ACC-302A-9DCA-E0DA5AC454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8834" y="627941"/>
              <a:ext cx="269709" cy="1823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AF8AAF-8585-3E25-4DDB-6478BCFA325F}"/>
                </a:ext>
              </a:extLst>
            </p:cNvPr>
            <p:cNvSpPr txBox="1"/>
            <p:nvPr/>
          </p:nvSpPr>
          <p:spPr>
            <a:xfrm flipH="1">
              <a:off x="10054147" y="408370"/>
              <a:ext cx="290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err="1">
                  <a:solidFill>
                    <a:srgbClr val="00B050"/>
                  </a:solidFill>
                </a:rPr>
                <a:t>i</a:t>
              </a:r>
              <a:endParaRPr lang="en-US">
                <a:solidFill>
                  <a:srgbClr val="00B050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0DA52D9-14E8-5AB4-D9CE-9EFCBDD5D5D4}"/>
              </a:ext>
            </a:extLst>
          </p:cNvPr>
          <p:cNvGrpSpPr/>
          <p:nvPr/>
        </p:nvGrpSpPr>
        <p:grpSpPr>
          <a:xfrm>
            <a:off x="6605175" y="3413295"/>
            <a:ext cx="4496837" cy="2724558"/>
            <a:chOff x="6605175" y="3413295"/>
            <a:chExt cx="4496837" cy="27245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4FB5C7B-10E6-A762-DD4F-0C2F3718B4C1}"/>
                </a:ext>
              </a:extLst>
            </p:cNvPr>
            <p:cNvSpPr/>
            <p:nvPr/>
          </p:nvSpPr>
          <p:spPr>
            <a:xfrm>
              <a:off x="6605175" y="3413295"/>
              <a:ext cx="4496837" cy="27245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0" name="Picture 199" descr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3}&#10;\begin{algorithmic}[1]&#10;\Procedure {Insertt}{$A[0..n-1], i, e$}&#10; \State $A[n]\gets e$&#10; \For {$k\gets n-1$ \textbf{downto} $i$}&#10;   \State \Call{Swap}{$A[k],A[k+1]$}&#10; \EndFor&#10;\EndProcedure&#10;&#10;\medskip&#10;\State \textbf{Main:}&#10;\State \hspace*{0.5cm}\Call {Insert}{$A,3,10$}&#10;\State \hspace*{0.5cm}$n\gets n+1$  // increase size by 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DD26A86E-6B56-CBD6-DA6C-D630805F919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4511" y="3587303"/>
              <a:ext cx="4103028" cy="231558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745EA9-071F-8667-7AFC-C9DB11F434BE}"/>
              </a:ext>
            </a:extLst>
          </p:cNvPr>
          <p:cNvGrpSpPr/>
          <p:nvPr/>
        </p:nvGrpSpPr>
        <p:grpSpPr>
          <a:xfrm>
            <a:off x="7077717" y="1667746"/>
            <a:ext cx="2432398" cy="1717507"/>
            <a:chOff x="5177797" y="4370050"/>
            <a:chExt cx="2432398" cy="171750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739EAE-07F4-F05E-178B-AF30100430F6}"/>
                </a:ext>
              </a:extLst>
            </p:cNvPr>
            <p:cNvSpPr txBox="1"/>
            <p:nvPr/>
          </p:nvSpPr>
          <p:spPr>
            <a:xfrm flipH="1">
              <a:off x="5977022" y="5600403"/>
              <a:ext cx="744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0B050"/>
                  </a:solidFill>
                </a:rPr>
                <a:t>swap</a:t>
              </a:r>
              <a:endParaRPr lang="en-US" i="1">
                <a:solidFill>
                  <a:srgbClr val="00B050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6DFD7D-1E6E-36EA-2E15-5423FAF8BB19}"/>
                </a:ext>
              </a:extLst>
            </p:cNvPr>
            <p:cNvGrpSpPr/>
            <p:nvPr/>
          </p:nvGrpSpPr>
          <p:grpSpPr>
            <a:xfrm>
              <a:off x="5177797" y="5192011"/>
              <a:ext cx="2432398" cy="895546"/>
              <a:chOff x="2833182" y="5204766"/>
              <a:chExt cx="2432398" cy="895546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F927451-01D1-C9A5-230F-A6CEF70C2744}"/>
                  </a:ext>
                </a:extLst>
              </p:cNvPr>
              <p:cNvSpPr/>
              <p:nvPr/>
            </p:nvSpPr>
            <p:spPr>
              <a:xfrm rot="18070274">
                <a:off x="3773851" y="5120283"/>
                <a:ext cx="370599" cy="539565"/>
              </a:xfrm>
              <a:custGeom>
                <a:avLst/>
                <a:gdLst>
                  <a:gd name="connsiteX0" fmla="*/ 20033 w 276065"/>
                  <a:gd name="connsiteY0" fmla="*/ 0 h 231648"/>
                  <a:gd name="connsiteX1" fmla="*/ 26129 w 276065"/>
                  <a:gd name="connsiteY1" fmla="*/ 170688 h 231648"/>
                  <a:gd name="connsiteX2" fmla="*/ 276065 w 276065"/>
                  <a:gd name="connsiteY2" fmla="*/ 231648 h 231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6065" h="231648">
                    <a:moveTo>
                      <a:pt x="20033" y="0"/>
                    </a:moveTo>
                    <a:cubicBezTo>
                      <a:pt x="1745" y="66040"/>
                      <a:pt x="-16543" y="132080"/>
                      <a:pt x="26129" y="170688"/>
                    </a:cubicBezTo>
                    <a:cubicBezTo>
                      <a:pt x="68801" y="209296"/>
                      <a:pt x="172433" y="220472"/>
                      <a:pt x="276065" y="231648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8CD2C598-97B6-B712-C307-0553E8A74165}"/>
                  </a:ext>
                </a:extLst>
              </p:cNvPr>
              <p:cNvGrpSpPr/>
              <p:nvPr/>
            </p:nvGrpSpPr>
            <p:grpSpPr>
              <a:xfrm>
                <a:off x="4443765" y="5470393"/>
                <a:ext cx="821815" cy="629919"/>
                <a:chOff x="8279926" y="1011469"/>
                <a:chExt cx="821815" cy="629919"/>
              </a:xfrm>
            </p:grpSpPr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A4B74608-165F-4B82-155C-B211420CB6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79926" y="1011469"/>
                  <a:ext cx="257241" cy="25447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A134A07D-0D56-FCCB-0297-D7928C857E9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8357462" y="1272056"/>
                      <a:ext cx="74427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en-US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A134A07D-0D56-FCCB-0297-D7928C857E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8357462" y="1272056"/>
                      <a:ext cx="744279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1AD961CE-FA32-C10A-1458-CBB88CEED0E5}"/>
                  </a:ext>
                </a:extLst>
              </p:cNvPr>
              <p:cNvGrpSpPr/>
              <p:nvPr/>
            </p:nvGrpSpPr>
            <p:grpSpPr>
              <a:xfrm>
                <a:off x="2833182" y="5470393"/>
                <a:ext cx="764873" cy="590577"/>
                <a:chOff x="7357183" y="1048717"/>
                <a:chExt cx="764873" cy="590577"/>
              </a:xfrm>
            </p:grpSpPr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795B9C9A-C3B7-8DC3-1ABB-6D732EADD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90166" y="1048717"/>
                  <a:ext cx="331890" cy="2917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166C2E24-EACA-4F88-706F-7B65ED0EA8F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7357183" y="1269962"/>
                      <a:ext cx="7648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166C2E24-EACA-4F88-706F-7B65ED0EA8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7357183" y="1269962"/>
                      <a:ext cx="764873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A919BE9-885F-21D9-FE0C-63FF315B0286}"/>
                </a:ext>
              </a:extLst>
            </p:cNvPr>
            <p:cNvGrpSpPr/>
            <p:nvPr/>
          </p:nvGrpSpPr>
          <p:grpSpPr>
            <a:xfrm>
              <a:off x="5921257" y="4370050"/>
              <a:ext cx="905304" cy="723141"/>
              <a:chOff x="8151912" y="1911503"/>
              <a:chExt cx="905304" cy="723141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708C4CB-2835-14B8-1F37-35EA2F60F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6468" y="2283889"/>
                <a:ext cx="153051" cy="3507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178DC9C-E453-C842-3DE8-3406F524F6A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8151912" y="1911503"/>
                    <a:ext cx="9053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en-US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178DC9C-E453-C842-3DE8-3406F524F6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8151912" y="1911503"/>
                    <a:ext cx="90530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17A86D6F-81BE-3834-4A1B-52037604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15715"/>
              </p:ext>
            </p:extLst>
          </p:nvPr>
        </p:nvGraphicFramePr>
        <p:xfrm>
          <a:off x="1064527" y="4801195"/>
          <a:ext cx="52120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4265719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763DF36-5A2E-0120-2F15-73DBCD48AE73}"/>
              </a:ext>
            </a:extLst>
          </p:cNvPr>
          <p:cNvSpPr txBox="1"/>
          <p:nvPr/>
        </p:nvSpPr>
        <p:spPr>
          <a:xfrm>
            <a:off x="482316" y="5119398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5DEA5E-D6F4-8015-9B74-F5DCC4B71E23}"/>
              </a:ext>
            </a:extLst>
          </p:cNvPr>
          <p:cNvSpPr txBox="1"/>
          <p:nvPr/>
        </p:nvSpPr>
        <p:spPr>
          <a:xfrm>
            <a:off x="3201587" y="5163590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EB98E9-4930-9E90-BEA9-B600779ECD4D}"/>
              </a:ext>
            </a:extLst>
          </p:cNvPr>
          <p:cNvSpPr txBox="1"/>
          <p:nvPr/>
        </p:nvSpPr>
        <p:spPr>
          <a:xfrm>
            <a:off x="3853127" y="5163590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8DA605-8937-18DD-8444-2E1DCBF598BE}"/>
              </a:ext>
            </a:extLst>
          </p:cNvPr>
          <p:cNvSpPr txBox="1"/>
          <p:nvPr/>
        </p:nvSpPr>
        <p:spPr>
          <a:xfrm>
            <a:off x="4527527" y="5163590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E40D95-22DF-C9F6-2299-9E5C6B67817C}"/>
              </a:ext>
            </a:extLst>
          </p:cNvPr>
          <p:cNvSpPr txBox="1"/>
          <p:nvPr/>
        </p:nvSpPr>
        <p:spPr>
          <a:xfrm>
            <a:off x="5124844" y="5163590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72938F-AC0C-4FE7-DC98-514C08851893}"/>
              </a:ext>
            </a:extLst>
          </p:cNvPr>
          <p:cNvSpPr txBox="1"/>
          <p:nvPr/>
        </p:nvSpPr>
        <p:spPr>
          <a:xfrm>
            <a:off x="5789390" y="5163590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6A64A6-D72D-D936-02C9-C5E93B22A977}"/>
              </a:ext>
            </a:extLst>
          </p:cNvPr>
          <p:cNvSpPr txBox="1"/>
          <p:nvPr/>
        </p:nvSpPr>
        <p:spPr>
          <a:xfrm>
            <a:off x="5990271" y="4448095"/>
            <a:ext cx="44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76A047D-FB8A-3876-6C06-E256BF84D3BD}"/>
              </a:ext>
            </a:extLst>
          </p:cNvPr>
          <p:cNvGrpSpPr/>
          <p:nvPr/>
        </p:nvGrpSpPr>
        <p:grpSpPr>
          <a:xfrm>
            <a:off x="5124844" y="5625377"/>
            <a:ext cx="328619" cy="569778"/>
            <a:chOff x="8495730" y="1615790"/>
            <a:chExt cx="328619" cy="569778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7F7771C3-8F81-AE3B-5D6C-53A63D742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0395D48-7EA3-E3A6-AB76-DE1EE2D5E59B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0395D48-7EA3-E3A6-AB76-DE1EE2D5E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1E3D656E-EB20-305E-12C9-C2ED214A439F}"/>
              </a:ext>
            </a:extLst>
          </p:cNvPr>
          <p:cNvSpPr txBox="1"/>
          <p:nvPr/>
        </p:nvSpPr>
        <p:spPr>
          <a:xfrm flipH="1">
            <a:off x="5590639" y="4446993"/>
            <a:ext cx="1004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e = 10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E94E2E7-727F-FE2E-4C0F-B5966102F813}"/>
              </a:ext>
            </a:extLst>
          </p:cNvPr>
          <p:cNvGrpSpPr/>
          <p:nvPr/>
        </p:nvGrpSpPr>
        <p:grpSpPr>
          <a:xfrm>
            <a:off x="4906905" y="4204822"/>
            <a:ext cx="807722" cy="676626"/>
            <a:chOff x="8408386" y="1762219"/>
            <a:chExt cx="807722" cy="676626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1B54D32-BABC-023B-78CC-9534E686C2E1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H="1">
              <a:off x="8804641" y="2131551"/>
              <a:ext cx="7606" cy="307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4C3FEA9E-B8C7-688E-ABF4-5110E122AA84}"/>
                    </a:ext>
                  </a:extLst>
                </p:cNvPr>
                <p:cNvSpPr txBox="1"/>
                <p:nvPr/>
              </p:nvSpPr>
              <p:spPr>
                <a:xfrm flipH="1">
                  <a:off x="8408386" y="1762219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4C3FEA9E-B8C7-688E-ABF4-5110E122A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08386" y="1762219"/>
                  <a:ext cx="80772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7A9E04-FF76-261E-B19B-6C2DF3EFA246}"/>
              </a:ext>
            </a:extLst>
          </p:cNvPr>
          <p:cNvGrpSpPr/>
          <p:nvPr/>
        </p:nvGrpSpPr>
        <p:grpSpPr>
          <a:xfrm>
            <a:off x="3420993" y="4453989"/>
            <a:ext cx="566282" cy="401949"/>
            <a:chOff x="9778834" y="408370"/>
            <a:chExt cx="566282" cy="40194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80DB34D-39BC-4142-E6C1-0B51C70B37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8834" y="627941"/>
              <a:ext cx="269709" cy="1823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835273-3541-3130-EB4E-4184BD83510C}"/>
                </a:ext>
              </a:extLst>
            </p:cNvPr>
            <p:cNvSpPr txBox="1"/>
            <p:nvPr/>
          </p:nvSpPr>
          <p:spPr>
            <a:xfrm flipH="1">
              <a:off x="10054147" y="408370"/>
              <a:ext cx="290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err="1">
                  <a:solidFill>
                    <a:srgbClr val="00B050"/>
                  </a:solidFill>
                </a:rPr>
                <a:t>i</a:t>
              </a:r>
              <a:endParaRPr lang="en-US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119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accel="76000" decel="2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2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01783 0.1071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8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4 0.10717 L -0.07383 0.104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4" y="-2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96296E-6 L 0.05325 0.0009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44444E-6 L -0.05078 -0.000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383 0.1044 L -0.12969 0.1053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11111E-6 L 0.04909 -1.11111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78 -0.0007 L -0.10325 -0.000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969 0.10533 L -0.17812 0.1044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4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11111E-6 L 0.05521 -1.11111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325 -0.0007 L -0.15833 -0.0007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812 0.10439 L -0.23308 0.1034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-69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11111E-6 L 0.05338 -2.59259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8" grpId="2"/>
      <p:bldP spid="68" grpId="3"/>
      <p:bldP spid="68" grpId="4"/>
      <p:bldP spid="68" grpId="5"/>
      <p:bldP spid="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056068"/>
            <a:ext cx="11515725" cy="564840"/>
          </a:xfrm>
        </p:spPr>
        <p:txBody>
          <a:bodyPr/>
          <a:lstStyle/>
          <a:p>
            <a:r>
              <a:rPr lang="en-US"/>
              <a:t>Write an algorithm that inserts an element </a:t>
            </a:r>
            <a:r>
              <a:rPr lang="en-US" i="1"/>
              <a:t>e</a:t>
            </a:r>
            <a:r>
              <a:rPr lang="en-US"/>
              <a:t> in an array </a:t>
            </a:r>
            <a:r>
              <a:rPr lang="en-US" i="1"/>
              <a:t>A[0..n-1] </a:t>
            </a:r>
            <a:r>
              <a:rPr lang="en-US"/>
              <a:t>at index </a:t>
            </a:r>
            <a:r>
              <a:rPr lang="en-US" i="1" err="1"/>
              <a:t>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4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A33072-5446-57D7-940B-697F5778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32162"/>
              </p:ext>
            </p:extLst>
          </p:nvPr>
        </p:nvGraphicFramePr>
        <p:xfrm>
          <a:off x="3848376" y="1753508"/>
          <a:ext cx="521208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375522-A760-5FC1-C6A0-199FC7D7065F}"/>
              </a:ext>
            </a:extLst>
          </p:cNvPr>
          <p:cNvSpPr txBox="1"/>
          <p:nvPr/>
        </p:nvSpPr>
        <p:spPr>
          <a:xfrm>
            <a:off x="3266165" y="2071711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F16F2B-D94A-C1C9-DC88-9E7CB06B75E6}"/>
              </a:ext>
            </a:extLst>
          </p:cNvPr>
          <p:cNvGrpSpPr/>
          <p:nvPr/>
        </p:nvGrpSpPr>
        <p:grpSpPr>
          <a:xfrm>
            <a:off x="6576262" y="1521773"/>
            <a:ext cx="1145338" cy="735115"/>
            <a:chOff x="8357760" y="1645920"/>
            <a:chExt cx="1145338" cy="73511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3B3B6A-DB67-F0A6-CB53-1F3B25D739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7760" y="1993320"/>
              <a:ext cx="250299" cy="3877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/>
                <p:nvPr/>
              </p:nvSpPr>
              <p:spPr>
                <a:xfrm flipH="1">
                  <a:off x="8549638" y="1645920"/>
                  <a:ext cx="953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1B8B1E-9CF3-36F3-27DB-8E91443D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49638" y="1645920"/>
                  <a:ext cx="95346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F782AC-F335-6401-A67F-3E1FF62172B3}"/>
              </a:ext>
            </a:extLst>
          </p:cNvPr>
          <p:cNvGrpSpPr/>
          <p:nvPr/>
        </p:nvGrpSpPr>
        <p:grpSpPr>
          <a:xfrm>
            <a:off x="8798636" y="1644284"/>
            <a:ext cx="1185583" cy="369332"/>
            <a:chOff x="8110067" y="1765543"/>
            <a:chExt cx="1185583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32C7160-A712-B5EF-80EA-1D825B6F1DAB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H="1">
              <a:off x="8110067" y="1950209"/>
              <a:ext cx="377861" cy="1193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/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1EFC89-B03D-C118-365D-DEC895204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87928" y="1765543"/>
                  <a:ext cx="80772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E29D52-DCF5-A760-EDFC-68017936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385429"/>
              </p:ext>
            </p:extLst>
          </p:nvPr>
        </p:nvGraphicFramePr>
        <p:xfrm>
          <a:off x="864399" y="4090559"/>
          <a:ext cx="530351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13153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0C48B67-54CC-B6CE-1886-535239D3B67D}"/>
              </a:ext>
            </a:extLst>
          </p:cNvPr>
          <p:cNvSpPr txBox="1"/>
          <p:nvPr/>
        </p:nvSpPr>
        <p:spPr>
          <a:xfrm>
            <a:off x="323019" y="4406725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1527" y="2640523"/>
                <a:ext cx="5917924" cy="13879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180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Iterative Solution #4</a:t>
                </a:r>
                <a:r>
                  <a:rPr lang="en-US" sz="1800">
                    <a:latin typeface="Century Gothic" panose="020B0502020202020204" pitchFamily="34" charset="0"/>
                  </a:rPr>
                  <a:t>. Copy all elements at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and above to a backup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. Add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at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. Copy the elements in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back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 starting from index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>
                    <a:latin typeface="Century Gothic" panose="020B0502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27" y="2640523"/>
                <a:ext cx="5917924" cy="1387986"/>
              </a:xfrm>
              <a:prstGeom prst="rect">
                <a:avLst/>
              </a:prstGeom>
              <a:blipFill>
                <a:blip r:embed="rId5"/>
                <a:stretch>
                  <a:fillRect l="-309" t="-2193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e 20">
            <a:extLst>
              <a:ext uri="{FF2B5EF4-FFF2-40B4-BE49-F238E27FC236}">
                <a16:creationId xmlns:a16="http://schemas.microsoft.com/office/drawing/2014/main" id="{F0D30D8C-B39E-2441-40A3-8E120F357CFD}"/>
              </a:ext>
            </a:extLst>
          </p:cNvPr>
          <p:cNvSpPr/>
          <p:nvPr/>
        </p:nvSpPr>
        <p:spPr>
          <a:xfrm rot="16200000">
            <a:off x="3990420" y="4045105"/>
            <a:ext cx="408570" cy="19927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6ED1DC7-CC64-9E8F-BFDD-126B86000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487997"/>
              </p:ext>
            </p:extLst>
          </p:nvPr>
        </p:nvGraphicFramePr>
        <p:xfrm>
          <a:off x="2834255" y="5391415"/>
          <a:ext cx="26517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6B9441A-246B-5628-7F2D-7CEBC7E02019}"/>
              </a:ext>
            </a:extLst>
          </p:cNvPr>
          <p:cNvSpPr txBox="1"/>
          <p:nvPr/>
        </p:nvSpPr>
        <p:spPr>
          <a:xfrm>
            <a:off x="2329649" y="5741948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B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E64F6A1-EFDA-517D-0A75-FE375B16E6FB}"/>
              </a:ext>
            </a:extLst>
          </p:cNvPr>
          <p:cNvGrpSpPr/>
          <p:nvPr/>
        </p:nvGrpSpPr>
        <p:grpSpPr>
          <a:xfrm>
            <a:off x="5808015" y="1380574"/>
            <a:ext cx="531435" cy="454634"/>
            <a:chOff x="8701878" y="1606230"/>
            <a:chExt cx="531435" cy="454634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D07ECD1-CD68-74FB-B9C0-24DAC0AF0231}"/>
                </a:ext>
              </a:extLst>
            </p:cNvPr>
            <p:cNvCxnSpPr>
              <a:cxnSpLocks/>
            </p:cNvCxnSpPr>
            <p:nvPr/>
          </p:nvCxnSpPr>
          <p:spPr>
            <a:xfrm>
              <a:off x="8887873" y="1908464"/>
              <a:ext cx="345440" cy="152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2E25FA5-0A74-E5B9-85FF-0F78CFB23294}"/>
                    </a:ext>
                  </a:extLst>
                </p:cNvPr>
                <p:cNvSpPr txBox="1"/>
                <p:nvPr/>
              </p:nvSpPr>
              <p:spPr>
                <a:xfrm flipH="1">
                  <a:off x="8701878" y="1606230"/>
                  <a:ext cx="2879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2E25FA5-0A74-E5B9-85FF-0F78CFB23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701878" y="1606230"/>
                  <a:ext cx="28798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Arrow: Down 47">
            <a:extLst>
              <a:ext uri="{FF2B5EF4-FFF2-40B4-BE49-F238E27FC236}">
                <a16:creationId xmlns:a16="http://schemas.microsoft.com/office/drawing/2014/main" id="{0363AAE9-A2F0-CE95-5957-DD2F2F5CC3AD}"/>
              </a:ext>
            </a:extLst>
          </p:cNvPr>
          <p:cNvSpPr/>
          <p:nvPr/>
        </p:nvSpPr>
        <p:spPr>
          <a:xfrm>
            <a:off x="4028223" y="5156073"/>
            <a:ext cx="350196" cy="418125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F1EE62B-BCAB-C516-C548-F88C2BAB70B1}"/>
              </a:ext>
            </a:extLst>
          </p:cNvPr>
          <p:cNvGrpSpPr/>
          <p:nvPr/>
        </p:nvGrpSpPr>
        <p:grpSpPr>
          <a:xfrm>
            <a:off x="6941451" y="2644936"/>
            <a:ext cx="4682488" cy="3557605"/>
            <a:chOff x="6941451" y="2644936"/>
            <a:chExt cx="4682488" cy="355760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63EB9D-0911-8260-83BA-E1DC132DBD41}"/>
                </a:ext>
              </a:extLst>
            </p:cNvPr>
            <p:cNvSpPr/>
            <p:nvPr/>
          </p:nvSpPr>
          <p:spPr>
            <a:xfrm>
              <a:off x="6941451" y="2644936"/>
              <a:ext cx="4682488" cy="3557605"/>
            </a:xfrm>
            <a:prstGeom prst="roundRect">
              <a:avLst/>
            </a:prstGeom>
            <a:solidFill>
              <a:srgbClr val="ECDF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8" name="Picture 227" descr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4}&#10;\begin{algorithmic}[1]&#10;\Procedure {Insert}{$A[0..n-1],i,e$}&#10; \State $k\gets 0$&#10; \For {$j\gets i$ \textbf{to} $n-1$}&#10;    \State $B[k]\gets A[j],~k\gets k+1$&#10; \EndFor&#10; \State $A[i]\gets e,~k\gets 0$&#10; \For {$j\gets i+1$ \textbf{to} $n$}&#10;    \State $A[j]\gets B[k],~k\gets k+1$&#10; \EndFor&#10;\EndProcedure&#10;&#10;\medskip&#10;\State \textbf{Main:}&#10;\State \hspace*{0.5cm}\Call {Insert}{$A,3,10$}&#10;\State \hspace*{0.5cm}$n\gets n+1$  // increase size by 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47E1A06A-482B-B693-592E-35D1695D671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2365" y="2841510"/>
              <a:ext cx="4189078" cy="3308684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BDFD2B0-00D0-36C6-3E2A-833791604B0D}"/>
              </a:ext>
            </a:extLst>
          </p:cNvPr>
          <p:cNvGrpSpPr/>
          <p:nvPr/>
        </p:nvGrpSpPr>
        <p:grpSpPr>
          <a:xfrm>
            <a:off x="4759490" y="3568778"/>
            <a:ext cx="807722" cy="571491"/>
            <a:chOff x="8471864" y="1650797"/>
            <a:chExt cx="807722" cy="571491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E2F0C2C-6D65-0F6F-06BC-D02C3A0F8A0C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8875725" y="1983196"/>
              <a:ext cx="0" cy="2390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86C51CA-402A-875E-EDA7-5D682F52C47E}"/>
                    </a:ext>
                  </a:extLst>
                </p:cNvPr>
                <p:cNvSpPr txBox="1"/>
                <p:nvPr/>
              </p:nvSpPr>
              <p:spPr>
                <a:xfrm flipH="1">
                  <a:off x="8471864" y="1650797"/>
                  <a:ext cx="807722" cy="332399"/>
                </a:xfrm>
                <a:prstGeom prst="rect">
                  <a:avLst/>
                </a:prstGeom>
                <a:noFill/>
              </p:spPr>
              <p:txBody>
                <a:bodyPr wrap="square" bIns="9144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86C51CA-402A-875E-EDA7-5D682F52C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71864" y="1650797"/>
                  <a:ext cx="807722" cy="332399"/>
                </a:xfrm>
                <a:prstGeom prst="rect">
                  <a:avLst/>
                </a:prstGeom>
                <a:blipFill>
                  <a:blip r:embed="rId8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D3B567-CEE3-9D72-8968-88C9C7CE8A18}"/>
              </a:ext>
            </a:extLst>
          </p:cNvPr>
          <p:cNvGrpSpPr/>
          <p:nvPr/>
        </p:nvGrpSpPr>
        <p:grpSpPr>
          <a:xfrm>
            <a:off x="5445963" y="3549147"/>
            <a:ext cx="807722" cy="604794"/>
            <a:chOff x="8488959" y="1617558"/>
            <a:chExt cx="807722" cy="604794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C0604A2-F76B-1400-3DD5-A15CA52522E5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>
              <a:off x="8892820" y="1949957"/>
              <a:ext cx="0" cy="2723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7F8AC-A68A-95DD-A0C4-99CEDAF55650}"/>
                    </a:ext>
                  </a:extLst>
                </p:cNvPr>
                <p:cNvSpPr txBox="1"/>
                <p:nvPr/>
              </p:nvSpPr>
              <p:spPr>
                <a:xfrm flipH="1">
                  <a:off x="8488959" y="1617558"/>
                  <a:ext cx="807722" cy="332399"/>
                </a:xfrm>
                <a:prstGeom prst="rect">
                  <a:avLst/>
                </a:prstGeom>
                <a:noFill/>
              </p:spPr>
              <p:txBody>
                <a:bodyPr wrap="square" bIns="9144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1E7F8AC-A68A-95DD-A0C4-99CEDAF55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88959" y="1617558"/>
                  <a:ext cx="807722" cy="332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9016A35-FC4F-F058-44B0-F135BCEB397E}"/>
              </a:ext>
            </a:extLst>
          </p:cNvPr>
          <p:cNvGrpSpPr/>
          <p:nvPr/>
        </p:nvGrpSpPr>
        <p:grpSpPr>
          <a:xfrm>
            <a:off x="2784289" y="3611689"/>
            <a:ext cx="807722" cy="571491"/>
            <a:chOff x="8471864" y="1650797"/>
            <a:chExt cx="807722" cy="571491"/>
          </a:xfrm>
        </p:grpSpPr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5F2183C-2DC0-3779-2B17-3016D7325E5A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>
              <a:off x="8875725" y="1983196"/>
              <a:ext cx="0" cy="2390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2028B0A-869A-822C-7AF3-D953D7ADE64B}"/>
                    </a:ext>
                  </a:extLst>
                </p:cNvPr>
                <p:cNvSpPr txBox="1"/>
                <p:nvPr/>
              </p:nvSpPr>
              <p:spPr>
                <a:xfrm flipH="1">
                  <a:off x="8471864" y="1650797"/>
                  <a:ext cx="807722" cy="332399"/>
                </a:xfrm>
                <a:prstGeom prst="rect">
                  <a:avLst/>
                </a:prstGeom>
                <a:noFill/>
              </p:spPr>
              <p:txBody>
                <a:bodyPr wrap="square" bIns="9144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2028B0A-869A-822C-7AF3-D953D7ADE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71864" y="1650797"/>
                  <a:ext cx="807722" cy="332399"/>
                </a:xfrm>
                <a:prstGeom prst="rect">
                  <a:avLst/>
                </a:prstGeom>
                <a:blipFill>
                  <a:blip r:embed="rId10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3508D31-9F01-BEFE-007F-86894DEA6E6B}"/>
              </a:ext>
            </a:extLst>
          </p:cNvPr>
          <p:cNvGrpSpPr/>
          <p:nvPr/>
        </p:nvGrpSpPr>
        <p:grpSpPr>
          <a:xfrm>
            <a:off x="3564194" y="3587835"/>
            <a:ext cx="557461" cy="566106"/>
            <a:chOff x="8582391" y="1613335"/>
            <a:chExt cx="557461" cy="566106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43760C6-2287-431F-E9A6-6EBFA848B059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>
              <a:off x="8861121" y="1945734"/>
              <a:ext cx="1" cy="2337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2D8EEC3-04FB-3EA0-6209-8D37F76730FE}"/>
                    </a:ext>
                  </a:extLst>
                </p:cNvPr>
                <p:cNvSpPr txBox="1"/>
                <p:nvPr/>
              </p:nvSpPr>
              <p:spPr>
                <a:xfrm flipH="1">
                  <a:off x="8582391" y="1613335"/>
                  <a:ext cx="557461" cy="332399"/>
                </a:xfrm>
                <a:prstGeom prst="rect">
                  <a:avLst/>
                </a:prstGeom>
                <a:noFill/>
              </p:spPr>
              <p:txBody>
                <a:bodyPr wrap="square" bIns="9144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>
                      <a:solidFill>
                        <a:srgbClr val="00B050"/>
                      </a:solidFill>
                    </a:rPr>
                    <a:t>+1</a:t>
                  </a: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2D8EEC3-04FB-3EA0-6209-8D37F7673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82391" y="1613335"/>
                  <a:ext cx="557461" cy="332399"/>
                </a:xfrm>
                <a:prstGeom prst="rect">
                  <a:avLst/>
                </a:prstGeom>
                <a:blipFill>
                  <a:blip r:embed="rId11"/>
                  <a:stretch>
                    <a:fillRect t="-11111" r="-6593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3682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8DE2CE0-4C4C-E187-E35A-16A3B9F1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056068"/>
            <a:ext cx="11515725" cy="564840"/>
          </a:xfrm>
        </p:spPr>
        <p:txBody>
          <a:bodyPr/>
          <a:lstStyle/>
          <a:p>
            <a:r>
              <a:rPr lang="en-US"/>
              <a:t>Write an algorithm that inserts an element </a:t>
            </a:r>
            <a:r>
              <a:rPr lang="en-US" i="1"/>
              <a:t>e</a:t>
            </a:r>
            <a:r>
              <a:rPr lang="en-US"/>
              <a:t> in an array </a:t>
            </a:r>
            <a:r>
              <a:rPr lang="en-US" i="1"/>
              <a:t>A[0..n-1] </a:t>
            </a:r>
            <a:r>
              <a:rPr lang="en-US"/>
              <a:t>at index </a:t>
            </a:r>
            <a:r>
              <a:rPr lang="en-US" i="1" err="1"/>
              <a:t>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3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A33072-5446-57D7-940B-697F5778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927337"/>
              </p:ext>
            </p:extLst>
          </p:nvPr>
        </p:nvGraphicFramePr>
        <p:xfrm>
          <a:off x="769896" y="1708804"/>
          <a:ext cx="52120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4265719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375522-A760-5FC1-C6A0-199FC7D7065F}"/>
              </a:ext>
            </a:extLst>
          </p:cNvPr>
          <p:cNvSpPr txBox="1"/>
          <p:nvPr/>
        </p:nvSpPr>
        <p:spPr>
          <a:xfrm>
            <a:off x="187685" y="2027007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B8B1E-9CF3-36F3-27DB-8E91443DB844}"/>
              </a:ext>
            </a:extLst>
          </p:cNvPr>
          <p:cNvSpPr txBox="1"/>
          <p:nvPr/>
        </p:nvSpPr>
        <p:spPr>
          <a:xfrm flipH="1">
            <a:off x="5438175" y="1575837"/>
            <a:ext cx="1004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e =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668" y="3549299"/>
                <a:ext cx="6474472" cy="27942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Recursive Solution #5</a:t>
                </a:r>
                <a:r>
                  <a:rPr lang="en-US">
                    <a:latin typeface="Century Gothic" panose="020B0502020202020204" pitchFamily="34" charset="0"/>
                  </a:rPr>
                  <a:t>. Move </a:t>
                </a:r>
                <a:r>
                  <a:rPr lang="en-US">
                    <a:solidFill>
                      <a:srgbClr val="00B0F0"/>
                    </a:solidFill>
                    <a:latin typeface="Century Gothic" panose="020B0502020202020204" pitchFamily="34" charset="0"/>
                  </a:rPr>
                  <a:t>recursively</a:t>
                </a:r>
                <a:r>
                  <a:rPr lang="en-US">
                    <a:latin typeface="Century Gothic" panose="020B0502020202020204" pitchFamily="34" charset="0"/>
                  </a:rPr>
                  <a:t> to the end of the array, save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at the end of the array, and swap backward any two consecutive elements starting from the last element.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>
                    <a:latin typeface="Century Gothic" panose="020B0502020202020204" pitchFamily="34" charset="0"/>
                  </a:rPr>
                  <a:t>In every recursive call, move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to the next element (line 5) until it reaches the last element (line 2). Store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at the end of the array (line 3), then when returning from the recursive call (line 6), swap the elements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i="1">
                    <a:latin typeface="Century Gothic" panose="020B0502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0" name="Content Placeholder 2 2">
                <a:extLst>
                  <a:ext uri="{FF2B5EF4-FFF2-40B4-BE49-F238E27FC236}">
                    <a16:creationId xmlns:a16="http://schemas.microsoft.com/office/drawing/2014/main" id="{0023BE5C-DA1F-5BED-DF0F-2EC5B55D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68" y="3549299"/>
                <a:ext cx="6474472" cy="2794220"/>
              </a:xfrm>
              <a:prstGeom prst="rect">
                <a:avLst/>
              </a:prstGeom>
              <a:blipFill>
                <a:blip r:embed="rId4"/>
                <a:stretch>
                  <a:fillRect l="-377" t="-2179" b="-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186D3C0E-D450-82E2-12DC-61E75FD94859}"/>
              </a:ext>
            </a:extLst>
          </p:cNvPr>
          <p:cNvGrpSpPr/>
          <p:nvPr/>
        </p:nvGrpSpPr>
        <p:grpSpPr>
          <a:xfrm>
            <a:off x="6776330" y="2037444"/>
            <a:ext cx="5085574" cy="3883780"/>
            <a:chOff x="6776330" y="2037444"/>
            <a:chExt cx="5085574" cy="38837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1410A5D-655D-103F-C844-6EFF151904B6}"/>
                </a:ext>
              </a:extLst>
            </p:cNvPr>
            <p:cNvSpPr/>
            <p:nvPr/>
          </p:nvSpPr>
          <p:spPr>
            <a:xfrm>
              <a:off x="6776330" y="2037444"/>
              <a:ext cx="5085574" cy="3883780"/>
            </a:xfrm>
            <a:prstGeom prst="roundRect">
              <a:avLst/>
            </a:prstGeom>
            <a:solidFill>
              <a:srgbClr val="FFE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8" name="Picture 327" descr="\documentclass{article}&#10;\usepackage{amsmath}&#10;\usepackage[beginLComment=//~,endLComment=~,indLines=true]{algpseudocodex}&#10;\pagestyle{empty}&#10;\begin{document}&#10;\algrenewcommand\algorithmicprocedure{\textbf{Algorithm}}&#10;&#10;\noindent\textbf{Recursive algorithm}&#10;\begin{algorithmic}[1]&#10;\Procedure {Insert}{$A[0..n-1],i,e$}&#10; \If {($i=n$)}&#10;   \State $A[i]\gets e$&#10; \Else&#10;   \State \Call {Insert}{$A,i+1,e$}&#10;   \State \Call {Swap}{$A[i],A[i+1]$}&#10; \EndIf&#10;\EndProcedure&#10;&#10;\medskip&#10;\State \textbf{Main:}&#10;\State \hspace*{0.5cm}\Call {Insert}{$A,3,10$}&#10;\State \hspace*{0.5cm}$n\gets n+1$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96C29CD8-1F11-7083-771E-6C9AEE5F13A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3252" y="2394836"/>
              <a:ext cx="4409548" cy="3136837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C246604-DF84-E151-FA73-223D445E5565}"/>
              </a:ext>
            </a:extLst>
          </p:cNvPr>
          <p:cNvGrpSpPr/>
          <p:nvPr/>
        </p:nvGrpSpPr>
        <p:grpSpPr>
          <a:xfrm>
            <a:off x="2906956" y="2538380"/>
            <a:ext cx="328619" cy="569778"/>
            <a:chOff x="8495730" y="1615790"/>
            <a:chExt cx="328619" cy="569778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208D2E3-45CD-52F4-ECE4-5AFC6A28AE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C97FAE0-93CB-85AD-F87D-A4CC78899819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C97FAE0-93CB-85AD-F87D-A4CC78899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9" name="TextBox 288">
            <a:extLst>
              <a:ext uri="{FF2B5EF4-FFF2-40B4-BE49-F238E27FC236}">
                <a16:creationId xmlns:a16="http://schemas.microsoft.com/office/drawing/2014/main" id="{D3D7F6DC-DEC7-ED36-2CCB-3189EDC2A142}"/>
              </a:ext>
            </a:extLst>
          </p:cNvPr>
          <p:cNvSpPr txBox="1"/>
          <p:nvPr/>
        </p:nvSpPr>
        <p:spPr>
          <a:xfrm>
            <a:off x="2906956" y="2071199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86AE6343-E4FC-A287-4120-997519463328}"/>
              </a:ext>
            </a:extLst>
          </p:cNvPr>
          <p:cNvSpPr txBox="1"/>
          <p:nvPr/>
        </p:nvSpPr>
        <p:spPr>
          <a:xfrm>
            <a:off x="3558496" y="2071199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60CA42A5-F6D4-0B04-019D-253A10EBCD25}"/>
              </a:ext>
            </a:extLst>
          </p:cNvPr>
          <p:cNvSpPr txBox="1"/>
          <p:nvPr/>
        </p:nvSpPr>
        <p:spPr>
          <a:xfrm>
            <a:off x="4232896" y="2071199"/>
            <a:ext cx="28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1D9894D9-A01F-1593-6B2C-C13ACB9429C5}"/>
              </a:ext>
            </a:extLst>
          </p:cNvPr>
          <p:cNvSpPr txBox="1"/>
          <p:nvPr/>
        </p:nvSpPr>
        <p:spPr>
          <a:xfrm>
            <a:off x="4830213" y="2071199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8294D9FF-7619-CA22-D432-ABA9A308A247}"/>
              </a:ext>
            </a:extLst>
          </p:cNvPr>
          <p:cNvSpPr txBox="1"/>
          <p:nvPr/>
        </p:nvSpPr>
        <p:spPr>
          <a:xfrm>
            <a:off x="5494759" y="2071199"/>
            <a:ext cx="37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?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C442566-3691-1DF1-BBE5-5535B71B9C8A}"/>
              </a:ext>
            </a:extLst>
          </p:cNvPr>
          <p:cNvSpPr txBox="1"/>
          <p:nvPr/>
        </p:nvSpPr>
        <p:spPr>
          <a:xfrm>
            <a:off x="5836610" y="1580882"/>
            <a:ext cx="44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3270DA3-7575-386E-CD49-D6D7E5F30813}"/>
              </a:ext>
            </a:extLst>
          </p:cNvPr>
          <p:cNvGrpSpPr/>
          <p:nvPr/>
        </p:nvGrpSpPr>
        <p:grpSpPr>
          <a:xfrm>
            <a:off x="2906956" y="2542351"/>
            <a:ext cx="328619" cy="569778"/>
            <a:chOff x="8495730" y="1615790"/>
            <a:chExt cx="328619" cy="569778"/>
          </a:xfrm>
        </p:grpSpPr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015A08C2-0AC3-EF09-0117-B9DBE5AB4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055BE805-BA65-50D0-42B9-B3FE13B6E42B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055BE805-BA65-50D0-42B9-B3FE13B6E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D7BF50F9-4011-173F-C5F6-C069EC5A9667}"/>
              </a:ext>
            </a:extLst>
          </p:cNvPr>
          <p:cNvGrpSpPr/>
          <p:nvPr/>
        </p:nvGrpSpPr>
        <p:grpSpPr>
          <a:xfrm>
            <a:off x="2906628" y="2542351"/>
            <a:ext cx="328619" cy="569778"/>
            <a:chOff x="8495730" y="1615790"/>
            <a:chExt cx="328619" cy="569778"/>
          </a:xfrm>
        </p:grpSpPr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AA1B6F49-43D8-AB4B-ECAC-1FD10AAD7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A6F466B6-5CAC-867C-6EE6-308AFD267CFD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A6F466B6-5CAC-867C-6EE6-308AFD267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E2BBFAB5-9C18-41C1-AD97-47B6A9F52221}"/>
              </a:ext>
            </a:extLst>
          </p:cNvPr>
          <p:cNvGrpSpPr/>
          <p:nvPr/>
        </p:nvGrpSpPr>
        <p:grpSpPr>
          <a:xfrm>
            <a:off x="3536346" y="2538380"/>
            <a:ext cx="328619" cy="569778"/>
            <a:chOff x="8495730" y="1615790"/>
            <a:chExt cx="328619" cy="569778"/>
          </a:xfrm>
        </p:grpSpPr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B89D77CC-809E-D3FA-4DC0-CFB64D1E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EEC579EC-4AD4-9F5B-8EF1-CA011F0F5246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EEC579EC-4AD4-9F5B-8EF1-CA011F0F5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F675E1B9-0CB3-A33F-EBBC-05F051370C9C}"/>
              </a:ext>
            </a:extLst>
          </p:cNvPr>
          <p:cNvGrpSpPr/>
          <p:nvPr/>
        </p:nvGrpSpPr>
        <p:grpSpPr>
          <a:xfrm>
            <a:off x="4167521" y="2538445"/>
            <a:ext cx="328619" cy="569778"/>
            <a:chOff x="8495730" y="1615790"/>
            <a:chExt cx="328619" cy="569778"/>
          </a:xfrm>
        </p:grpSpPr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8A5BF58A-4393-1E25-C4E2-069C7EBD5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B0EA2D0B-0FF1-E348-2754-93D486D335A5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B0EA2D0B-0FF1-E348-2754-93D486D33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203AFAC-04BA-9BCE-55FE-32956161082F}"/>
              </a:ext>
            </a:extLst>
          </p:cNvPr>
          <p:cNvGrpSpPr/>
          <p:nvPr/>
        </p:nvGrpSpPr>
        <p:grpSpPr>
          <a:xfrm>
            <a:off x="4830213" y="2532986"/>
            <a:ext cx="328619" cy="569778"/>
            <a:chOff x="8495730" y="1615790"/>
            <a:chExt cx="328619" cy="569778"/>
          </a:xfrm>
        </p:grpSpPr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6DE42D1F-E3DA-D2CC-88A5-8537269F1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9712" y="1615790"/>
              <a:ext cx="0" cy="232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B5C0ADF2-0455-3F37-28BB-35910A369D3F}"/>
                    </a:ext>
                  </a:extLst>
                </p:cNvPr>
                <p:cNvSpPr txBox="1"/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B5C0ADF2-0455-3F37-28BB-35910A369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95730" y="1816236"/>
                  <a:ext cx="32861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CC32DA-9430-0096-7350-FF0B4F9D4175}"/>
              </a:ext>
            </a:extLst>
          </p:cNvPr>
          <p:cNvGrpSpPr/>
          <p:nvPr/>
        </p:nvGrpSpPr>
        <p:grpSpPr>
          <a:xfrm>
            <a:off x="4401869" y="1342970"/>
            <a:ext cx="807722" cy="510806"/>
            <a:chOff x="8197981" y="1667065"/>
            <a:chExt cx="807722" cy="510806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547F6F0-F185-6C28-C38C-F980435C3700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8601842" y="2036397"/>
              <a:ext cx="106977" cy="1414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4E59B3F-7E8F-0C82-243B-3EBB8AC247A3}"/>
                    </a:ext>
                  </a:extLst>
                </p:cNvPr>
                <p:cNvSpPr txBox="1"/>
                <p:nvPr/>
              </p:nvSpPr>
              <p:spPr>
                <a:xfrm flipH="1">
                  <a:off x="8197981" y="1667065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4E59B3F-7E8F-0C82-243B-3EBB8AC24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197981" y="1667065"/>
                  <a:ext cx="80772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3C4222-D8FF-76EE-020A-AFCCE07C2938}"/>
              </a:ext>
            </a:extLst>
          </p:cNvPr>
          <p:cNvGrpSpPr/>
          <p:nvPr/>
        </p:nvGrpSpPr>
        <p:grpSpPr>
          <a:xfrm>
            <a:off x="6058583" y="2246600"/>
            <a:ext cx="807722" cy="489817"/>
            <a:chOff x="8197981" y="1546580"/>
            <a:chExt cx="807722" cy="489817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95917D-D487-7F58-7276-E08E2C4FC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7981" y="1546580"/>
              <a:ext cx="225770" cy="180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B33DBD-F778-5902-7614-C1734F4F6B4A}"/>
                    </a:ext>
                  </a:extLst>
                </p:cNvPr>
                <p:cNvSpPr txBox="1"/>
                <p:nvPr/>
              </p:nvSpPr>
              <p:spPr>
                <a:xfrm flipH="1">
                  <a:off x="8197981" y="1667065"/>
                  <a:ext cx="8077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B33DBD-F778-5902-7614-C1734F4F6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197981" y="1667065"/>
                  <a:ext cx="80772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DC3FD59-F454-3373-A8D9-1A748DA44A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7146" y="3076914"/>
            <a:ext cx="2832756" cy="3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17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069 L 0.05235 0.0016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07407E-6 L 0.05104 -4.07407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0556 -4.07407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0.00069 L 0.05234 0.0016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2" accel="76000" decel="2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20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6 L -0.03711 0.0719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11 0.07199 L -0.08541 0.0715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6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81481E-6 L 0.05325 0.0009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542 0.07153 L -0.13828 0.0715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26" y="-46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81481E-6 L 0.04909 4.81481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828 0.07153 L -0.18972 0.0715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05521 4.44444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972 0.07153 L -0.24479 0.070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5" y="4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-0.00093 L 0.05351 -1.11111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/>
      <p:bldP spid="290" grpId="0"/>
      <p:bldP spid="291" grpId="0"/>
      <p:bldP spid="292" grpId="0"/>
      <p:bldP spid="293" grpId="0"/>
      <p:bldP spid="294" grpId="0"/>
      <p:bldP spid="294" grpId="1"/>
      <p:bldP spid="294" grpId="2"/>
      <p:bldP spid="294" grpId="3"/>
      <p:bldP spid="294" grpId="4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137" y="1056068"/>
                <a:ext cx="11515725" cy="521671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800"/>
                  <a:t>Which solution is the most efficient algorithm?</a:t>
                </a:r>
              </a:p>
              <a:p>
                <a:pPr lvl="1"/>
                <a:r>
                  <a:rPr lang="en-US" sz="2600"/>
                  <a:t>The comparison will be based on number of passes the algorithms takes to shift/copy the elements after the index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600"/>
                  <a:t>, simplicity, easy to understand/trace, and whether it is an </a:t>
                </a:r>
                <a:r>
                  <a:rPr lang="en-US" sz="24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in-place</a:t>
                </a:r>
                <a:r>
                  <a:rPr lang="en-US" sz="2600"/>
                  <a:t> algorithm or not.</a:t>
                </a:r>
                <a:endParaRPr lang="en-US" sz="2600" i="1"/>
              </a:p>
              <a:p>
                <a:pPr lvl="1"/>
                <a:r>
                  <a:rPr lang="en-US" sz="2400">
                    <a:solidFill>
                      <a:srgbClr val="FF0000"/>
                    </a:solidFill>
                  </a:rPr>
                  <a:t>Solution #1</a:t>
                </a:r>
                <a:r>
                  <a:rPr lang="en-US" sz="2400"/>
                  <a:t> Passes only </a:t>
                </a:r>
                <a:r>
                  <a:rPr lang="en-US" sz="2400">
                    <a:solidFill>
                      <a:srgbClr val="0070C0"/>
                    </a:solidFill>
                  </a:rPr>
                  <a:t>once</a:t>
                </a:r>
                <a:r>
                  <a:rPr lang="en-US" sz="2400"/>
                  <a:t> over the shifted elements, simple, easy to understand/trace, and does the shift </a:t>
                </a:r>
                <a:r>
                  <a:rPr lang="en-US" sz="24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in-place</a:t>
                </a:r>
                <a:r>
                  <a:rPr lang="en-US" sz="2400"/>
                  <a:t> (no need for extra memory).</a:t>
                </a:r>
              </a:p>
              <a:p>
                <a:pPr lvl="1"/>
                <a:r>
                  <a:rPr lang="en-US" sz="2400">
                    <a:solidFill>
                      <a:srgbClr val="FF0000"/>
                    </a:solidFill>
                  </a:rPr>
                  <a:t>Solution#2</a:t>
                </a:r>
                <a:r>
                  <a:rPr lang="en-US" sz="2400"/>
                  <a:t> Passes only </a:t>
                </a:r>
                <a:r>
                  <a:rPr lang="en-US" sz="2400">
                    <a:solidFill>
                      <a:srgbClr val="0070C0"/>
                    </a:solidFill>
                  </a:rPr>
                  <a:t>once</a:t>
                </a:r>
                <a:r>
                  <a:rPr lang="en-US" sz="2400"/>
                  <a:t> over the shifted elements, not simple, difficult to understand and trace, and does the shift </a:t>
                </a:r>
                <a:r>
                  <a:rPr lang="en-US" sz="24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in-place</a:t>
                </a:r>
                <a:r>
                  <a:rPr lang="en-US" sz="2400"/>
                  <a:t> (needs few memory).</a:t>
                </a:r>
              </a:p>
              <a:p>
                <a:pPr lvl="1"/>
                <a:r>
                  <a:rPr lang="en-US" sz="2400">
                    <a:solidFill>
                      <a:srgbClr val="FF0000"/>
                    </a:solidFill>
                  </a:rPr>
                  <a:t>Solution #3</a:t>
                </a:r>
                <a:r>
                  <a:rPr lang="en-US" sz="2400"/>
                  <a:t> is like Solution #1 except it does many swaps.</a:t>
                </a:r>
              </a:p>
              <a:p>
                <a:pPr lvl="1"/>
                <a:r>
                  <a:rPr lang="en-US" sz="2400">
                    <a:solidFill>
                      <a:srgbClr val="FF0000"/>
                    </a:solidFill>
                  </a:rPr>
                  <a:t>Solution #4</a:t>
                </a:r>
                <a:r>
                  <a:rPr lang="en-US" sz="2400"/>
                  <a:t> Passes </a:t>
                </a:r>
                <a:r>
                  <a:rPr lang="en-US" sz="2400">
                    <a:solidFill>
                      <a:srgbClr val="0070C0"/>
                    </a:solidFill>
                  </a:rPr>
                  <a:t>twice</a:t>
                </a:r>
                <a:r>
                  <a:rPr lang="en-US" sz="2400"/>
                  <a:t> over the shifted elements, simple, easy to follow, but does not do the shift </a:t>
                </a:r>
                <a:r>
                  <a:rPr lang="en-US" sz="24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in-place</a:t>
                </a:r>
                <a:r>
                  <a:rPr lang="en-US" sz="2400"/>
                  <a:t> (it needed array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/>
                  <a:t>).</a:t>
                </a:r>
              </a:p>
              <a:p>
                <a:pPr lvl="1"/>
                <a:r>
                  <a:rPr lang="en-US" sz="2400">
                    <a:solidFill>
                      <a:srgbClr val="FF0000"/>
                    </a:solidFill>
                  </a:rPr>
                  <a:t>Solution #5</a:t>
                </a:r>
                <a:r>
                  <a:rPr lang="en-US" sz="2400"/>
                  <a:t> Passes only </a:t>
                </a:r>
                <a:r>
                  <a:rPr lang="en-US" sz="2400">
                    <a:solidFill>
                      <a:srgbClr val="0070C0"/>
                    </a:solidFill>
                  </a:rPr>
                  <a:t>once</a:t>
                </a:r>
                <a:r>
                  <a:rPr lang="en-US" sz="2400"/>
                  <a:t> over the shifted elements,</a:t>
                </a:r>
                <a:r>
                  <a:rPr lang="en-US" sz="2400">
                    <a:solidFill>
                      <a:srgbClr val="0070C0"/>
                    </a:solidFill>
                  </a:rPr>
                  <a:t> </a:t>
                </a:r>
                <a:r>
                  <a:rPr lang="en-US" sz="2400"/>
                  <a:t>not simple, not easy to trace, needs recursive calls overhead, but does the shift </a:t>
                </a:r>
                <a:r>
                  <a:rPr lang="en-US" sz="24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in-place</a:t>
                </a:r>
                <a:r>
                  <a:rPr lang="en-US" sz="2400"/>
                  <a:t>.  </a:t>
                </a:r>
              </a:p>
              <a:p>
                <a:r>
                  <a:rPr lang="en-US" sz="2800"/>
                  <a:t>The most efficient solution is </a:t>
                </a:r>
                <a:r>
                  <a:rPr lang="en-US" sz="2800">
                    <a:solidFill>
                      <a:srgbClr val="FF0000"/>
                    </a:solidFill>
                  </a:rPr>
                  <a:t>Solution #1</a:t>
                </a:r>
                <a:r>
                  <a:rPr lang="en-US" sz="2800"/>
                  <a:t>.</a:t>
                </a:r>
                <a:endParaRPr lang="en-US" sz="2600"/>
              </a:p>
            </p:txBody>
          </p:sp>
        </mc:Choice>
        <mc:Fallback>
          <p:sp>
            <p:nvSpPr>
              <p:cNvPr id="3" name="Content Placeholder 2 1">
                <a:extLst>
                  <a:ext uri="{FF2B5EF4-FFF2-40B4-BE49-F238E27FC236}">
                    <a16:creationId xmlns:a16="http://schemas.microsoft.com/office/drawing/2014/main" id="{88DE2CE0-4C4C-E187-E35A-16A3B9F1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137" y="1056068"/>
                <a:ext cx="11515725" cy="5216716"/>
              </a:xfrm>
              <a:blipFill>
                <a:blip r:embed="rId2"/>
                <a:stretch>
                  <a:fillRect l="-582" t="-1869" b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0AA8916-81E3-554A-CA88-BACA86B1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Algorithm? – </a:t>
            </a:r>
            <a:r>
              <a:rPr lang="en-US">
                <a:solidFill>
                  <a:srgbClr val="0070C0"/>
                </a:solidFill>
              </a:rPr>
              <a:t>Example 3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AF68-67ED-1BD7-BAC3-43A34B5E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E59B-AE5E-B8EA-B617-AE6B1CF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F9EA1-E814-E6AF-929E-744B8DFC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061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36463" y="1113438"/>
            <a:ext cx="3048008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Understand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700" y="3308554"/>
            <a:ext cx="252153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Design an algorithm</a:t>
            </a:r>
          </a:p>
        </p:txBody>
      </p:sp>
      <p:cxnSp>
        <p:nvCxnSpPr>
          <p:cNvPr id="13" name="Straight Arrow Connector 12"/>
          <p:cNvCxnSpPr>
            <a:stCxn id="8" idx="2"/>
            <a:endCxn id="29" idx="0"/>
          </p:cNvCxnSpPr>
          <p:nvPr/>
        </p:nvCxnSpPr>
        <p:spPr>
          <a:xfrm>
            <a:off x="5860467" y="1482770"/>
            <a:ext cx="0" cy="4512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2"/>
            <a:endCxn id="32" idx="0"/>
          </p:cNvCxnSpPr>
          <p:nvPr/>
        </p:nvCxnSpPr>
        <p:spPr>
          <a:xfrm>
            <a:off x="5860468" y="3677886"/>
            <a:ext cx="0" cy="4512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9" idx="2"/>
            <a:endCxn id="9" idx="0"/>
          </p:cNvCxnSpPr>
          <p:nvPr/>
        </p:nvCxnSpPr>
        <p:spPr>
          <a:xfrm>
            <a:off x="5860467" y="2857327"/>
            <a:ext cx="1" cy="45122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3" idx="2"/>
            <a:endCxn id="34" idx="0"/>
          </p:cNvCxnSpPr>
          <p:nvPr/>
        </p:nvCxnSpPr>
        <p:spPr>
          <a:xfrm>
            <a:off x="5860468" y="5319004"/>
            <a:ext cx="0" cy="4512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81499" y="1933997"/>
            <a:ext cx="4757936" cy="92333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Decide on: Computational means, exact vs approximate solution, data structure(s), algorithm design technique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700" y="4129113"/>
            <a:ext cx="252153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Prove correctness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700" y="4949672"/>
            <a:ext cx="252153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Analyze the algorithm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700" y="5770233"/>
            <a:ext cx="252153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Code the algorithm</a:t>
            </a:r>
          </a:p>
        </p:txBody>
      </p:sp>
      <p:cxnSp>
        <p:nvCxnSpPr>
          <p:cNvPr id="43" name="Straight Arrow Connector 42"/>
          <p:cNvCxnSpPr>
            <a:stCxn id="32" idx="2"/>
            <a:endCxn id="33" idx="0"/>
          </p:cNvCxnSpPr>
          <p:nvPr/>
        </p:nvCxnSpPr>
        <p:spPr>
          <a:xfrm>
            <a:off x="5860468" y="4498445"/>
            <a:ext cx="0" cy="4512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32" idx="1"/>
            <a:endCxn id="29" idx="1"/>
          </p:cNvCxnSpPr>
          <p:nvPr/>
        </p:nvCxnSpPr>
        <p:spPr>
          <a:xfrm rot="10800000">
            <a:off x="3481500" y="2395663"/>
            <a:ext cx="1118201" cy="1918117"/>
          </a:xfrm>
          <a:prstGeom prst="bentConnector3">
            <a:avLst>
              <a:gd name="adj1" fmla="val 120444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32" idx="1"/>
            <a:endCxn id="9" idx="1"/>
          </p:cNvCxnSpPr>
          <p:nvPr/>
        </p:nvCxnSpPr>
        <p:spPr>
          <a:xfrm rot="10800000">
            <a:off x="4599700" y="3493221"/>
            <a:ext cx="12700" cy="820559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33" idx="3"/>
            <a:endCxn id="9" idx="3"/>
          </p:cNvCxnSpPr>
          <p:nvPr/>
        </p:nvCxnSpPr>
        <p:spPr>
          <a:xfrm flipV="1">
            <a:off x="7121235" y="3493220"/>
            <a:ext cx="12700" cy="1641118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33" idx="3"/>
            <a:endCxn id="29" idx="3"/>
          </p:cNvCxnSpPr>
          <p:nvPr/>
        </p:nvCxnSpPr>
        <p:spPr>
          <a:xfrm flipV="1">
            <a:off x="7121235" y="2395662"/>
            <a:ext cx="1118200" cy="2738676"/>
          </a:xfrm>
          <a:prstGeom prst="bentConnector3">
            <a:avLst>
              <a:gd name="adj1" fmla="val 120444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655469" y="1630842"/>
            <a:ext cx="461665" cy="432405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vert" wrap="square" rtlCol="0">
            <a:spAutoFit/>
          </a:bodyPr>
          <a:lstStyle/>
          <a:p>
            <a:r>
              <a:rPr lang="en-US"/>
              <a:t>Algorithm design and analysis process</a:t>
            </a:r>
          </a:p>
        </p:txBody>
      </p:sp>
    </p:spTree>
    <p:extLst>
      <p:ext uri="{BB962C8B-B14F-4D97-AF65-F5344CB8AC3E}">
        <p14:creationId xmlns:p14="http://schemas.microsoft.com/office/powerpoint/2010/main" val="307897303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17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813092" y="1238952"/>
            <a:ext cx="8095912" cy="489883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Read the problem description carefully</a:t>
            </a:r>
          </a:p>
          <a:p>
            <a:pPr>
              <a:lnSpc>
                <a:spcPct val="200000"/>
              </a:lnSpc>
            </a:pPr>
            <a:r>
              <a:rPr lang="en-US"/>
              <a:t>Solve few small examples by hand</a:t>
            </a:r>
          </a:p>
          <a:p>
            <a:pPr>
              <a:lnSpc>
                <a:spcPct val="200000"/>
              </a:lnSpc>
            </a:pPr>
            <a:r>
              <a:rPr lang="en-US"/>
              <a:t>Think about special cases</a:t>
            </a:r>
          </a:p>
          <a:p>
            <a:pPr>
              <a:lnSpc>
                <a:spcPct val="200000"/>
              </a:lnSpc>
            </a:pPr>
            <a:r>
              <a:rPr lang="en-US"/>
              <a:t>Compare the problem with existing problems</a:t>
            </a:r>
          </a:p>
          <a:p>
            <a:pPr>
              <a:lnSpc>
                <a:spcPct val="200000"/>
              </a:lnSpc>
            </a:pPr>
            <a:r>
              <a:rPr lang="en-US"/>
              <a:t>An input to an algorithm specifies an 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instance</a:t>
            </a:r>
            <a:r>
              <a:rPr lang="en-US"/>
              <a:t> of the problem: Specify the range of instances.</a:t>
            </a:r>
          </a:p>
          <a:p>
            <a:pPr>
              <a:lnSpc>
                <a:spcPct val="2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3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18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535256" y="1111739"/>
            <a:ext cx="8415952" cy="48431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/>
              <a:t>Select the appropriate computing device: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RAM architecture: instructions are executed sequentially.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Parallel architecture or cloud: instructions are executed in parallel.</a:t>
            </a:r>
          </a:p>
          <a:p>
            <a:pPr>
              <a:lnSpc>
                <a:spcPct val="200000"/>
              </a:lnSpc>
            </a:pPr>
            <a:r>
              <a:rPr lang="en-US"/>
              <a:t>Worry about the computer speed and its amount of memory.</a:t>
            </a:r>
          </a:p>
          <a:p>
            <a:pPr>
              <a:lnSpc>
                <a:spcPct val="200000"/>
              </a:lnSpc>
            </a:pPr>
            <a:r>
              <a:rPr lang="en-US"/>
              <a:t>Exact vs approximate problem solving: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Exact: always produces an exact (optimal) solution (but sometimes very slow)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Approximate: Produces a near-optimal solution in an accepted running time  </a:t>
            </a:r>
          </a:p>
          <a:p>
            <a:pPr>
              <a:lnSpc>
                <a:spcPct val="200000"/>
              </a:lnSpc>
            </a:pPr>
            <a:r>
              <a:rPr lang="en-US"/>
              <a:t>Select the appropriate Data structures: </a:t>
            </a:r>
            <a:r>
              <a:rPr lang="en-US" sz="1400" i="1"/>
              <a:t>Algorithms + Data Structures = Programs</a:t>
            </a:r>
          </a:p>
        </p:txBody>
      </p:sp>
    </p:spTree>
    <p:extLst>
      <p:ext uri="{BB962C8B-B14F-4D97-AF65-F5344CB8AC3E}">
        <p14:creationId xmlns:p14="http://schemas.microsoft.com/office/powerpoint/2010/main" val="3703598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19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671244" y="1361076"/>
            <a:ext cx="8520756" cy="459382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/>
              <a:t>Algorithm design techniques (strategy, paradigm):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General approach to solving problems algorithmically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Examples: brute force , divide and conquer, dynamic programming, etc. </a:t>
            </a:r>
          </a:p>
          <a:p>
            <a:pPr>
              <a:lnSpc>
                <a:spcPct val="200000"/>
              </a:lnSpc>
            </a:pPr>
            <a:r>
              <a:rPr lang="en-US"/>
              <a:t>Represent the algorithm in some fashion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In words: in a step-by-step form (Simple but ambiguous)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In pseudocode (</a:t>
            </a:r>
            <a:r>
              <a:rPr lang="en-US" b="1"/>
              <a:t>for</a:t>
            </a:r>
            <a:r>
              <a:rPr lang="en-US"/>
              <a:t>, </a:t>
            </a:r>
            <a:r>
              <a:rPr lang="en-US" b="1"/>
              <a:t>if</a:t>
            </a:r>
            <a:r>
              <a:rPr lang="en-US"/>
              <a:t>, </a:t>
            </a:r>
            <a:r>
              <a:rPr lang="en-US" b="1"/>
              <a:t>while</a:t>
            </a:r>
            <a:r>
              <a:rPr lang="en-US"/>
              <a:t>, </a:t>
            </a:r>
            <a:r>
              <a:rPr lang="en-US">
                <a:sym typeface="Wingdings" panose="05000000000000000000" pitchFamily="2" charset="2"/>
              </a:rPr>
              <a:t>, //, …)</a:t>
            </a:r>
            <a:endParaRPr lang="en-US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In flowchart form (connected geometric shapes)</a:t>
            </a:r>
          </a:p>
        </p:txBody>
      </p:sp>
    </p:spTree>
    <p:extLst>
      <p:ext uri="{BB962C8B-B14F-4D97-AF65-F5344CB8AC3E}">
        <p14:creationId xmlns:p14="http://schemas.microsoft.com/office/powerpoint/2010/main" val="19893436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20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754716" y="1069145"/>
            <a:ext cx="8095912" cy="520363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/>
              <a:t>Yields a required result for every </a:t>
            </a:r>
            <a:r>
              <a:rPr lang="en-US" i="1">
                <a:solidFill>
                  <a:srgbClr val="0070C0"/>
                </a:solidFill>
              </a:rPr>
              <a:t>legitimate input</a:t>
            </a:r>
            <a:r>
              <a:rPr lang="en-US" i="1"/>
              <a:t> </a:t>
            </a:r>
            <a:r>
              <a:rPr lang="en-US"/>
              <a:t>in a </a:t>
            </a:r>
            <a:r>
              <a:rPr lang="en-US" i="1">
                <a:solidFill>
                  <a:srgbClr val="0070C0"/>
                </a:solidFill>
              </a:rPr>
              <a:t>finite amount of time</a:t>
            </a:r>
            <a:r>
              <a:rPr lang="en-US"/>
              <a:t>.</a:t>
            </a:r>
          </a:p>
          <a:p>
            <a:pPr>
              <a:lnSpc>
                <a:spcPct val="200000"/>
              </a:lnSpc>
            </a:pPr>
            <a:r>
              <a:rPr lang="en-US"/>
              <a:t>The correctness of </a:t>
            </a:r>
            <a:r>
              <a:rPr lang="en-US" b="1"/>
              <a:t>Euclid’s algorithm</a:t>
            </a:r>
            <a:r>
              <a:rPr lang="en-US"/>
              <a:t> depends on the correctness of the formula </a:t>
            </a:r>
            <a:r>
              <a:rPr lang="en-US" i="1" err="1">
                <a:solidFill>
                  <a:srgbClr val="0070C0"/>
                </a:solidFill>
              </a:rPr>
              <a:t>gcd</a:t>
            </a:r>
            <a:r>
              <a:rPr lang="en-US" i="1">
                <a:solidFill>
                  <a:srgbClr val="0070C0"/>
                </a:solidFill>
              </a:rPr>
              <a:t>(m, n) = </a:t>
            </a:r>
            <a:r>
              <a:rPr lang="en-US" i="1" err="1">
                <a:solidFill>
                  <a:srgbClr val="0070C0"/>
                </a:solidFill>
              </a:rPr>
              <a:t>gcd</a:t>
            </a:r>
            <a:r>
              <a:rPr lang="en-US" i="1">
                <a:solidFill>
                  <a:srgbClr val="0070C0"/>
                </a:solidFill>
              </a:rPr>
              <a:t>(n, m mod n)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/>
              <a:t>Proof by induction is a common technique</a:t>
            </a:r>
          </a:p>
          <a:p>
            <a:pPr>
              <a:lnSpc>
                <a:spcPct val="200000"/>
              </a:lnSpc>
            </a:pPr>
            <a:r>
              <a:rPr lang="en-US"/>
              <a:t>Tracing the algorithm’s performance for specific inputs is not enough to prove the correctness of an algorithm.</a:t>
            </a:r>
          </a:p>
          <a:p>
            <a:pPr>
              <a:lnSpc>
                <a:spcPct val="200000"/>
              </a:lnSpc>
            </a:pPr>
            <a:r>
              <a:rPr lang="en-US"/>
              <a:t>However, if an algorithm fails on an instance, it is rejected. </a:t>
            </a:r>
          </a:p>
        </p:txBody>
      </p:sp>
    </p:spTree>
    <p:extLst>
      <p:ext uri="{BB962C8B-B14F-4D97-AF65-F5344CB8AC3E}">
        <p14:creationId xmlns:p14="http://schemas.microsoft.com/office/powerpoint/2010/main" val="1226635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21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754716" y="1419215"/>
            <a:ext cx="8095912" cy="447754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Efficiency: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Time efficiency: how fast the algorithm runs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Space efficiency: how much extra memory the algorithm needs</a:t>
            </a:r>
          </a:p>
          <a:p>
            <a:pPr>
              <a:lnSpc>
                <a:spcPct val="200000"/>
              </a:lnSpc>
            </a:pPr>
            <a:r>
              <a:rPr lang="en-US"/>
              <a:t>Simplicity: Easy to understand, easy to code</a:t>
            </a:r>
          </a:p>
          <a:p>
            <a:pPr>
              <a:lnSpc>
                <a:spcPct val="200000"/>
              </a:lnSpc>
            </a:pPr>
            <a:r>
              <a:rPr lang="en-US"/>
              <a:t>Generality: (problem/input)</a:t>
            </a:r>
          </a:p>
          <a:p>
            <a:pPr lvl="1">
              <a:lnSpc>
                <a:spcPct val="200000"/>
              </a:lnSpc>
            </a:pPr>
            <a:r>
              <a:rPr lang="en-US"/>
              <a:t>Quadratic equation algorithm can not solve higher degree polynomials</a:t>
            </a:r>
          </a:p>
          <a:p>
            <a:pPr lvl="1">
              <a:lnSpc>
                <a:spcPct val="2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205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Fundamentals of Algorithmic Problem Solving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22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277846" y="1379438"/>
            <a:ext cx="2834895" cy="4575461"/>
            <a:chOff x="3738498" y="1113438"/>
            <a:chExt cx="2834895" cy="4575461"/>
          </a:xfrm>
        </p:grpSpPr>
        <p:sp>
          <p:nvSpPr>
            <p:cNvPr id="8" name="TextBox 7"/>
            <p:cNvSpPr txBox="1"/>
            <p:nvPr/>
          </p:nvSpPr>
          <p:spPr>
            <a:xfrm>
              <a:off x="4336463" y="1113438"/>
              <a:ext cx="16282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Understand the problem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80474" y="3029801"/>
              <a:ext cx="15543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Design an algorithm</a:t>
              </a:r>
            </a:p>
          </p:txBody>
        </p:sp>
        <p:cxnSp>
          <p:nvCxnSpPr>
            <p:cNvPr id="13" name="Straight Arrow Connector 12"/>
            <p:cNvCxnSpPr>
              <a:stCxn id="8" idx="2"/>
              <a:endCxn id="29" idx="0"/>
            </p:cNvCxnSpPr>
            <p:nvPr/>
          </p:nvCxnSpPr>
          <p:spPr>
            <a:xfrm>
              <a:off x="5150583" y="1359659"/>
              <a:ext cx="5363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32" idx="0"/>
            </p:cNvCxnSpPr>
            <p:nvPr/>
          </p:nvCxnSpPr>
          <p:spPr>
            <a:xfrm flipH="1">
              <a:off x="5150582" y="3276022"/>
              <a:ext cx="7084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29" idx="2"/>
              <a:endCxn id="9" idx="0"/>
            </p:cNvCxnSpPr>
            <p:nvPr/>
          </p:nvCxnSpPr>
          <p:spPr>
            <a:xfrm>
              <a:off x="5155946" y="2471729"/>
              <a:ext cx="1720" cy="558072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3" idx="2"/>
              <a:endCxn id="34" idx="0"/>
            </p:cNvCxnSpPr>
            <p:nvPr/>
          </p:nvCxnSpPr>
          <p:spPr>
            <a:xfrm>
              <a:off x="5150582" y="4884606"/>
              <a:ext cx="8046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738498" y="1917731"/>
              <a:ext cx="283489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Decide on: Computational means, exact vs approximate solution, data structure(s), algorithm design technique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68081" y="3834094"/>
              <a:ext cx="1365002" cy="246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Prove correctness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370" y="4638385"/>
              <a:ext cx="1660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Analyze the algorithm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68081" y="5442678"/>
              <a:ext cx="1381093" cy="246221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Code the algorithm</a:t>
              </a:r>
            </a:p>
          </p:txBody>
        </p:sp>
        <p:cxnSp>
          <p:nvCxnSpPr>
            <p:cNvPr id="43" name="Straight Arrow Connector 42"/>
            <p:cNvCxnSpPr>
              <a:stCxn id="32" idx="2"/>
              <a:endCxn id="33" idx="0"/>
            </p:cNvCxnSpPr>
            <p:nvPr/>
          </p:nvCxnSpPr>
          <p:spPr>
            <a:xfrm>
              <a:off x="5150582" y="4080313"/>
              <a:ext cx="0" cy="5580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32" idx="1"/>
              <a:endCxn id="29" idx="1"/>
            </p:cNvCxnSpPr>
            <p:nvPr/>
          </p:nvCxnSpPr>
          <p:spPr>
            <a:xfrm rot="10800000">
              <a:off x="3738499" y="2194730"/>
              <a:ext cx="729583" cy="1762474"/>
            </a:xfrm>
            <a:prstGeom prst="bentConnector3">
              <a:avLst>
                <a:gd name="adj1" fmla="val 131333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>
              <a:stCxn id="32" idx="1"/>
              <a:endCxn id="9" idx="1"/>
            </p:cNvCxnSpPr>
            <p:nvPr/>
          </p:nvCxnSpPr>
          <p:spPr>
            <a:xfrm rot="10800000">
              <a:off x="4380475" y="3152912"/>
              <a:ext cx="87607" cy="804292"/>
            </a:xfrm>
            <a:prstGeom prst="bentConnector3">
              <a:avLst>
                <a:gd name="adj1" fmla="val 360938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33" idx="3"/>
              <a:endCxn id="9" idx="3"/>
            </p:cNvCxnSpPr>
            <p:nvPr/>
          </p:nvCxnSpPr>
          <p:spPr>
            <a:xfrm flipH="1" flipV="1">
              <a:off x="5934857" y="3152912"/>
              <a:ext cx="45936" cy="1608584"/>
            </a:xfrm>
            <a:prstGeom prst="bentConnector3">
              <a:avLst>
                <a:gd name="adj1" fmla="val -497649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33" idx="3"/>
              <a:endCxn id="29" idx="3"/>
            </p:cNvCxnSpPr>
            <p:nvPr/>
          </p:nvCxnSpPr>
          <p:spPr>
            <a:xfrm flipV="1">
              <a:off x="5980793" y="2194730"/>
              <a:ext cx="592600" cy="2566766"/>
            </a:xfrm>
            <a:prstGeom prst="bentConnector3">
              <a:avLst>
                <a:gd name="adj1" fmla="val 138576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3754716" y="1296105"/>
            <a:ext cx="8095912" cy="29270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Special care should be given to the code</a:t>
            </a:r>
          </a:p>
          <a:p>
            <a:pPr>
              <a:lnSpc>
                <a:spcPct val="200000"/>
              </a:lnSpc>
            </a:pPr>
            <a:r>
              <a:rPr lang="en-US"/>
              <a:t>Test different input scenarios (identify the exceptions, and the boundaries).</a:t>
            </a:r>
          </a:p>
          <a:p>
            <a:pPr>
              <a:lnSpc>
                <a:spcPct val="200000"/>
              </a:lnSpc>
            </a:pPr>
            <a:r>
              <a:rPr lang="en-US"/>
              <a:t>It helps to analyze the algorithm time efficiency.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339" y="4751412"/>
            <a:ext cx="6468666" cy="9541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As a rule, a good algorithm is a result of repeated effort and rework</a:t>
            </a:r>
          </a:p>
        </p:txBody>
      </p:sp>
    </p:spTree>
    <p:extLst>
      <p:ext uri="{BB962C8B-B14F-4D97-AF65-F5344CB8AC3E}">
        <p14:creationId xmlns:p14="http://schemas.microsoft.com/office/powerpoint/2010/main" val="521561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- </a:t>
            </a:r>
            <a:r>
              <a:rPr lang="en-US">
                <a:solidFill>
                  <a:srgbClr val="0070C0"/>
                </a:solidFill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/>
              <a:t>Sort the items of a list in 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nondecreasing </a:t>
            </a:r>
            <a:r>
              <a:rPr lang="en-US"/>
              <a:t>order (ascending order).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There must be a relation of </a:t>
            </a:r>
            <a:r>
              <a:rPr lang="en-US">
                <a:solidFill>
                  <a:srgbClr val="00B050"/>
                </a:solidFill>
              </a:rPr>
              <a:t>total ordering </a:t>
            </a:r>
            <a:r>
              <a:rPr lang="en-US"/>
              <a:t>between the items. </a:t>
            </a:r>
          </a:p>
          <a:p>
            <a:pPr>
              <a:lnSpc>
                <a:spcPct val="150000"/>
              </a:lnSpc>
            </a:pPr>
            <a:r>
              <a:rPr lang="en-US"/>
              <a:t>Items: numbers, characters, strings, records (school, library, company)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Records need a key to be sorted (id, name, </a:t>
            </a:r>
            <a:r>
              <a:rPr lang="en-US" err="1"/>
              <a:t>gpa</a:t>
            </a:r>
            <a:r>
              <a:rPr lang="en-US"/>
              <a:t>, salary) </a:t>
            </a:r>
          </a:p>
          <a:p>
            <a:pPr>
              <a:lnSpc>
                <a:spcPct val="150000"/>
              </a:lnSpc>
            </a:pPr>
            <a:r>
              <a:rPr lang="en-US"/>
              <a:t>Sorting helps in answering many questions about a list.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Searching is easier in sorted dictionaries, class lists, telephone books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Sorting is used in many algorithms to solve some tasks</a:t>
            </a:r>
          </a:p>
          <a:p>
            <a:pPr>
              <a:lnSpc>
                <a:spcPct val="150000"/>
              </a:lnSpc>
            </a:pPr>
            <a:r>
              <a:rPr lang="en-US"/>
              <a:t>Dozens of sorting algorithms have been developed.</a:t>
            </a:r>
          </a:p>
          <a:p>
            <a:pPr lvl="1">
              <a:lnSpc>
                <a:spcPct val="150000"/>
              </a:lnSpc>
            </a:pPr>
            <a:r>
              <a:rPr lang="en-US"/>
              <a:t>The best sorting algorithms are </a:t>
            </a:r>
            <a:r>
              <a:rPr lang="en-US" i="1">
                <a:solidFill>
                  <a:srgbClr val="00B050"/>
                </a:solidFill>
              </a:rPr>
              <a:t>fast, in place</a:t>
            </a:r>
            <a:r>
              <a:rPr lang="en-US"/>
              <a:t> (do not need extra memory) and </a:t>
            </a:r>
            <a:r>
              <a:rPr lang="en-US" i="1">
                <a:solidFill>
                  <a:srgbClr val="00B050"/>
                </a:solidFill>
              </a:rPr>
              <a:t>stable</a:t>
            </a:r>
            <a:r>
              <a:rPr lang="en-US"/>
              <a:t> (sorting a sorted list with another key keeps the list sorted according to the 1</a:t>
            </a:r>
            <a:r>
              <a:rPr lang="en-US" baseline="30000"/>
              <a:t>st</a:t>
            </a:r>
            <a:r>
              <a:rPr lang="en-US"/>
              <a:t> key).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62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- </a:t>
            </a:r>
            <a:r>
              <a:rPr lang="en-US">
                <a:solidFill>
                  <a:srgbClr val="0070C0"/>
                </a:solidFill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056068"/>
            <a:ext cx="6184583" cy="5266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15600"/>
              </a:spcAft>
            </a:pPr>
            <a:r>
              <a:rPr lang="en-US">
                <a:solidFill>
                  <a:srgbClr val="00B0F0"/>
                </a:solidFill>
              </a:rPr>
              <a:t>Stable sorting algorithm</a:t>
            </a:r>
          </a:p>
          <a:p>
            <a:pPr>
              <a:lnSpc>
                <a:spcPct val="150000"/>
              </a:lnSpc>
            </a:pP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None stable sorting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994315-D63A-265D-AF7F-B070408EE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913811"/>
              </p:ext>
            </p:extLst>
          </p:nvPr>
        </p:nvGraphicFramePr>
        <p:xfrm>
          <a:off x="2264664" y="1739351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B41290-C787-57F6-F892-D47ACE7C87BB}"/>
              </a:ext>
            </a:extLst>
          </p:cNvPr>
          <p:cNvSpPr txBox="1"/>
          <p:nvPr/>
        </p:nvSpPr>
        <p:spPr>
          <a:xfrm>
            <a:off x="1636428" y="2083915"/>
            <a:ext cx="67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02CA54-988C-1EC0-B6EB-FC4A59974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512240"/>
              </p:ext>
            </p:extLst>
          </p:nvPr>
        </p:nvGraphicFramePr>
        <p:xfrm>
          <a:off x="2305495" y="2756557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1EDBB8C-A292-88F5-EDA4-85AD1211F75B}"/>
              </a:ext>
            </a:extLst>
          </p:cNvPr>
          <p:cNvSpPr txBox="1"/>
          <p:nvPr/>
        </p:nvSpPr>
        <p:spPr>
          <a:xfrm>
            <a:off x="265843" y="1929977"/>
            <a:ext cx="1661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Century Gothic" panose="020B0502020202020204" pitchFamily="34" charset="0"/>
              </a:rPr>
              <a:t>Before Sorting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520B8F-21F9-C57A-00A9-FCD06B31B1B8}"/>
              </a:ext>
            </a:extLst>
          </p:cNvPr>
          <p:cNvGrpSpPr/>
          <p:nvPr/>
        </p:nvGrpSpPr>
        <p:grpSpPr>
          <a:xfrm>
            <a:off x="308437" y="2383518"/>
            <a:ext cx="5453299" cy="1324785"/>
            <a:chOff x="5550997" y="1659595"/>
            <a:chExt cx="5453299" cy="132478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25FEF9D-1F9D-09AE-E972-CBF0302471CC}"/>
                </a:ext>
              </a:extLst>
            </p:cNvPr>
            <p:cNvCxnSpPr>
              <a:cxnSpLocks/>
            </p:cNvCxnSpPr>
            <p:nvPr/>
          </p:nvCxnSpPr>
          <p:spPr>
            <a:xfrm>
              <a:off x="8727440" y="1659595"/>
              <a:ext cx="969439" cy="9424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BD64C7A-D8A7-3A0E-A28F-360648F99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8000" y="1659595"/>
              <a:ext cx="336296" cy="9424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31C8F3-A38D-B445-64EE-449E88CB15D4}"/>
                </a:ext>
              </a:extLst>
            </p:cNvPr>
            <p:cNvSpPr txBox="1"/>
            <p:nvPr/>
          </p:nvSpPr>
          <p:spPr>
            <a:xfrm>
              <a:off x="6910754" y="2402034"/>
              <a:ext cx="679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>
                  <a:latin typeface="Consolas" panose="020B0609020204030204" pitchFamily="49" charset="0"/>
                </a:rPr>
                <a:t>A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endParaRPr lang="en-US" sz="2000" b="1">
                <a:latin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B41156-D917-798E-CA8E-3BF2B2F07978}"/>
                </a:ext>
              </a:extLst>
            </p:cNvPr>
            <p:cNvSpPr txBox="1"/>
            <p:nvPr/>
          </p:nvSpPr>
          <p:spPr>
            <a:xfrm>
              <a:off x="5550997" y="2276494"/>
              <a:ext cx="16618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Century Gothic" panose="020B0502020202020204" pitchFamily="34" charset="0"/>
                </a:rPr>
                <a:t>After Sorting</a:t>
              </a:r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B6349F6-5E54-ED01-99D8-E29CEAACA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370370"/>
              </p:ext>
            </p:extLst>
          </p:nvPr>
        </p:nvGraphicFramePr>
        <p:xfrm>
          <a:off x="2312798" y="4362378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931E2C1-48E5-1A93-B089-B52B96F18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32962"/>
              </p:ext>
            </p:extLst>
          </p:nvPr>
        </p:nvGraphicFramePr>
        <p:xfrm>
          <a:off x="2353629" y="5420224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r>
                        <a:rPr lang="en-US" baseline="-25000"/>
                        <a:t>1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361B8F94-00D3-91B9-D526-C423CD3C3A2F}"/>
              </a:ext>
            </a:extLst>
          </p:cNvPr>
          <p:cNvGrpSpPr/>
          <p:nvPr/>
        </p:nvGrpSpPr>
        <p:grpSpPr>
          <a:xfrm>
            <a:off x="313977" y="4553004"/>
            <a:ext cx="2050480" cy="707886"/>
            <a:chOff x="5550997" y="3566063"/>
            <a:chExt cx="2050480" cy="70788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E0FA0B-60F2-F450-4196-4A46B5BE9FD9}"/>
                </a:ext>
              </a:extLst>
            </p:cNvPr>
            <p:cNvSpPr txBox="1"/>
            <p:nvPr/>
          </p:nvSpPr>
          <p:spPr>
            <a:xfrm>
              <a:off x="5550997" y="3566063"/>
              <a:ext cx="16618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Century Gothic" panose="020B0502020202020204" pitchFamily="34" charset="0"/>
                </a:rPr>
                <a:t>Before Sorting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495AA4-19E1-39DB-D9B7-16C078D8A2C0}"/>
                </a:ext>
              </a:extLst>
            </p:cNvPr>
            <p:cNvSpPr txBox="1"/>
            <p:nvPr/>
          </p:nvSpPr>
          <p:spPr>
            <a:xfrm>
              <a:off x="6921582" y="3719951"/>
              <a:ext cx="679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>
                  <a:latin typeface="Consolas" panose="020B0609020204030204" pitchFamily="49" charset="0"/>
                </a:rPr>
                <a:t>A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endParaRPr lang="en-US" sz="2000" b="1">
                <a:latin typeface="Consolas" panose="020B0609020204030204" pitchFamily="49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D03B790-70B3-437E-D4A9-BEAC42A0C15C}"/>
              </a:ext>
            </a:extLst>
          </p:cNvPr>
          <p:cNvGrpSpPr/>
          <p:nvPr/>
        </p:nvGrpSpPr>
        <p:grpSpPr>
          <a:xfrm>
            <a:off x="356571" y="4900379"/>
            <a:ext cx="5410705" cy="1430951"/>
            <a:chOff x="5593591" y="3913438"/>
            <a:chExt cx="5410705" cy="143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C94328-9DCE-3B93-75EC-E88A344DE545}"/>
                </a:ext>
              </a:extLst>
            </p:cNvPr>
            <p:cNvSpPr txBox="1"/>
            <p:nvPr/>
          </p:nvSpPr>
          <p:spPr>
            <a:xfrm>
              <a:off x="5593591" y="4636503"/>
              <a:ext cx="16618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Century Gothic" panose="020B0502020202020204" pitchFamily="34" charset="0"/>
                </a:rPr>
                <a:t>After Sorting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D5508A5-B0EA-419E-1538-552B595ECAF3}"/>
                </a:ext>
              </a:extLst>
            </p:cNvPr>
            <p:cNvCxnSpPr>
              <a:cxnSpLocks/>
            </p:cNvCxnSpPr>
            <p:nvPr/>
          </p:nvCxnSpPr>
          <p:spPr>
            <a:xfrm>
              <a:off x="8727440" y="3920006"/>
              <a:ext cx="1666240" cy="107044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15B285A-EA3B-C863-7D25-7B04309176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7600" y="3913438"/>
              <a:ext cx="996696" cy="10770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FDBDAC-BF3E-6516-2A05-64B0B9107965}"/>
                </a:ext>
              </a:extLst>
            </p:cNvPr>
            <p:cNvSpPr txBox="1"/>
            <p:nvPr/>
          </p:nvSpPr>
          <p:spPr>
            <a:xfrm>
              <a:off x="6926249" y="4774853"/>
              <a:ext cx="679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>
                  <a:latin typeface="Consolas" panose="020B0609020204030204" pitchFamily="49" charset="0"/>
                </a:rPr>
                <a:t>A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endParaRPr lang="en-US" sz="2000" b="1"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BA3EF4A-6CB6-49C0-812C-4788C4B87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78462"/>
              </p:ext>
            </p:extLst>
          </p:nvPr>
        </p:nvGraphicFramePr>
        <p:xfrm>
          <a:off x="6729258" y="2283920"/>
          <a:ext cx="1634370" cy="199542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17185">
                  <a:extLst>
                    <a:ext uri="{9D8B030D-6E8A-4147-A177-3AD203B41FA5}">
                      <a16:colId xmlns:a16="http://schemas.microsoft.com/office/drawing/2014/main" val="1936411814"/>
                    </a:ext>
                  </a:extLst>
                </a:gridCol>
                <a:gridCol w="817185">
                  <a:extLst>
                    <a:ext uri="{9D8B030D-6E8A-4147-A177-3AD203B41FA5}">
                      <a16:colId xmlns:a16="http://schemas.microsoft.com/office/drawing/2014/main" val="3489417012"/>
                    </a:ext>
                  </a:extLst>
                </a:gridCol>
              </a:tblGrid>
              <a:tr h="51206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Sorted by NAME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35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Jassim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31185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Layla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3.2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79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Reham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882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Saad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3.1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4772625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A9CAA138-CF3F-655D-9C71-955D37BA6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352688"/>
              </p:ext>
            </p:extLst>
          </p:nvPr>
        </p:nvGraphicFramePr>
        <p:xfrm>
          <a:off x="8486455" y="2283920"/>
          <a:ext cx="1634370" cy="20015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17185">
                  <a:extLst>
                    <a:ext uri="{9D8B030D-6E8A-4147-A177-3AD203B41FA5}">
                      <a16:colId xmlns:a16="http://schemas.microsoft.com/office/drawing/2014/main" val="1623084228"/>
                    </a:ext>
                  </a:extLst>
                </a:gridCol>
                <a:gridCol w="817185">
                  <a:extLst>
                    <a:ext uri="{9D8B030D-6E8A-4147-A177-3AD203B41FA5}">
                      <a16:colId xmlns:a16="http://schemas.microsoft.com/office/drawing/2014/main" val="4053543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Sorted by GPA</a:t>
                      </a:r>
                    </a:p>
                    <a:p>
                      <a:pPr algn="ctr"/>
                      <a:r>
                        <a:rPr lang="en-US" sz="1400"/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35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Saad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3.1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31185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Layla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3.2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79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Jassim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882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Reham</a:t>
                      </a:r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4772625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10315546-4C74-BB8A-89BD-84C55205D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69186"/>
              </p:ext>
            </p:extLst>
          </p:nvPr>
        </p:nvGraphicFramePr>
        <p:xfrm>
          <a:off x="10243652" y="2283920"/>
          <a:ext cx="1634370" cy="20015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17185">
                  <a:extLst>
                    <a:ext uri="{9D8B030D-6E8A-4147-A177-3AD203B41FA5}">
                      <a16:colId xmlns:a16="http://schemas.microsoft.com/office/drawing/2014/main" val="359256143"/>
                    </a:ext>
                  </a:extLst>
                </a:gridCol>
                <a:gridCol w="817185">
                  <a:extLst>
                    <a:ext uri="{9D8B030D-6E8A-4147-A177-3AD203B41FA5}">
                      <a16:colId xmlns:a16="http://schemas.microsoft.com/office/drawing/2014/main" val="36126553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Sorted by GPA</a:t>
                      </a:r>
                    </a:p>
                    <a:p>
                      <a:pPr algn="ctr"/>
                      <a:r>
                        <a:rPr lang="en-US" sz="1400"/>
                        <a:t>None-Stable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35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Saad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185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Layla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9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Reham</a:t>
                      </a:r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2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Jassim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72625"/>
                  </a:ext>
                </a:extLst>
              </a:tr>
            </a:tbl>
          </a:graphicData>
        </a:graphic>
      </p:graphicFrame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887ED71C-DECF-2E81-8685-DFE14EA797B5}"/>
              </a:ext>
            </a:extLst>
          </p:cNvPr>
          <p:cNvSpPr txBox="1">
            <a:spLocks/>
          </p:cNvSpPr>
          <p:nvPr/>
        </p:nvSpPr>
        <p:spPr>
          <a:xfrm>
            <a:off x="6729259" y="1172012"/>
            <a:ext cx="5221950" cy="3734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1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5000"/>
              </a:spcAft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key is name </a:t>
            </a:r>
            <a:br>
              <a:rPr lang="en-US"/>
            </a:br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key is GPA</a:t>
            </a:r>
          </a:p>
        </p:txBody>
      </p:sp>
    </p:spTree>
    <p:extLst>
      <p:ext uri="{BB962C8B-B14F-4D97-AF65-F5344CB8AC3E}">
        <p14:creationId xmlns:p14="http://schemas.microsoft.com/office/powerpoint/2010/main" val="3336896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- </a:t>
            </a:r>
            <a:r>
              <a:rPr lang="en-US">
                <a:solidFill>
                  <a:srgbClr val="0070C0"/>
                </a:solidFill>
              </a:rPr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/>
              <a:t>Search key to be found in a given set.</a:t>
            </a:r>
          </a:p>
          <a:p>
            <a:pPr>
              <a:lnSpc>
                <a:spcPct val="200000"/>
              </a:lnSpc>
            </a:pPr>
            <a:r>
              <a:rPr lang="en-US"/>
              <a:t>Sequential (linear search), Binary search (the list must be sorted) etc.</a:t>
            </a:r>
          </a:p>
          <a:p>
            <a:pPr>
              <a:lnSpc>
                <a:spcPct val="200000"/>
              </a:lnSpc>
            </a:pPr>
            <a:r>
              <a:rPr lang="en-US"/>
              <a:t>No single algorithm fits all situations best.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Some are fast but require more memory or require sorted list (binary search)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173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6111-C62E-2D13-85DE-BDD568A6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Important Problem Types - </a:t>
            </a:r>
            <a:r>
              <a:rPr lang="en-US">
                <a:solidFill>
                  <a:srgbClr val="0070C0"/>
                </a:solidFill>
              </a:rPr>
              <a:t>Searching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A7D3C-3EA2-12AB-96FD-7AB5B16A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833A5-72E9-8201-556B-EFA603F3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7CB9E-FAF7-9B04-6006-5A309612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3F44C6-B5D7-AF5D-7349-554C9C6E5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04184"/>
              </p:ext>
            </p:extLst>
          </p:nvPr>
        </p:nvGraphicFramePr>
        <p:xfrm>
          <a:off x="2305304" y="3761191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en-US" baseline="-25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  <a:endParaRPr lang="en-US" baseline="-25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B8EF5A-B0F5-6CD1-23C5-19789E12E348}"/>
              </a:ext>
            </a:extLst>
          </p:cNvPr>
          <p:cNvSpPr txBox="1"/>
          <p:nvPr/>
        </p:nvSpPr>
        <p:spPr>
          <a:xfrm>
            <a:off x="1677068" y="4105755"/>
            <a:ext cx="67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CA278-FABD-E28E-889B-69203E3B4078}"/>
              </a:ext>
            </a:extLst>
          </p:cNvPr>
          <p:cNvSpPr txBox="1"/>
          <p:nvPr/>
        </p:nvSpPr>
        <p:spPr>
          <a:xfrm>
            <a:off x="2005839" y="3360372"/>
            <a:ext cx="496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entury Gothic" panose="020B0502020202020204" pitchFamily="34" charset="0"/>
              </a:rPr>
              <a:t>Search </a:t>
            </a:r>
            <a:r>
              <a:rPr lang="en-US">
                <a:solidFill>
                  <a:srgbClr val="00B0F0"/>
                </a:solidFill>
                <a:latin typeface="Century Gothic" panose="020B0502020202020204" pitchFamily="34" charset="0"/>
              </a:rPr>
              <a:t>Key = 8 </a:t>
            </a:r>
            <a:r>
              <a:rPr lang="en-US">
                <a:latin typeface="Century Gothic" panose="020B0502020202020204" pitchFamily="34" charset="0"/>
              </a:rPr>
              <a:t> </a:t>
            </a:r>
            <a:r>
              <a:rPr lang="en-US">
                <a:latin typeface="Century Gothic" panose="020B0502020202020204" pitchFamily="34" charset="0"/>
                <a:cs typeface="Times New Roman" panose="02020603050405020304" pitchFamily="18" charset="0"/>
              </a:rPr>
              <a:t>→  is not found in the list</a:t>
            </a:r>
            <a:endParaRPr lang="en-US"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C3060CC-2243-2DAB-FD05-C8774780F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48251"/>
              </p:ext>
            </p:extLst>
          </p:nvPr>
        </p:nvGraphicFramePr>
        <p:xfrm>
          <a:off x="2316323" y="1957812"/>
          <a:ext cx="39776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en-US" baseline="-25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  <a:endParaRPr lang="en-US" baseline="-25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D50A57-269D-C15C-D014-51E4E8E7B1D8}"/>
              </a:ext>
            </a:extLst>
          </p:cNvPr>
          <p:cNvSpPr txBox="1"/>
          <p:nvPr/>
        </p:nvSpPr>
        <p:spPr>
          <a:xfrm>
            <a:off x="1688087" y="2302376"/>
            <a:ext cx="67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Consolas" panose="020B0609020204030204" pitchFamily="49" charset="0"/>
              </a:rPr>
              <a:t>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2000" b="1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BC2D-9813-1002-82E0-3727FA16CB92}"/>
              </a:ext>
            </a:extLst>
          </p:cNvPr>
          <p:cNvSpPr txBox="1"/>
          <p:nvPr/>
        </p:nvSpPr>
        <p:spPr>
          <a:xfrm>
            <a:off x="2016858" y="1556993"/>
            <a:ext cx="612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entury Gothic" panose="020B0502020202020204" pitchFamily="34" charset="0"/>
              </a:rPr>
              <a:t>Search </a:t>
            </a:r>
            <a:r>
              <a:rPr lang="en-US">
                <a:solidFill>
                  <a:srgbClr val="00B0F0"/>
                </a:solidFill>
                <a:latin typeface="Century Gothic" panose="020B0502020202020204" pitchFamily="34" charset="0"/>
              </a:rPr>
              <a:t>Key = 1 </a:t>
            </a:r>
            <a:r>
              <a:rPr lang="en-US">
                <a:latin typeface="Century Gothic" panose="020B0502020202020204" pitchFamily="34" charset="0"/>
              </a:rPr>
              <a:t> </a:t>
            </a:r>
            <a:r>
              <a:rPr lang="en-US">
                <a:latin typeface="Century Gothic" panose="020B0502020202020204" pitchFamily="34" charset="0"/>
                <a:cs typeface="Times New Roman" panose="02020603050405020304" pitchFamily="18" charset="0"/>
              </a:rPr>
              <a:t>→  is found at index 4 in the list</a:t>
            </a:r>
            <a:endParaRPr lang="en-US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87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Non-numerical data: strings (sequence of characters from an alphabet).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Text strings (letters, numbers, and special characters).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Bit strings (0, 1)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Gene sequences : Alphabet = {A, C, G, T}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/>
              <a:t>String matching: A particular problem searching for a word in a text.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00B0F0"/>
                </a:solidFill>
              </a:rPr>
              <a:t>Example.</a:t>
            </a:r>
            <a:r>
              <a:rPr lang="en-US"/>
              <a:t> Is the pattern </a:t>
            </a:r>
            <a:r>
              <a:rPr lang="en-US" b="1"/>
              <a:t>NOT</a:t>
            </a:r>
            <a:r>
              <a:rPr lang="en-US"/>
              <a:t> found in the text </a:t>
            </a:r>
            <a:r>
              <a:rPr lang="en-US" b="1"/>
              <a:t>NOBOD NOTICED HIM </a:t>
            </a:r>
            <a:r>
              <a:rPr lang="en-US"/>
              <a:t>?</a:t>
            </a:r>
          </a:p>
          <a:p>
            <a:pPr>
              <a:lnSpc>
                <a:spcPts val="3500"/>
              </a:lnSpc>
            </a:pPr>
            <a:r>
              <a:rPr lang="en-US"/>
              <a:t>String processing algorithms are important for computer science, computer language, and compiling issues.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4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Graph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A graph is a collection of points (vertices or nodes) connected with line segments (edges).</a:t>
            </a:r>
          </a:p>
          <a:p>
            <a:pPr>
              <a:lnSpc>
                <a:spcPct val="200000"/>
              </a:lnSpc>
            </a:pPr>
            <a:r>
              <a:rPr lang="en-US"/>
              <a:t>Graphs are used to model real-life applications: transportation, communication networks, project scheduling, games, etc.</a:t>
            </a:r>
          </a:p>
          <a:p>
            <a:pPr>
              <a:lnSpc>
                <a:spcPct val="200000"/>
              </a:lnSpc>
            </a:pPr>
            <a:r>
              <a:rPr lang="en-US"/>
              <a:t>Graph algorithms: graph traversal, shortest path, Traveling Salesman Problem (TSP), graph-coloring problem (event scheduling).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51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Combinatorial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Combinatorial object: permutation, combination or subset that satisfy certain constraints and have objectives (min, max).</a:t>
            </a:r>
          </a:p>
          <a:p>
            <a:pPr lvl="1">
              <a:lnSpc>
                <a:spcPct val="200000"/>
              </a:lnSpc>
            </a:pPr>
            <a:r>
              <a:rPr lang="en-US"/>
              <a:t>TSP and graph coloring are examples of combinatorial problems.</a:t>
            </a:r>
          </a:p>
          <a:p>
            <a:pPr>
              <a:lnSpc>
                <a:spcPct val="200000"/>
              </a:lnSpc>
            </a:pPr>
            <a:r>
              <a:rPr lang="en-US"/>
              <a:t>They are the most difficult problems: no algorithm is yet developed to solve them.</a:t>
            </a:r>
          </a:p>
          <a:p>
            <a:pPr>
              <a:lnSpc>
                <a:spcPct val="200000"/>
              </a:lnSpc>
            </a:pPr>
            <a:r>
              <a:rPr lang="en-US"/>
              <a:t>Exception: the shortest path problem was solved by an efficient algorithm.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397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Geometric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Deal with points, lines, and polygons to: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Construct simple geometric shapes – triangles, circles without compass or ruler (Ancient Greeks).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Develop applications for computer graphics, robotics and tomography (radiologic technique for obtaining clear X-ray images ).</a:t>
            </a:r>
          </a:p>
          <a:p>
            <a:pPr>
              <a:lnSpc>
                <a:spcPct val="200000"/>
              </a:lnSpc>
            </a:pPr>
            <a:r>
              <a:rPr lang="en-US"/>
              <a:t>The closest pair problem: find the closest pair among n points in the plane.</a:t>
            </a:r>
          </a:p>
          <a:p>
            <a:pPr>
              <a:lnSpc>
                <a:spcPct val="200000"/>
              </a:lnSpc>
            </a:pPr>
            <a:r>
              <a:rPr lang="en-US"/>
              <a:t>The convex-hull problem: find the smallest convex polygon including all the points of a given set.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658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Geometric problems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599" y="2155371"/>
            <a:ext cx="6991241" cy="2913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27417" y="5512526"/>
            <a:ext cx="4924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The convex-hull problem</a:t>
            </a:r>
          </a:p>
        </p:txBody>
      </p:sp>
    </p:spTree>
    <p:extLst>
      <p:ext uri="{BB962C8B-B14F-4D97-AF65-F5344CB8AC3E}">
        <p14:creationId xmlns:p14="http://schemas.microsoft.com/office/powerpoint/2010/main" val="177664713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Important Problem Types – </a:t>
            </a:r>
            <a:r>
              <a:rPr lang="en-US">
                <a:solidFill>
                  <a:srgbClr val="0070C0"/>
                </a:solidFill>
              </a:rPr>
              <a:t>Numerical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Numerical problems are those involving mathematical objects of continues nature.</a:t>
            </a:r>
          </a:p>
          <a:p>
            <a:pPr>
              <a:lnSpc>
                <a:spcPct val="200000"/>
              </a:lnSpc>
            </a:pPr>
            <a:r>
              <a:rPr lang="en-US"/>
              <a:t>Solving equations, systems of equations, compute definite integrals, evaluate functions.</a:t>
            </a:r>
          </a:p>
          <a:p>
            <a:pPr>
              <a:lnSpc>
                <a:spcPct val="200000"/>
              </a:lnSpc>
            </a:pPr>
            <a:r>
              <a:rPr lang="en-US"/>
              <a:t>The majority of these problems can be solved only approximately.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Frequently, the manipulated numbers are real (represented approximately in computers.)</a:t>
            </a:r>
          </a:p>
          <a:p>
            <a:pPr>
              <a:lnSpc>
                <a:spcPct val="200000"/>
              </a:lnSpc>
            </a:pPr>
            <a:r>
              <a:rPr lang="en-US"/>
              <a:t>Business applications require algorithms for information storage, retrieval, transportation through networks, and presentation to users.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871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629" y="149780"/>
            <a:ext cx="10706583" cy="751742"/>
          </a:xfrm>
        </p:spPr>
        <p:txBody>
          <a:bodyPr>
            <a:normAutofit fontScale="90000"/>
          </a:bodyPr>
          <a:lstStyle/>
          <a:p>
            <a:r>
              <a:rPr lang="en-US"/>
              <a:t>4. (Optional) Fundamental Data Structures – </a:t>
            </a:r>
            <a:r>
              <a:rPr lang="en-US">
                <a:solidFill>
                  <a:srgbClr val="0070C0"/>
                </a:solidFill>
              </a:rPr>
              <a:t>Linear 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Arrays and linked lists are types of lists containing data of same type.</a:t>
            </a:r>
          </a:p>
          <a:p>
            <a:r>
              <a:rPr lang="en-US">
                <a:solidFill>
                  <a:srgbClr val="00B050"/>
                </a:solidFill>
              </a:rPr>
              <a:t>Arrays</a:t>
            </a:r>
            <a:r>
              <a:rPr lang="en-US"/>
              <a:t>:</a:t>
            </a:r>
          </a:p>
          <a:p>
            <a:endParaRPr lang="en-US"/>
          </a:p>
          <a:p>
            <a:endParaRPr lang="en-US"/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 The data is accessible by indices (0, 1,...,n-1).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 The elements have same access time and occupy same amount of memory.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 Arrays are used to implement strings (alphabet characters or binary).</a:t>
            </a:r>
          </a:p>
          <a:p>
            <a:r>
              <a:rPr lang="en-US">
                <a:solidFill>
                  <a:srgbClr val="00B050"/>
                </a:solidFill>
              </a:rPr>
              <a:t>Linked lists</a:t>
            </a:r>
            <a:r>
              <a:rPr lang="en-US"/>
              <a:t>: </a:t>
            </a:r>
          </a:p>
          <a:p>
            <a:endParaRPr lang="en-US"/>
          </a:p>
          <a:p>
            <a:endParaRPr lang="en-US"/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Contain nodes (information + link(s)).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 Types: singly, doubly, circular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/>
              <a:t> The access to a node requires the access to all its predecessors.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33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175185" y="1742536"/>
            <a:ext cx="3459192" cy="616211"/>
            <a:chOff x="2320506" y="1949569"/>
            <a:chExt cx="3459192" cy="616211"/>
          </a:xfrm>
        </p:grpSpPr>
        <p:sp>
          <p:nvSpPr>
            <p:cNvPr id="7" name="TextBox 6"/>
            <p:cNvSpPr txBox="1"/>
            <p:nvPr/>
          </p:nvSpPr>
          <p:spPr>
            <a:xfrm>
              <a:off x="2320506" y="1949570"/>
              <a:ext cx="82813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Item[0]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48642" y="1949569"/>
              <a:ext cx="82813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Item[1]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76778" y="1949569"/>
              <a:ext cx="82813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…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04914" y="1949569"/>
              <a:ext cx="97478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Item[n-1]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08960" y="2258003"/>
              <a:ext cx="22859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Array of </a:t>
              </a:r>
              <a:r>
                <a:rPr lang="en-US" sz="1400" i="1"/>
                <a:t>n</a:t>
              </a:r>
              <a:r>
                <a:rPr lang="en-US" sz="1400"/>
                <a:t> elements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328936" y="4032168"/>
            <a:ext cx="6341272" cy="707548"/>
            <a:chOff x="3328936" y="4032168"/>
            <a:chExt cx="6341272" cy="707548"/>
          </a:xfrm>
        </p:grpSpPr>
        <p:sp>
          <p:nvSpPr>
            <p:cNvPr id="18" name="TextBox 17"/>
            <p:cNvSpPr txBox="1"/>
            <p:nvPr/>
          </p:nvSpPr>
          <p:spPr>
            <a:xfrm>
              <a:off x="4929997" y="4431939"/>
              <a:ext cx="31356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Singly linked list of </a:t>
              </a:r>
              <a:r>
                <a:rPr lang="en-US" sz="1400" i="1"/>
                <a:t>n</a:t>
              </a:r>
              <a:r>
                <a:rPr lang="en-US" sz="1400"/>
                <a:t> elements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8936" y="4032498"/>
              <a:ext cx="82813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 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29997" y="4032498"/>
              <a:ext cx="82813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 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51749" y="4032498"/>
              <a:ext cx="828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…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35503" y="4032498"/>
              <a:ext cx="97478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Item n-1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57072" y="4032168"/>
              <a:ext cx="36317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58133" y="4032169"/>
              <a:ext cx="36317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0287" y="4032169"/>
              <a:ext cx="65992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null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316248" y="4186089"/>
              <a:ext cx="613749" cy="4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17" idx="1"/>
            </p:cNvCxnSpPr>
            <p:nvPr/>
          </p:nvCxnSpPr>
          <p:spPr>
            <a:xfrm>
              <a:off x="7375582" y="4182219"/>
              <a:ext cx="659921" cy="4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4309552" y="4165541"/>
              <a:ext cx="4572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5925279" y="4206636"/>
              <a:ext cx="613749" cy="4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5918583" y="4186088"/>
              <a:ext cx="45720" cy="457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4721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Linear 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/>
              <a:t>Two special types of lists: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Stack (LIFO): list where the insertion (push) and deletion (pop) are done only at the end (top).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Stacks are indispensable for implementing recursive algorithms.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Queue (FIFO):  Elements are inserted (</a:t>
            </a:r>
            <a:r>
              <a:rPr lang="en-US" err="1"/>
              <a:t>enqueue</a:t>
            </a:r>
            <a:r>
              <a:rPr lang="en-US"/>
              <a:t>) from one end (front) and deleted (</a:t>
            </a:r>
            <a:r>
              <a:rPr lang="en-US" err="1"/>
              <a:t>dequeued</a:t>
            </a:r>
            <a:r>
              <a:rPr lang="en-US"/>
              <a:t>) from the other hand (rear).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Queues are used in many algorithms for graph problems.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/>
              <a:t> Priority queues: deletion is performed based on a priority (emergency in hospitals).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59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/>
              <a:t>Formally a graph G is defined as: G = (V, E)</a:t>
            </a:r>
          </a:p>
          <a:p>
            <a:pPr>
              <a:lnSpc>
                <a:spcPct val="200000"/>
              </a:lnSpc>
            </a:pPr>
            <a:r>
              <a:rPr lang="en-US"/>
              <a:t>Graph keywords: vertex, node, edge, arc, adjacent, directed, undirected,  head, tail, incident, digraph, complete, path, cycle, connected.</a:t>
            </a:r>
          </a:p>
          <a:p>
            <a:pPr>
              <a:lnSpc>
                <a:spcPct val="200000"/>
              </a:lnSpc>
            </a:pPr>
            <a:r>
              <a:rPr lang="en-US"/>
              <a:t>A graph is represented by and adjacency matrix (0s and 1s indicating the inclusion or exclusion of edges) or an adjacency list (collection of linked lists, one for each vertex).</a:t>
            </a:r>
          </a:p>
          <a:p>
            <a:pPr>
              <a:lnSpc>
                <a:spcPct val="200000"/>
              </a:lnSpc>
            </a:pPr>
            <a:r>
              <a:rPr lang="en-US"/>
              <a:t>Weighted graph: weights on edges or vertices (Shortest path, TSP).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224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Graphs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36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4571193" y="1376717"/>
            <a:ext cx="1718310" cy="1101816"/>
            <a:chOff x="2246811" y="1454698"/>
            <a:chExt cx="1718310" cy="1101816"/>
          </a:xfrm>
        </p:grpSpPr>
        <p:sp>
          <p:nvSpPr>
            <p:cNvPr id="8" name="Oval 7"/>
            <p:cNvSpPr/>
            <p:nvPr/>
          </p:nvSpPr>
          <p:spPr>
            <a:xfrm>
              <a:off x="2246811" y="146304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923086" y="145469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99361" y="2190754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250484" y="2190754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599361" y="145469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924922" y="2190754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15" name="Straight Connector 14"/>
            <p:cNvCxnSpPr>
              <a:stCxn id="8" idx="6"/>
              <a:endCxn id="9" idx="2"/>
            </p:cNvCxnSpPr>
            <p:nvPr/>
          </p:nvCxnSpPr>
          <p:spPr>
            <a:xfrm flipV="1">
              <a:off x="2612571" y="1637578"/>
              <a:ext cx="310515" cy="83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1" idx="0"/>
              <a:endCxn id="8" idx="4"/>
            </p:cNvCxnSpPr>
            <p:nvPr/>
          </p:nvCxnSpPr>
          <p:spPr>
            <a:xfrm flipH="1" flipV="1">
              <a:off x="2429691" y="1828801"/>
              <a:ext cx="3673" cy="361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9" idx="4"/>
              <a:endCxn id="13" idx="0"/>
            </p:cNvCxnSpPr>
            <p:nvPr/>
          </p:nvCxnSpPr>
          <p:spPr>
            <a:xfrm>
              <a:off x="3105966" y="1820458"/>
              <a:ext cx="1836" cy="370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9" idx="6"/>
              <a:endCxn id="12" idx="2"/>
            </p:cNvCxnSpPr>
            <p:nvPr/>
          </p:nvCxnSpPr>
          <p:spPr>
            <a:xfrm>
              <a:off x="3288846" y="1637578"/>
              <a:ext cx="31051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2" idx="4"/>
              <a:endCxn id="10" idx="0"/>
            </p:cNvCxnSpPr>
            <p:nvPr/>
          </p:nvCxnSpPr>
          <p:spPr>
            <a:xfrm>
              <a:off x="3782241" y="1820458"/>
              <a:ext cx="0" cy="370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3" idx="6"/>
              <a:endCxn id="10" idx="2"/>
            </p:cNvCxnSpPr>
            <p:nvPr/>
          </p:nvCxnSpPr>
          <p:spPr>
            <a:xfrm>
              <a:off x="3290682" y="2373634"/>
              <a:ext cx="308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1" idx="6"/>
              <a:endCxn id="13" idx="2"/>
            </p:cNvCxnSpPr>
            <p:nvPr/>
          </p:nvCxnSpPr>
          <p:spPr>
            <a:xfrm>
              <a:off x="2616244" y="2373634"/>
              <a:ext cx="3086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2273413" y="2858475"/>
            <a:ext cx="1970858" cy="2868433"/>
            <a:chOff x="576535" y="3089119"/>
            <a:chExt cx="1970858" cy="2868433"/>
          </a:xfrm>
        </p:grpSpPr>
        <p:sp>
          <p:nvSpPr>
            <p:cNvPr id="36" name="TextBox 35"/>
            <p:cNvSpPr txBox="1"/>
            <p:nvPr/>
          </p:nvSpPr>
          <p:spPr>
            <a:xfrm>
              <a:off x="964200" y="3434012"/>
              <a:ext cx="1568905" cy="17543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0  0  1  1  0  0</a:t>
              </a:r>
            </a:p>
            <a:p>
              <a:r>
                <a:rPr lang="en-US"/>
                <a:t>0  0  1  0  0  1</a:t>
              </a:r>
            </a:p>
            <a:p>
              <a:r>
                <a:rPr lang="en-US"/>
                <a:t>1  1  0  0  1  0</a:t>
              </a:r>
            </a:p>
            <a:p>
              <a:r>
                <a:rPr lang="en-US"/>
                <a:t>1  0  0  0  1  0</a:t>
              </a:r>
            </a:p>
            <a:p>
              <a:r>
                <a:rPr lang="en-US"/>
                <a:t>0  0  1  1  0  1 </a:t>
              </a:r>
            </a:p>
            <a:p>
              <a:r>
                <a:rPr lang="en-US"/>
                <a:t>0  1  0  0  1  0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481" y="3089119"/>
              <a:ext cx="15859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  b  c  d  e  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76535" y="3458451"/>
              <a:ext cx="40059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  </a:t>
              </a:r>
            </a:p>
            <a:p>
              <a:r>
                <a:rPr lang="en-US"/>
                <a:t>b</a:t>
              </a:r>
            </a:p>
            <a:p>
              <a:r>
                <a:rPr lang="en-US"/>
                <a:t>c</a:t>
              </a:r>
            </a:p>
            <a:p>
              <a:r>
                <a:rPr lang="en-US"/>
                <a:t>d</a:t>
              </a:r>
            </a:p>
            <a:p>
              <a:r>
                <a:rPr lang="en-US"/>
                <a:t>e</a:t>
              </a:r>
            </a:p>
            <a:p>
              <a:r>
                <a:rPr lang="en-US"/>
                <a:t>f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6987" y="5311221"/>
              <a:ext cx="15904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Adjacency matrix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5821376" y="2987441"/>
            <a:ext cx="2894825" cy="2821653"/>
            <a:chOff x="4022488" y="1575006"/>
            <a:chExt cx="2894825" cy="2821653"/>
          </a:xfrm>
        </p:grpSpPr>
        <p:sp>
          <p:nvSpPr>
            <p:cNvPr id="56" name="TextBox 55"/>
            <p:cNvSpPr txBox="1"/>
            <p:nvPr/>
          </p:nvSpPr>
          <p:spPr>
            <a:xfrm>
              <a:off x="4025537" y="1580606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25537" y="1942025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22488" y="2316497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025537" y="2690955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025537" y="3052350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025537" y="3426822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0351" y="1575006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870351" y="1936425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867302" y="2310897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870351" y="2685355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870351" y="3046750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870351" y="3421222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706739" y="1590002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706739" y="1951421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703690" y="2325893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706739" y="2700351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706739" y="3061746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06739" y="3436218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 flipV="1">
              <a:off x="4490615" y="1788731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 flipV="1">
              <a:off x="4490615" y="2152573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flipV="1">
              <a:off x="4490615" y="2516415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V="1">
              <a:off x="4490615" y="2880257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V="1">
              <a:off x="4490615" y="3244099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4490615" y="3607942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V="1">
              <a:off x="6169152" y="2518387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6169152" y="3294536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5334476" y="1783496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5334476" y="2147338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flipV="1">
              <a:off x="5334476" y="2511180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V="1">
              <a:off x="5334476" y="2875022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V="1">
              <a:off x="5334476" y="3238864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V="1">
              <a:off x="5334476" y="3602707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6537029" y="2346128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551553" y="3070681"/>
              <a:ext cx="365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227318" y="4027327"/>
              <a:ext cx="16834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Adjacency list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3356334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Graphs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415784" y="3458309"/>
            <a:ext cx="1912360" cy="2043934"/>
            <a:chOff x="9477078" y="2925204"/>
            <a:chExt cx="1912360" cy="2043934"/>
          </a:xfrm>
        </p:grpSpPr>
        <p:sp>
          <p:nvSpPr>
            <p:cNvPr id="46" name="TextBox 45"/>
            <p:cNvSpPr txBox="1"/>
            <p:nvPr/>
          </p:nvSpPr>
          <p:spPr>
            <a:xfrm>
              <a:off x="9808817" y="3270097"/>
              <a:ext cx="1297717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∞   5   1   ∞</a:t>
              </a:r>
            </a:p>
            <a:p>
              <a:r>
                <a:rPr lang="en-US"/>
                <a:t>5   ∞   7   4</a:t>
              </a:r>
            </a:p>
            <a:p>
              <a:r>
                <a:rPr lang="en-US"/>
                <a:t>1   7   ∞   2</a:t>
              </a:r>
            </a:p>
            <a:p>
              <a:r>
                <a:rPr lang="en-US"/>
                <a:t>∞   4   2   ∞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6098" y="2925204"/>
              <a:ext cx="1431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   b   c   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477078" y="3239250"/>
              <a:ext cx="4005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  </a:t>
              </a:r>
            </a:p>
            <a:p>
              <a:r>
                <a:rPr lang="en-US"/>
                <a:t>b</a:t>
              </a:r>
            </a:p>
            <a:p>
              <a:r>
                <a:rPr lang="en-US"/>
                <a:t>c</a:t>
              </a:r>
            </a:p>
            <a:p>
              <a:r>
                <a:rPr lang="en-US"/>
                <a:t>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525911" y="4599806"/>
              <a:ext cx="1863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Weight matrix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106193" y="1481386"/>
            <a:ext cx="1866765" cy="1397059"/>
            <a:chOff x="9554091" y="1515926"/>
            <a:chExt cx="1866765" cy="1397059"/>
          </a:xfrm>
        </p:grpSpPr>
        <p:sp>
          <p:nvSpPr>
            <p:cNvPr id="26" name="Oval 25"/>
            <p:cNvSpPr/>
            <p:nvPr/>
          </p:nvSpPr>
          <p:spPr>
            <a:xfrm>
              <a:off x="9734114" y="165928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10872216" y="165928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9737787" y="238699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10872216" y="238699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32" name="Straight Connector 31"/>
            <p:cNvCxnSpPr>
              <a:stCxn id="26" idx="6"/>
              <a:endCxn id="27" idx="2"/>
            </p:cNvCxnSpPr>
            <p:nvPr/>
          </p:nvCxnSpPr>
          <p:spPr>
            <a:xfrm>
              <a:off x="10099874" y="1842165"/>
              <a:ext cx="7723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9" idx="0"/>
              <a:endCxn id="26" idx="4"/>
            </p:cNvCxnSpPr>
            <p:nvPr/>
          </p:nvCxnSpPr>
          <p:spPr>
            <a:xfrm flipH="1" flipV="1">
              <a:off x="9916994" y="2025045"/>
              <a:ext cx="3673" cy="361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7" idx="4"/>
              <a:endCxn id="31" idx="0"/>
            </p:cNvCxnSpPr>
            <p:nvPr/>
          </p:nvCxnSpPr>
          <p:spPr>
            <a:xfrm>
              <a:off x="11055096" y="2025045"/>
              <a:ext cx="0" cy="361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7"/>
              <a:endCxn id="27" idx="3"/>
            </p:cNvCxnSpPr>
            <p:nvPr/>
          </p:nvCxnSpPr>
          <p:spPr>
            <a:xfrm flipV="1">
              <a:off x="10049983" y="1971481"/>
              <a:ext cx="875797" cy="4690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9" idx="6"/>
              <a:endCxn id="31" idx="2"/>
            </p:cNvCxnSpPr>
            <p:nvPr/>
          </p:nvCxnSpPr>
          <p:spPr>
            <a:xfrm>
              <a:off x="10103547" y="2569878"/>
              <a:ext cx="7686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10210908" y="1515926"/>
              <a:ext cx="50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BH"/>
                <a:t>5</a:t>
              </a:r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157344" y="1944119"/>
              <a:ext cx="50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BH"/>
                <a:t>7</a:t>
              </a:r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911405" y="2018618"/>
              <a:ext cx="50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BH"/>
                <a:t>4</a:t>
              </a:r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44063" y="2543653"/>
              <a:ext cx="50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BH"/>
                <a:t>2</a:t>
              </a:r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554091" y="2018618"/>
              <a:ext cx="50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BH"/>
                <a:t>1</a:t>
              </a:r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681561" y="3610977"/>
            <a:ext cx="3293318" cy="2150656"/>
            <a:chOff x="3561502" y="3195933"/>
            <a:chExt cx="3293318" cy="2150656"/>
          </a:xfrm>
        </p:grpSpPr>
        <p:sp>
          <p:nvSpPr>
            <p:cNvPr id="56" name="TextBox 55"/>
            <p:cNvSpPr txBox="1"/>
            <p:nvPr/>
          </p:nvSpPr>
          <p:spPr>
            <a:xfrm>
              <a:off x="3564551" y="3195933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564551" y="3570415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61502" y="3944887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564551" y="4311268"/>
              <a:ext cx="3657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256543" y="3203396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b, 5</a:t>
              </a: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 flipV="1">
              <a:off x="4038668" y="3417121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 flipV="1">
              <a:off x="4038668" y="3780963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flipV="1">
              <a:off x="4038668" y="4144805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V="1">
              <a:off x="4038668" y="4508997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>
              <a:off x="4060175" y="4977257"/>
              <a:ext cx="16834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Adjacency list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256543" y="3578511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a, 5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56543" y="3953626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a, 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256543" y="4324331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b, 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287721" y="3212103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c, 1</a:t>
              </a:r>
            </a:p>
          </p:txBody>
        </p:sp>
        <p:cxnSp>
          <p:nvCxnSpPr>
            <p:cNvPr id="102" name="Straight Arrow Connector 101"/>
            <p:cNvCxnSpPr/>
            <p:nvPr/>
          </p:nvCxnSpPr>
          <p:spPr>
            <a:xfrm flipV="1">
              <a:off x="4978861" y="3425828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V="1">
              <a:off x="4978861" y="3789670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 flipV="1">
              <a:off x="4978861" y="4153512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 flipV="1">
              <a:off x="4987445" y="4508997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5287721" y="3581121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c, 7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287721" y="3950139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b, 7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287721" y="4279967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c, 5</a:t>
              </a: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 flipV="1">
              <a:off x="5880203" y="3789670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V="1">
              <a:off x="5880203" y="4153512"/>
              <a:ext cx="2743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6149874" y="3587218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d, 4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149874" y="3917969"/>
              <a:ext cx="7049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d,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4815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Connected acyclic graph.</a:t>
            </a:r>
          </a:p>
          <a:p>
            <a:pPr>
              <a:lnSpc>
                <a:spcPct val="200000"/>
              </a:lnSpc>
            </a:pPr>
            <a:r>
              <a:rPr lang="en-US"/>
              <a:t>|E| = |V| - 1</a:t>
            </a:r>
          </a:p>
          <a:p>
            <a:pPr>
              <a:lnSpc>
                <a:spcPct val="200000"/>
              </a:lnSpc>
            </a:pPr>
            <a:r>
              <a:rPr lang="en-US"/>
              <a:t>Trees are used to describe hierarchies and analyze the recursive algorithms.</a:t>
            </a:r>
          </a:p>
          <a:p>
            <a:pPr>
              <a:lnSpc>
                <a:spcPct val="200000"/>
              </a:lnSpc>
            </a:pPr>
            <a:r>
              <a:rPr lang="en-US"/>
              <a:t>Trees are used in two important algorithm design techniques: backtracking and branch-and-bound.</a:t>
            </a:r>
          </a:p>
          <a:p>
            <a:pPr>
              <a:lnSpc>
                <a:spcPct val="200000"/>
              </a:lnSpc>
            </a:pPr>
            <a:r>
              <a:rPr lang="en-US"/>
              <a:t>Free tree vs rooted tree.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38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919460" y="1101332"/>
            <a:ext cx="1360557" cy="1596243"/>
            <a:chOff x="9248564" y="1148830"/>
            <a:chExt cx="1360557" cy="1596243"/>
          </a:xfrm>
        </p:grpSpPr>
        <p:grpSp>
          <p:nvGrpSpPr>
            <p:cNvPr id="35" name="Group 34"/>
            <p:cNvGrpSpPr/>
            <p:nvPr/>
          </p:nvGrpSpPr>
          <p:grpSpPr>
            <a:xfrm>
              <a:off x="9406906" y="1643257"/>
              <a:ext cx="1043871" cy="1101816"/>
              <a:chOff x="9436411" y="1199629"/>
              <a:chExt cx="1043871" cy="110181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9436411" y="1207972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0112686" y="1199629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9440084" y="193568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0114522" y="193568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cxnSp>
            <p:nvCxnSpPr>
              <p:cNvPr id="14" name="Straight Connector 13"/>
              <p:cNvCxnSpPr>
                <a:stCxn id="8" idx="6"/>
                <a:endCxn id="9" idx="2"/>
              </p:cNvCxnSpPr>
              <p:nvPr/>
            </p:nvCxnSpPr>
            <p:spPr>
              <a:xfrm flipV="1">
                <a:off x="9802171" y="1382509"/>
                <a:ext cx="310515" cy="83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>
                <a:stCxn id="11" idx="0"/>
                <a:endCxn id="8" idx="4"/>
              </p:cNvCxnSpPr>
              <p:nvPr/>
            </p:nvCxnSpPr>
            <p:spPr>
              <a:xfrm flipH="1" flipV="1">
                <a:off x="9619291" y="1573732"/>
                <a:ext cx="3673" cy="3619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stCxn id="9" idx="4"/>
                <a:endCxn id="13" idx="0"/>
              </p:cNvCxnSpPr>
              <p:nvPr/>
            </p:nvCxnSpPr>
            <p:spPr>
              <a:xfrm>
                <a:off x="10295566" y="1565389"/>
                <a:ext cx="1836" cy="3702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11" idx="6"/>
                <a:endCxn id="13" idx="2"/>
              </p:cNvCxnSpPr>
              <p:nvPr/>
            </p:nvCxnSpPr>
            <p:spPr>
              <a:xfrm>
                <a:off x="9805844" y="2118565"/>
                <a:ext cx="3086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/>
            <p:cNvSpPr txBox="1"/>
            <p:nvPr/>
          </p:nvSpPr>
          <p:spPr>
            <a:xfrm>
              <a:off x="9248564" y="1148830"/>
              <a:ext cx="1360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Not a tree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857177" y="1101332"/>
            <a:ext cx="1718310" cy="1579591"/>
            <a:chOff x="7198002" y="1148830"/>
            <a:chExt cx="1718310" cy="1579591"/>
          </a:xfrm>
        </p:grpSpPr>
        <p:cxnSp>
          <p:nvCxnSpPr>
            <p:cNvPr id="30" name="Straight Connector 29"/>
            <p:cNvCxnSpPr>
              <a:stCxn id="23" idx="4"/>
              <a:endCxn id="27" idx="0"/>
            </p:cNvCxnSpPr>
            <p:nvPr/>
          </p:nvCxnSpPr>
          <p:spPr>
            <a:xfrm>
              <a:off x="8057157" y="1992365"/>
              <a:ext cx="1836" cy="370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7198002" y="163494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7874277" y="162660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550552" y="236266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201675" y="236266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550552" y="162660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876113" y="236266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8" name="Straight Connector 27"/>
            <p:cNvCxnSpPr>
              <a:stCxn id="22" idx="6"/>
              <a:endCxn id="23" idx="2"/>
            </p:cNvCxnSpPr>
            <p:nvPr/>
          </p:nvCxnSpPr>
          <p:spPr>
            <a:xfrm flipV="1">
              <a:off x="7563762" y="1809485"/>
              <a:ext cx="310515" cy="83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25" idx="0"/>
              <a:endCxn id="22" idx="4"/>
            </p:cNvCxnSpPr>
            <p:nvPr/>
          </p:nvCxnSpPr>
          <p:spPr>
            <a:xfrm flipH="1" flipV="1">
              <a:off x="7380882" y="2000708"/>
              <a:ext cx="3673" cy="361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3" idx="6"/>
              <a:endCxn id="26" idx="2"/>
            </p:cNvCxnSpPr>
            <p:nvPr/>
          </p:nvCxnSpPr>
          <p:spPr>
            <a:xfrm>
              <a:off x="8240037" y="1809485"/>
              <a:ext cx="31051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7" idx="6"/>
              <a:endCxn id="24" idx="2"/>
            </p:cNvCxnSpPr>
            <p:nvPr/>
          </p:nvCxnSpPr>
          <p:spPr>
            <a:xfrm>
              <a:off x="8241873" y="2545541"/>
              <a:ext cx="308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7371029" y="1148830"/>
              <a:ext cx="1360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 tree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4432260" y="4100526"/>
            <a:ext cx="2392398" cy="2219968"/>
            <a:chOff x="4432260" y="4100526"/>
            <a:chExt cx="2392398" cy="2219968"/>
          </a:xfrm>
        </p:grpSpPr>
        <p:sp>
          <p:nvSpPr>
            <p:cNvPr id="44" name="TextBox 43"/>
            <p:cNvSpPr txBox="1"/>
            <p:nvPr/>
          </p:nvSpPr>
          <p:spPr>
            <a:xfrm>
              <a:off x="4953277" y="5951162"/>
              <a:ext cx="1360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Free tree</a:t>
              </a: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4432260" y="4100526"/>
              <a:ext cx="2392398" cy="1767981"/>
              <a:chOff x="4527062" y="4005097"/>
              <a:chExt cx="2392398" cy="1767981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27062" y="4005097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err="1">
                    <a:solidFill>
                      <a:schemeClr val="tx1"/>
                    </a:solidFill>
                  </a:rPr>
                  <a:t>i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553700" y="4656314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6548317" y="5407318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49" name="Straight Connector 48"/>
              <p:cNvCxnSpPr>
                <a:stCxn id="59" idx="6"/>
                <a:endCxn id="46" idx="2"/>
              </p:cNvCxnSpPr>
              <p:nvPr/>
            </p:nvCxnSpPr>
            <p:spPr>
              <a:xfrm flipV="1">
                <a:off x="6245372" y="4839194"/>
                <a:ext cx="308328" cy="149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>
                <a:stCxn id="55" idx="0"/>
                <a:endCxn id="45" idx="4"/>
              </p:cNvCxnSpPr>
              <p:nvPr/>
            </p:nvCxnSpPr>
            <p:spPr>
              <a:xfrm flipV="1">
                <a:off x="4709942" y="4370857"/>
                <a:ext cx="0" cy="3087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>
                <a:stCxn id="46" idx="4"/>
                <a:endCxn id="47" idx="0"/>
              </p:cNvCxnSpPr>
              <p:nvPr/>
            </p:nvCxnSpPr>
            <p:spPr>
              <a:xfrm flipH="1">
                <a:off x="6731197" y="5022074"/>
                <a:ext cx="5383" cy="3852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stCxn id="56" idx="4"/>
                <a:endCxn id="60" idx="0"/>
              </p:cNvCxnSpPr>
              <p:nvPr/>
            </p:nvCxnSpPr>
            <p:spPr>
              <a:xfrm>
                <a:off x="5386217" y="5037022"/>
                <a:ext cx="1836" cy="3702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/>
              <p:cNvSpPr/>
              <p:nvPr/>
            </p:nvSpPr>
            <p:spPr>
              <a:xfrm>
                <a:off x="4527062" y="467960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203337" y="4671262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4530735" y="5407318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5879612" y="4671262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205173" y="5407318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61" name="Straight Connector 60"/>
              <p:cNvCxnSpPr>
                <a:stCxn id="55" idx="6"/>
                <a:endCxn id="56" idx="2"/>
              </p:cNvCxnSpPr>
              <p:nvPr/>
            </p:nvCxnSpPr>
            <p:spPr>
              <a:xfrm flipV="1">
                <a:off x="4892822" y="4854142"/>
                <a:ext cx="310515" cy="83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stCxn id="58" idx="0"/>
                <a:endCxn id="55" idx="4"/>
              </p:cNvCxnSpPr>
              <p:nvPr/>
            </p:nvCxnSpPr>
            <p:spPr>
              <a:xfrm flipH="1" flipV="1">
                <a:off x="4709942" y="5045365"/>
                <a:ext cx="3673" cy="3619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56" idx="6"/>
                <a:endCxn id="59" idx="2"/>
              </p:cNvCxnSpPr>
              <p:nvPr/>
            </p:nvCxnSpPr>
            <p:spPr>
              <a:xfrm>
                <a:off x="5569097" y="4854142"/>
                <a:ext cx="31051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/>
              <p:cNvSpPr/>
              <p:nvPr/>
            </p:nvSpPr>
            <p:spPr>
              <a:xfrm>
                <a:off x="5873713" y="4008378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97" name="Straight Connector 96"/>
              <p:cNvCxnSpPr>
                <a:stCxn id="59" idx="0"/>
                <a:endCxn id="96" idx="4"/>
              </p:cNvCxnSpPr>
              <p:nvPr/>
            </p:nvCxnSpPr>
            <p:spPr>
              <a:xfrm flipH="1" flipV="1">
                <a:off x="6056593" y="4374138"/>
                <a:ext cx="5899" cy="2971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Group 126"/>
          <p:cNvGrpSpPr/>
          <p:nvPr/>
        </p:nvGrpSpPr>
        <p:grpSpPr>
          <a:xfrm>
            <a:off x="7598499" y="4101093"/>
            <a:ext cx="3925677" cy="2079402"/>
            <a:chOff x="7598499" y="4101093"/>
            <a:chExt cx="3925677" cy="2079402"/>
          </a:xfrm>
        </p:grpSpPr>
        <p:sp>
          <p:nvSpPr>
            <p:cNvPr id="65" name="TextBox 64"/>
            <p:cNvSpPr txBox="1"/>
            <p:nvPr/>
          </p:nvSpPr>
          <p:spPr>
            <a:xfrm>
              <a:off x="10060574" y="4909051"/>
              <a:ext cx="1463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Rooted tree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7598499" y="4101093"/>
              <a:ext cx="2333852" cy="2079402"/>
              <a:chOff x="7130470" y="4106175"/>
              <a:chExt cx="2333852" cy="2079402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7907164" y="5814667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err="1">
                    <a:solidFill>
                      <a:schemeClr val="tx1"/>
                    </a:solidFill>
                  </a:rPr>
                  <a:t>i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098562" y="4668449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9098562" y="5284287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81" name="Straight Connector 80"/>
              <p:cNvCxnSpPr>
                <a:stCxn id="89" idx="5"/>
                <a:endCxn id="79" idx="1"/>
              </p:cNvCxnSpPr>
              <p:nvPr/>
            </p:nvCxnSpPr>
            <p:spPr>
              <a:xfrm>
                <a:off x="8851643" y="4418371"/>
                <a:ext cx="300483" cy="3036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stCxn id="86" idx="5"/>
                <a:endCxn id="78" idx="0"/>
              </p:cNvCxnSpPr>
              <p:nvPr/>
            </p:nvCxnSpPr>
            <p:spPr>
              <a:xfrm>
                <a:off x="7871430" y="5595661"/>
                <a:ext cx="218614" cy="2190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>
                <a:stCxn id="79" idx="4"/>
                <a:endCxn id="80" idx="0"/>
              </p:cNvCxnSpPr>
              <p:nvPr/>
            </p:nvCxnSpPr>
            <p:spPr>
              <a:xfrm>
                <a:off x="9281442" y="5034209"/>
                <a:ext cx="0" cy="2500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>
                <a:stCxn id="87" idx="5"/>
                <a:endCxn id="90" idx="0"/>
              </p:cNvCxnSpPr>
              <p:nvPr/>
            </p:nvCxnSpPr>
            <p:spPr>
              <a:xfrm>
                <a:off x="8301821" y="4980645"/>
                <a:ext cx="183470" cy="3028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/>
              <p:cNvSpPr/>
              <p:nvPr/>
            </p:nvSpPr>
            <p:spPr>
              <a:xfrm>
                <a:off x="7559234" y="528346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7989625" y="4668449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7130470" y="5819817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8539447" y="410617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8302411" y="5283465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91" name="Straight Connector 90"/>
              <p:cNvCxnSpPr>
                <a:stCxn id="86" idx="7"/>
                <a:endCxn id="87" idx="3"/>
              </p:cNvCxnSpPr>
              <p:nvPr/>
            </p:nvCxnSpPr>
            <p:spPr>
              <a:xfrm flipV="1">
                <a:off x="7871430" y="4980645"/>
                <a:ext cx="171759" cy="3563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>
                <a:stCxn id="88" idx="7"/>
                <a:endCxn id="86" idx="3"/>
              </p:cNvCxnSpPr>
              <p:nvPr/>
            </p:nvCxnSpPr>
            <p:spPr>
              <a:xfrm flipV="1">
                <a:off x="7442666" y="5595661"/>
                <a:ext cx="170132" cy="2777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>
                <a:stCxn id="87" idx="7"/>
                <a:endCxn id="89" idx="3"/>
              </p:cNvCxnSpPr>
              <p:nvPr/>
            </p:nvCxnSpPr>
            <p:spPr>
              <a:xfrm flipV="1">
                <a:off x="8301821" y="4418371"/>
                <a:ext cx="291190" cy="3036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/>
              <p:cNvSpPr/>
              <p:nvPr/>
            </p:nvSpPr>
            <p:spPr>
              <a:xfrm>
                <a:off x="8544830" y="4676792"/>
                <a:ext cx="365760" cy="3657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01" name="Straight Connector 100"/>
              <p:cNvCxnSpPr>
                <a:stCxn id="100" idx="0"/>
                <a:endCxn id="89" idx="4"/>
              </p:cNvCxnSpPr>
              <p:nvPr/>
            </p:nvCxnSpPr>
            <p:spPr>
              <a:xfrm flipH="1" flipV="1">
                <a:off x="8722327" y="4471935"/>
                <a:ext cx="5383" cy="2048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068216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Tree keywords: ancestor, child, parent, subtree, depth (vertex), height (tree), simple path, leaf. </a:t>
            </a:r>
          </a:p>
          <a:p>
            <a:pPr>
              <a:lnSpc>
                <a:spcPct val="150000"/>
              </a:lnSpc>
            </a:pPr>
            <a:r>
              <a:rPr lang="en-US"/>
              <a:t>Ordered tree: rooted tree where the children of each vertex are ordered (left-to-right).</a:t>
            </a:r>
          </a:p>
          <a:p>
            <a:pPr>
              <a:lnSpc>
                <a:spcPct val="150000"/>
              </a:lnSpc>
            </a:pPr>
            <a:r>
              <a:rPr lang="en-US"/>
              <a:t>Binary tree: an ordered tree where every vertex has maximum two children.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39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591599" y="4019910"/>
            <a:ext cx="9010602" cy="1991739"/>
            <a:chOff x="1088136" y="4019910"/>
            <a:chExt cx="9010602" cy="1991739"/>
          </a:xfrm>
        </p:grpSpPr>
        <p:grpSp>
          <p:nvGrpSpPr>
            <p:cNvPr id="10" name="Group 9"/>
            <p:cNvGrpSpPr/>
            <p:nvPr/>
          </p:nvGrpSpPr>
          <p:grpSpPr>
            <a:xfrm>
              <a:off x="1088136" y="4019910"/>
              <a:ext cx="4575655" cy="1991739"/>
              <a:chOff x="1461136" y="3916393"/>
              <a:chExt cx="4575655" cy="1991739"/>
            </a:xfrm>
          </p:grpSpPr>
          <p:sp>
            <p:nvSpPr>
              <p:cNvPr id="65" name="TextBox 64"/>
              <p:cNvSpPr txBox="1"/>
              <p:nvPr/>
            </p:nvSpPr>
            <p:spPr>
              <a:xfrm>
                <a:off x="1461136" y="4507995"/>
                <a:ext cx="16178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Binary search tree</a:t>
                </a:r>
              </a:p>
            </p:txBody>
          </p:sp>
          <p:grpSp>
            <p:nvGrpSpPr>
              <p:cNvPr id="125" name="Group 124"/>
              <p:cNvGrpSpPr/>
              <p:nvPr/>
            </p:nvGrpSpPr>
            <p:grpSpPr>
              <a:xfrm>
                <a:off x="3052421" y="3916393"/>
                <a:ext cx="2984370" cy="1991739"/>
                <a:chOff x="7559234" y="4106175"/>
                <a:chExt cx="1905088" cy="2074252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7907164" y="5814667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79" name="Oval 78"/>
                <p:cNvSpPr/>
                <p:nvPr/>
              </p:nvSpPr>
              <p:spPr>
                <a:xfrm>
                  <a:off x="9098562" y="4668449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8878350" y="5283465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cxnSp>
              <p:nvCxnSpPr>
                <p:cNvPr id="81" name="Straight Connector 80"/>
                <p:cNvCxnSpPr>
                  <a:stCxn id="89" idx="5"/>
                  <a:endCxn id="79" idx="1"/>
                </p:cNvCxnSpPr>
                <p:nvPr/>
              </p:nvCxnSpPr>
              <p:spPr>
                <a:xfrm>
                  <a:off x="8851643" y="4418371"/>
                  <a:ext cx="300483" cy="30364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>
                  <a:stCxn id="86" idx="5"/>
                  <a:endCxn id="78" idx="0"/>
                </p:cNvCxnSpPr>
                <p:nvPr/>
              </p:nvCxnSpPr>
              <p:spPr>
                <a:xfrm>
                  <a:off x="7871430" y="5595661"/>
                  <a:ext cx="218614" cy="2190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>
                  <a:stCxn id="79" idx="4"/>
                  <a:endCxn id="80" idx="0"/>
                </p:cNvCxnSpPr>
                <p:nvPr/>
              </p:nvCxnSpPr>
              <p:spPr>
                <a:xfrm flipH="1">
                  <a:off x="9061231" y="5034209"/>
                  <a:ext cx="220211" cy="24925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>
                  <a:stCxn id="87" idx="5"/>
                  <a:endCxn id="90" idx="0"/>
                </p:cNvCxnSpPr>
                <p:nvPr/>
              </p:nvCxnSpPr>
              <p:spPr>
                <a:xfrm>
                  <a:off x="8301821" y="4980645"/>
                  <a:ext cx="183470" cy="30282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Oval 85"/>
                <p:cNvSpPr/>
                <p:nvPr/>
              </p:nvSpPr>
              <p:spPr>
                <a:xfrm>
                  <a:off x="7559234" y="5283465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>
                  <a:off x="7989625" y="4668449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>
                  <a:off x="8539447" y="4106175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8302411" y="5283465"/>
                  <a:ext cx="365760" cy="3657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cxnSp>
              <p:nvCxnSpPr>
                <p:cNvPr id="91" name="Straight Connector 90"/>
                <p:cNvCxnSpPr>
                  <a:stCxn id="86" idx="7"/>
                  <a:endCxn id="87" idx="3"/>
                </p:cNvCxnSpPr>
                <p:nvPr/>
              </p:nvCxnSpPr>
              <p:spPr>
                <a:xfrm flipV="1">
                  <a:off x="7871430" y="4980645"/>
                  <a:ext cx="171759" cy="35638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>
                  <a:stCxn id="87" idx="7"/>
                  <a:endCxn id="89" idx="3"/>
                </p:cNvCxnSpPr>
                <p:nvPr/>
              </p:nvCxnSpPr>
              <p:spPr>
                <a:xfrm flipV="1">
                  <a:off x="8301821" y="4418371"/>
                  <a:ext cx="291190" cy="30364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" name="TextBox 11"/>
            <p:cNvSpPr txBox="1"/>
            <p:nvPr/>
          </p:nvSpPr>
          <p:spPr>
            <a:xfrm>
              <a:off x="5966685" y="4081718"/>
              <a:ext cx="413205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rgbClr val="00B050"/>
                  </a:solidFill>
                </a:rPr>
                <a:t>The number assigned to each node is greater than all numbers in its left-subtree and smaller than all numbers in its right-subtree.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6720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49780"/>
            <a:ext cx="10168128" cy="751742"/>
          </a:xfrm>
        </p:spPr>
        <p:txBody>
          <a:bodyPr>
            <a:normAutofit/>
          </a:bodyPr>
          <a:lstStyle/>
          <a:p>
            <a:r>
              <a:rPr lang="en-US"/>
              <a:t>4. Fundamental Data Structures – </a:t>
            </a:r>
            <a:r>
              <a:rPr lang="en-US">
                <a:solidFill>
                  <a:srgbClr val="0070C0"/>
                </a:solidFill>
              </a:rPr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/>
              <a:t>A set = </a:t>
            </a:r>
            <a:r>
              <a:rPr lang="en-US">
                <a:solidFill>
                  <a:srgbClr val="00B050"/>
                </a:solidFill>
              </a:rPr>
              <a:t>unordered</a:t>
            </a:r>
            <a:r>
              <a:rPr lang="en-US"/>
              <a:t> collection of </a:t>
            </a:r>
            <a:r>
              <a:rPr lang="en-US">
                <a:solidFill>
                  <a:srgbClr val="00B050"/>
                </a:solidFill>
              </a:rPr>
              <a:t>distinct</a:t>
            </a:r>
            <a:r>
              <a:rPr lang="en-US"/>
              <a:t> elements. </a:t>
            </a:r>
          </a:p>
          <a:p>
            <a:pPr>
              <a:lnSpc>
                <a:spcPct val="150000"/>
              </a:lnSpc>
            </a:pPr>
            <a:r>
              <a:rPr lang="en-US"/>
              <a:t>Main operations: search, union, intersection</a:t>
            </a:r>
          </a:p>
          <a:p>
            <a:pPr>
              <a:lnSpc>
                <a:spcPct val="150000"/>
              </a:lnSpc>
            </a:pPr>
            <a:r>
              <a:rPr lang="en-US"/>
              <a:t>Represented explicitly 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/>
              <a:t> = {2, 3, 5, 7}) or implicitly 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/>
              <a:t> = {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/>
              <a:t>: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/>
              <a:t> is prime and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/>
              <a:t> &lt; 10}).</a:t>
            </a:r>
          </a:p>
          <a:p>
            <a:pPr>
              <a:lnSpc>
                <a:spcPct val="150000"/>
              </a:lnSpc>
            </a:pPr>
            <a:r>
              <a:rPr lang="en-US"/>
              <a:t>Implementation 1 (fast but needs lots of memory): Every set is a subset of the universal set U of size n.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 Example: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/>
              <a:t> = {1,</a:t>
            </a:r>
            <a:r>
              <a:rPr lang="en-US">
                <a:solidFill>
                  <a:srgbClr val="FF0000"/>
                </a:solidFill>
              </a:rPr>
              <a:t>2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, 4, </a:t>
            </a:r>
            <a:r>
              <a:rPr lang="en-US">
                <a:solidFill>
                  <a:srgbClr val="FF0000"/>
                </a:solidFill>
              </a:rPr>
              <a:t>5</a:t>
            </a:r>
            <a:r>
              <a:rPr lang="en-US"/>
              <a:t>, 6, </a:t>
            </a:r>
            <a:r>
              <a:rPr lang="en-US">
                <a:solidFill>
                  <a:srgbClr val="FF0000"/>
                </a:solidFill>
              </a:rPr>
              <a:t>7</a:t>
            </a:r>
            <a:r>
              <a:rPr lang="en-US"/>
              <a:t>, 8, 9}),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/>
              <a:t> = {</a:t>
            </a:r>
            <a:r>
              <a:rPr lang="en-US">
                <a:solidFill>
                  <a:srgbClr val="FF0000"/>
                </a:solidFill>
              </a:rPr>
              <a:t>2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5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7</a:t>
            </a:r>
            <a:r>
              <a:rPr lang="en-US"/>
              <a:t>})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S: 0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Implementation 2 (Common): list structure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Sets differ from lists by: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/>
              <a:t>Having distinct elements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/>
              <a:t>The elements are unordered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05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49780"/>
            <a:ext cx="10168128" cy="751742"/>
          </a:xfrm>
        </p:spPr>
        <p:txBody>
          <a:bodyPr>
            <a:normAutofit/>
          </a:bodyPr>
          <a:lstStyle/>
          <a:p>
            <a:r>
              <a:rPr lang="en-US"/>
              <a:t>4. Fundamental Data Structures –</a:t>
            </a:r>
            <a:r>
              <a:rPr lang="en-US">
                <a:solidFill>
                  <a:srgbClr val="0070C0"/>
                </a:solidFill>
              </a:rPr>
              <a:t>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A dictionary is a set that implements three operations: </a:t>
            </a:r>
          </a:p>
          <a:p>
            <a:pPr lvl="1">
              <a:lnSpc>
                <a:spcPct val="150000"/>
              </a:lnSpc>
            </a:pPr>
            <a:r>
              <a:rPr lang="en-US"/>
              <a:t>Search </a:t>
            </a:r>
          </a:p>
          <a:p>
            <a:pPr lvl="1">
              <a:lnSpc>
                <a:spcPct val="150000"/>
              </a:lnSpc>
            </a:pPr>
            <a:r>
              <a:rPr lang="en-US"/>
              <a:t>Insertion</a:t>
            </a:r>
          </a:p>
          <a:p>
            <a:pPr lvl="1">
              <a:lnSpc>
                <a:spcPct val="150000"/>
              </a:lnSpc>
            </a:pPr>
            <a:r>
              <a:rPr lang="en-US"/>
              <a:t>Deletion</a:t>
            </a:r>
          </a:p>
          <a:p>
            <a:pPr>
              <a:lnSpc>
                <a:spcPct val="150000"/>
              </a:lnSpc>
            </a:pPr>
            <a:r>
              <a:rPr lang="en-US"/>
              <a:t>The insertion and deletion makes the list dynamic.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July,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41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2107" y="4632385"/>
            <a:ext cx="5089585" cy="769441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accent5">
                    <a:lumMod val="50000"/>
                  </a:schemeClr>
                </a:solidFill>
              </a:rPr>
              <a:t>~ End of chapter ~</a:t>
            </a:r>
          </a:p>
        </p:txBody>
      </p:sp>
    </p:spTree>
    <p:extLst>
      <p:ext uri="{BB962C8B-B14F-4D97-AF65-F5344CB8AC3E}">
        <p14:creationId xmlns:p14="http://schemas.microsoft.com/office/powerpoint/2010/main" val="2123463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76"/>
  <p:tag name="LAYER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6.1013"/>
  <p:tag name="ORIGINALWIDTH" val="1686.985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If {($n\le 1$)} \Call {Print}{1}&#10;\Else&#10;   \State \Call {Print}{$n$}&#10;   \State \Call {PrintNumber}{$n-1$}&#10;\EndIf&#10;\EndProcedure&#10;\end{algorithmic}&#10;&#10;&#10;\end{document} "/>
  <p:tag name="IGUANATEXSIZE" val="15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9"/>
  <p:tag name="LAY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6.8095"/>
  <p:tag name="ORIGINALWIDTH" val="1686.985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For {$i\gets n$ \textbf{downto} $1$}&#10;  \State \Call {Print}{$i$}&#10;\EndFor&#10;\EndProcedure&#10;\end{algorithmic}&#10;&#10;\end{document} "/>
  <p:tag name="IGUANATEXSIZE" val="15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89"/>
  <p:tag name="LAY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2.152"/>
  <p:tag name="ORIGINALWIDTH" val="1686.985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If {($n\le 1$)} \Call {Print}{1}&#10;\Else&#10;   \State \Call {PrintNumber}{$n-1$}&#10;   \State \Call {Print}{$n$}&#10;\EndIf&#10;\EndProcedure&#10;&#10;\smallskip&#10;\noindent\textbf{Main:}\\&#10;\hspace*{0.5cm}\textsc{PrintNumber(10)}&#10;\end{algorithmic}&#10;&#10;&#10;\end{document} "/>
  <p:tag name="IGUANATEXSIZE" val="15"/>
  <p:tag name="IGUANATEXCURSOR" val="89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2"/>
  <p:tag name="LAY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0.3659"/>
  <p:tag name="ORIGINALWIDTH" val="1686.985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PrintNumber}{$n$}&#10;\For {$i\gets 1$ \textbf{to} $n$}&#10;  \State \Call {Print}{$i$}&#10;\EndFor&#10;\EndProcedure&#10;&#10;\medskip&#10;\noindent\textbf{Main:}\\&#10;\hspace*{0.5cm}\textsc{PrintNumber(10)}&#10;\end{algorithmic}&#10;&#10;\end{document} "/>
  <p:tag name="IGUANATEXSIZE" val="15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1.891"/>
  <p:tag name="ORIGINALWIDTH" val="1845.257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Euclidean algorithm}&#10;\begin{algorithmic}&#10;\Procedure {Euclid}{$m,n$}&#10;\While {($n\ne 0$)}&#10;  \State $r\gets m$ mod $n$&#10;  \State $m\gets n$&#10;  \State $n\gets r$&#10;\EndWhile&#10;\State \Return $m$&#10;\EndProcedure&#10;\end{algorithmic}&#10;&#10;&#10;\end{document} "/>
  <p:tag name="IGUANATEXSIZE" val="17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4.833"/>
  <p:tag name="ORIGINALWIDTH" val="2161.052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Recursive Euclidean algorithm}&#10;\begin{algorithmic}&#10;\Procedure {Euclid}{$m,n$}&#10;\If {($n=0$)} \Return $m$&#10;\Else ~\Return \Call {Euclid}{$n,m\text{ mod }n$}&#10;\EndIf&#10;\EndProcedure&#10;\end{algorithmic}&#10;&#10;&#10;\end{document} "/>
  <p:tag name="IGUANATEXSIZE" val="17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9.3888"/>
  <p:tag name="ORIGINALWIDTH" val="2650.169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noindent\textbf{Euclidean algorithm} for computing $\gcd(m, n)$&#10;\begin{algorithmic}&#10;\State \textbf{Step 1} If $n = 0$, return $m$, else go to step 2&#10;\State \textbf{Step 2} Divide $m$ by $n$ and assign the value of\\ &#10;       \hspace*{1.3cm}the remainder to $r$&#10;\State \textbf{Step 3} Assign the value of $n$ to $m$ and the\\&#10;        \hspace*{1.3cm}value of $r$ to $n$. Go to \textbf{step 1}&#10;\end{algorithmic}&#10;&#10;\end{document} "/>
  <p:tag name="IGUANATEXSIZE" val="17"/>
  <p:tag name="IGUANATEXCURSOR" val="399"/>
  <p:tag name="TRANSPARENCY" val="True"/>
  <p:tag name="LATEXENGINEID" val="0"/>
  <p:tag name="TEMPFOLDER" val="c:\temp\"/>
  <p:tag name="LATEXFORMHEIGHT" val="405"/>
  <p:tag name="LATEXFORMWIDTH" val="606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0"/>
  <p:tag name="LAY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2.43"/>
  <p:tag name="ORIGINALWIDTH" val="2612.615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CICA}{$m,n$}&#10;  \State $t\gets\min(m,n)$&#10;  \State $stop\gets\text{ false}$&#10;  \While {(\textbf{not} $stop$)}&#10;    \If {($m$ mod $t=0$ \textbf{and} $n$ mod $t=0$)}&#10;        \State $stop\gets\text{ true}$&#10;    \Else&#10;        \State $t\gets t-1$&#10;    \EndIf&#10;  \EndWhile&#10;  \State \Return $t$&#10;\EndProcedure&#10;\end{algorithmic}&#10;&#10;&#10;\end{document} "/>
  <p:tag name="IGUANATEXSIZE" val="17"/>
  <p:tag name="IGUANATEXCURSOR" val="98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6.1417"/>
  <p:tag name="ORIGINALWIDTH" val="3043.12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State \textbf{Step 1} Assign the value of $\min(m, n)$ to $t$&#10;\State \textbf{Step 2} Divide $m$ by $t$. If the remainder is zero, \\&#10;       \hspace*{1.3cm}go to \textbf{Step 3}; otherwise go to \textbf{Step 4}&#10;\State \textbf{Step 3} Divide $n$ by $t$. If the remainder is zero,\\&#10;       \hspace*{1.3cm}$t = \gcd(m, n)$ and stop; otherwise go to \textbf{Step 4}&#10;\State \textbf{Step 4} Decrease the value of $t$ by 1. Go to \textbf{Step 2}&#10;\end{algorithmic}&#10;&#10;\end{document} "/>
  <p:tag name="IGUANATEXSIZE" val="17"/>
  <p:tag name="IGUANATEXCURSOR" val="214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4"/>
  <p:tag name="LAY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4.5969"/>
  <p:tag name="ORIGINALWIDTH" val="2428.839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begin{algorithmic}&#10;\Procedure {CICA}{$m,n$}&#10;  \State $t\gets\min(m,n)$&#10;  \While {($m$ mod $t\ne 0$ \textbf{or} $n$ mod $t\ne 0$)}&#10;     \State $t\gets t-1$&#10;  \EndWhile&#10;  \State \Return $t$&#10;\EndProcedure&#10;\end{algorithmic}&#10;&#10;&#10;\end{document} "/>
  <p:tag name="IGUANATEXSIZE" val="17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4.1039"/>
  <p:tag name="ORIGINALWIDTH" val="2356.829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Recursive algorithm}&#10;\begin{algorithmic}&#10;\Procedure {Reverse}{$A[0..n-1],i,j$}&#10; \If {($i&lt;j$)}&#10;   \State \Call {Swap}{$A[i],A[j]$}&#10;   \State \Call {Reverse}{$A[0..n-1],i+1,j-1]$}&#10; \EndIf&#10;\EndProcedure&#10;\end{algorithmic}&#10;&#10;&#10;\end{document} "/>
  <p:tag name="IGUANATEXSIZE" val="20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4.833"/>
  <p:tag name="ORIGINALWIDTH" val="1993.778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}&#10;\begin{algorithmic}&#10;\Procedure {Reverse}{$A[0..n-1]$}&#10; \For {$i\gets 0$ to $\lfloor n/2\rfloor-1$}&#10;   \State \Call {Swap}{$A[i],A[n-i-1]$}&#10; \EndFor&#10;\EndProcedure&#10;\end{algorithmic}&#10;&#10;&#10;\end{document} "/>
  <p:tag name="IGUANATEXSIZE" val="20"/>
  <p:tag name="IGUANATEXCURSOR" val="102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6.177"/>
  <p:tag name="ORIGINALWIDTH" val="2170.053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1}&#10;\begin{algorithmic}[1]&#10;\Procedure {Insert}{$A[0..n-1],i,e$}&#10; \For {$k\gets n-1$ \textbf{downto} $i$}&#10;  \State $A[k+1]\gets A[k]$&#10; \EndFor&#10;\State $A[i]\gets e$&#10;\EndProcedure&#10;&#10;\medskip&#10;\State \textbf{Main:}&#10;\State \hspace*{0.5cm}\Call {Insert}{$A,3,10$}&#10;\State \hspace*{0.5cm}$n\gets n+1$  // increase size by 1&#10;\end{algorithmic}&#10;&#10;&#10;\end{document} "/>
  <p:tag name="IGUANATEXSIZE" val="19"/>
  <p:tag name="IGUANATEXCURSOR" val="496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3.989"/>
  <p:tag name="ORIGINALWIDTH" val="2170.053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2}&#10;\begin{algorithmic}[1]&#10;\Procedure {Insert}{$A[0..n-1],i,e$}&#10; \State $p\gets A[i]$&#10; \For {$k\gets i$ \textbf{to} $n-1$}&#10;   \State $q\gets A[k+1]$&#10;   \State $A[k+1]\gets p$&#10;   \State $p\gets q$&#10; \EndFor&#10;\State $A[i]=e$&#10;\EndProcedure&#10;&#10;\medskip&#10;\State \textbf{Main:}&#10;\State \hspace*{0.5cm}\Call {Insert}{$A,3,10$}&#10;\State \hspace*{0.5cm}$n\gets n+1$  // increase size by 1&#10;\end{algorithmic}&#10;&#10;&#10;\end{document} "/>
  <p:tag name="IGUANATEXSIZE" val="18"/>
  <p:tag name="IGUANATEXCURSOR" val="554"/>
  <p:tag name="TRANSPARENCY" val="True"/>
  <p:tag name="LATEXENGINEID" val="1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6.177"/>
  <p:tag name="ORIGINALWIDTH" val="2243.563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3}&#10;\begin{algorithmic}[1]&#10;\Procedure {Insertt}{$A[0..n-1], i, e$}&#10; \State $A[n]\gets e$&#10; \For {$k\gets n-1$ \textbf{downto} $i$}&#10;   \State \Call{Swap}{$A[k],A[k+1]$}&#10; \EndFor&#10;\EndProcedure&#10;&#10;\medskip&#10;\State \textbf{Main:}&#10;\State \hspace*{0.5cm}\Call {Insert}{$A,3,10$}&#10;\State \hspace*{0.5cm}$n\gets n+1$  // increase size by &#10;\end{algorithmic}&#10;&#10;&#10;\end{document} "/>
  <p:tag name="IGUANATEXSIZE" val="18"/>
  <p:tag name="IGUANATEXCURSOR" val="331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3.989"/>
  <p:tag name="ORIGINALWIDTH" val="2170.053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Iterative algorithm \#4}&#10;\begin{algorithmic}[1]&#10;\Procedure {Insert}{$A[0..n-1],i,e$}&#10; \State $k\gets 0$&#10; \For {$j\gets i$ \textbf{to} $n-1$}&#10;    \State $B[k]\gets A[j],~k\gets k+1$&#10; \EndFor&#10; \State $A[i]\gets e,~k\gets 0$&#10; \For {$j\gets i+1$ \textbf{to} $n$}&#10;    \State $A[j]\gets B[k],~k\gets k+1$&#10; \EndFor&#10;\EndProcedure&#10;&#10;\medskip&#10;\State \textbf{Main:}&#10;\State \hspace*{0.5cm}\Call {Insert}{$A,3,10$}&#10;\State \hspace*{0.5cm}$n\gets n+1$  // increase size by &#10;\end{algorithmic}&#10;&#10;&#10;\end{document} "/>
  <p:tag name="IGUANATEXSIZE" val="19"/>
  <p:tag name="IGUANATEXCURSOR" val="254"/>
  <p:tag name="TRANSPARENCY" val="True"/>
  <p:tag name="LATEXENGINEID" val="1"/>
  <p:tag name="TEMPFOLDER" val="c:\temp\"/>
  <p:tag name="LATEXFORMHEIGHT" val="449.4"/>
  <p:tag name="LATEXFORMWIDTH" val="453.6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3.715"/>
  <p:tag name="ORIGINALWIDTH" val="2170.053"/>
  <p:tag name="OUTPUTTYPE" val="PNG"/>
  <p:tag name="IGUANATEXVERSION" val="160"/>
  <p:tag name="LATEXADDIN" val="\documentclass{article}&#10;\usepackage{amsmath}&#10;\usepackage[beginLComment=//~,endLComment=~,indLines=true]{algpseudocodex}&#10;\pagestyle{empty}&#10;\begin{document}&#10;\algrenewcommand\algorithmicprocedure{\textbf{Algorithm}}&#10;&#10;\noindent\textbf{Recursive algorithm}&#10;\begin{algorithmic}[1]&#10;\Procedure {Insert}{$A[0..n-1],i,e$}&#10; \If {($i=n$)}&#10;   \State $A[i]\gets e$&#10; \Else&#10;   \State \Call {Insert}{$A,i+1,e$}&#10;   \State \Call {Swap}{$A[i],A[i+1]$}&#10; \EndIf&#10;\EndProcedure&#10;&#10;\medskip&#10;\State \textbf{Main:}&#10;\State \hspace*{0.5cm}\Call {Insert}{$A,3,10$}&#10;\State \hspace*{0.5cm}$n\gets n+1$&#10;\end{algorithmic}&#10;&#10;&#10;\end{document} "/>
  <p:tag name="IGUANATEXSIZE" val="20"/>
  <p:tag name="IGUANATEXCURSOR" val="380"/>
  <p:tag name="TRANSPARENCY" val="True"/>
  <p:tag name="LATEXENGINEID" val="1"/>
  <p:tag name="TEMPFOLDER" val="c:\temp\"/>
  <p:tag name="LATEXFORMHEIGHT" val="390"/>
  <p:tag name="LATEXFORMWIDTH" val="423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4301</Words>
  <Application>Microsoft Office PowerPoint</Application>
  <PresentationFormat>Widescreen</PresentationFormat>
  <Paragraphs>903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Cambria Math</vt:lpstr>
      <vt:lpstr>Century Gothic</vt:lpstr>
      <vt:lpstr>Consolas</vt:lpstr>
      <vt:lpstr>Rockwell</vt:lpstr>
      <vt:lpstr>Rockwell Condensed</vt:lpstr>
      <vt:lpstr>Times New Roman</vt:lpstr>
      <vt:lpstr>Wingdings</vt:lpstr>
      <vt:lpstr>Wood Type</vt:lpstr>
      <vt:lpstr>Chapter 1 Introduction to the design and Analysis of algorithms</vt:lpstr>
      <vt:lpstr>Plan</vt:lpstr>
      <vt:lpstr>1. What is an Algorithm?</vt:lpstr>
      <vt:lpstr>What is an Algorithm? – Example 1</vt:lpstr>
      <vt:lpstr>What is an Algorithm? – Example 2</vt:lpstr>
      <vt:lpstr>What is an Algorithm? – Example 2</vt:lpstr>
      <vt:lpstr>What is an Algorithm? – Example 2</vt:lpstr>
      <vt:lpstr>What is an Algorithm? – Example 2</vt:lpstr>
      <vt:lpstr>What is an Algorithm? – Example 3</vt:lpstr>
      <vt:lpstr>What is an Algorithm? – Example 4</vt:lpstr>
      <vt:lpstr>What is an Algorithm? – Example 4</vt:lpstr>
      <vt:lpstr>What is an Algorithm? – Example 4</vt:lpstr>
      <vt:lpstr>What is an Algorithm? – Example 4</vt:lpstr>
      <vt:lpstr>What is an Algorithm? – Example 3</vt:lpstr>
      <vt:lpstr>What is an Algorithm? – Example 3</vt:lpstr>
      <vt:lpstr>2. Fundamentals of Algorithmic Problem Solving</vt:lpstr>
      <vt:lpstr>2. Fundamentals of Algorithmic Problem Solving</vt:lpstr>
      <vt:lpstr>2. Fundamentals of Algorithmic Problem Solving</vt:lpstr>
      <vt:lpstr>2. Fundamentals of Algorithmic Problem Solving</vt:lpstr>
      <vt:lpstr>2. Fundamentals of Algorithmic Problem Solving</vt:lpstr>
      <vt:lpstr>2. Fundamentals of Algorithmic Problem Solving</vt:lpstr>
      <vt:lpstr>2. Fundamentals of Algorithmic Problem Solving</vt:lpstr>
      <vt:lpstr>3. Important Problem Types - Sorting</vt:lpstr>
      <vt:lpstr>3. Important Problem Types - Sorting</vt:lpstr>
      <vt:lpstr>3. Important Problem Types - Searching</vt:lpstr>
      <vt:lpstr>3. Important Problem Types - Searching</vt:lpstr>
      <vt:lpstr>3. Important Problem Types – String processing</vt:lpstr>
      <vt:lpstr>3. Important Problem Types – Graph problems</vt:lpstr>
      <vt:lpstr>3. Important Problem Types – Combinatorial problems</vt:lpstr>
      <vt:lpstr>3. Important Problem Types – Geometric problems</vt:lpstr>
      <vt:lpstr>3. Important Problem Types – Geometric problems</vt:lpstr>
      <vt:lpstr>3. Important Problem Types – Numerical problems</vt:lpstr>
      <vt:lpstr>4. (Optional) Fundamental Data Structures – Linear DS</vt:lpstr>
      <vt:lpstr>4. Fundamental Data Structures – Linear DS</vt:lpstr>
      <vt:lpstr>4. Fundamental Data Structures – Graphs</vt:lpstr>
      <vt:lpstr>4. Fundamental Data Structures – Graphs</vt:lpstr>
      <vt:lpstr>4. Fundamental Data Structures – Graphs</vt:lpstr>
      <vt:lpstr>4. Fundamental Data Structures – Trees</vt:lpstr>
      <vt:lpstr>4. Fundamental Data Structures – Trees</vt:lpstr>
      <vt:lpstr>4. Fundamental Data Structures – Sets</vt:lpstr>
      <vt:lpstr>4. Fundamental Data Structures – Dictionaries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Analysis and design of algorithms</dc:title>
  <dc:creator>Admin</dc:creator>
  <cp:lastModifiedBy>Ali Bu Hawraa</cp:lastModifiedBy>
  <cp:revision>1</cp:revision>
  <dcterms:created xsi:type="dcterms:W3CDTF">2021-02-05T17:22:48Z</dcterms:created>
  <dcterms:modified xsi:type="dcterms:W3CDTF">2024-10-21T19:42:40Z</dcterms:modified>
</cp:coreProperties>
</file>