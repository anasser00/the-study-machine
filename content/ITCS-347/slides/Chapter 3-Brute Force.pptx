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4" r:id="rId9"/>
    <p:sldId id="266" r:id="rId10"/>
    <p:sldId id="275" r:id="rId11"/>
    <p:sldId id="276" r:id="rId12"/>
    <p:sldId id="271" r:id="rId13"/>
    <p:sldId id="270" r:id="rId14"/>
    <p:sldId id="272" r:id="rId15"/>
    <p:sldId id="277" r:id="rId16"/>
    <p:sldId id="278" r:id="rId17"/>
    <p:sldId id="265" r:id="rId18"/>
    <p:sldId id="267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Bu Hawraa" userId="c298b3438ccd2c24" providerId="LiveId" clId="{77F15A14-A90C-423A-BC55-878F50DE7C37}"/>
    <pc:docChg chg="undo custSel modSld">
      <pc:chgData name="Ali Bu Hawraa" userId="c298b3438ccd2c24" providerId="LiveId" clId="{77F15A14-A90C-423A-BC55-878F50DE7C37}" dt="2024-03-28T07:08:31.928" v="262" actId="962"/>
      <pc:docMkLst>
        <pc:docMk/>
      </pc:docMkLst>
      <pc:sldChg chg="modAnim">
        <pc:chgData name="Ali Bu Hawraa" userId="c298b3438ccd2c24" providerId="LiveId" clId="{77F15A14-A90C-423A-BC55-878F50DE7C37}" dt="2024-03-19T07:31:17.398" v="3"/>
        <pc:sldMkLst>
          <pc:docMk/>
          <pc:sldMk cId="0" sldId="267"/>
        </pc:sldMkLst>
      </pc:sldChg>
      <pc:sldChg chg="delSp modSp mod">
        <pc:chgData name="Ali Bu Hawraa" userId="c298b3438ccd2c24" providerId="LiveId" clId="{77F15A14-A90C-423A-BC55-878F50DE7C37}" dt="2024-03-28T07:08:31.928" v="262" actId="962"/>
        <pc:sldMkLst>
          <pc:docMk/>
          <pc:sldMk cId="3612512267" sldId="272"/>
        </pc:sldMkLst>
        <pc:spChg chg="del ord">
          <ac:chgData name="Ali Bu Hawraa" userId="c298b3438ccd2c24" providerId="LiveId" clId="{77F15A14-A90C-423A-BC55-878F50DE7C37}" dt="2024-03-28T07:08:31.928" v="260" actId="478"/>
          <ac:spMkLst>
            <pc:docMk/>
            <pc:sldMk cId="3612512267" sldId="272"/>
            <ac:spMk id="5" creationId="{D685603F-5561-E484-FF82-DEAC21E0C64D}"/>
          </ac:spMkLst>
        </pc:spChg>
        <pc:spChg chg="replST delST">
          <ac:chgData name="Ali Bu Hawraa" userId="c298b3438ccd2c24" providerId="LiveId" clId="{77F15A14-A90C-423A-BC55-878F50DE7C37}" dt="2024-03-28T07:08:31.928" v="251"/>
          <ac:spMkLst>
            <pc:docMk/>
            <pc:sldMk cId="3612512267" sldId="272"/>
            <ac:spMk id="7" creationId="{65EFD55E-7598-FE95-C6FD-C9CEF7B71129}"/>
          </ac:spMkLst>
        </pc:spChg>
        <pc:grpChg chg="ord replST delST">
          <ac:chgData name="Ali Bu Hawraa" userId="c298b3438ccd2c24" providerId="LiveId" clId="{77F15A14-A90C-423A-BC55-878F50DE7C37}" dt="2024-03-28T07:08:31.928" v="259"/>
          <ac:grpSpMkLst>
            <pc:docMk/>
            <pc:sldMk cId="3612512267" sldId="272"/>
            <ac:grpSpMk id="10" creationId="{F08A6A53-F04D-7C56-586F-520DF89E1349}"/>
          </ac:grpSpMkLst>
        </pc:grpChg>
        <pc:picChg chg="mod ord replST delST">
          <ac:chgData name="Ali Bu Hawraa" userId="c298b3438ccd2c24" providerId="LiveId" clId="{77F15A14-A90C-423A-BC55-878F50DE7C37}" dt="2024-03-28T07:08:31.928" v="262" actId="962"/>
          <ac:picMkLst>
            <pc:docMk/>
            <pc:sldMk cId="3612512267" sldId="272"/>
            <ac:picMk id="9" creationId="{11780BA2-BBD1-7226-DE17-768C26016DC0}"/>
          </ac:picMkLst>
        </pc:picChg>
        <pc:picChg chg="del mod">
          <ac:chgData name="Ali Bu Hawraa" userId="c298b3438ccd2c24" providerId="LiveId" clId="{77F15A14-A90C-423A-BC55-878F50DE7C37}" dt="2024-03-28T07:08:31.928" v="245" actId="478"/>
          <ac:picMkLst>
            <pc:docMk/>
            <pc:sldMk cId="3612512267" sldId="272"/>
            <ac:picMk id="24" creationId="{800F2137-8DED-17B8-4B0D-0D22396F6B22}"/>
          </ac:picMkLst>
        </pc:picChg>
      </pc:sldChg>
      <pc:sldChg chg="addSp delSp modSp mod">
        <pc:chgData name="Ali Bu Hawraa" userId="c298b3438ccd2c24" providerId="LiveId" clId="{77F15A14-A90C-423A-BC55-878F50DE7C37}" dt="2024-03-19T07:41:03.367" v="207" actId="1076"/>
        <pc:sldMkLst>
          <pc:docMk/>
          <pc:sldMk cId="0" sldId="280"/>
        </pc:sldMkLst>
        <pc:spChg chg="add del mod">
          <ac:chgData name="Ali Bu Hawraa" userId="c298b3438ccd2c24" providerId="LiveId" clId="{77F15A14-A90C-423A-BC55-878F50DE7C37}" dt="2024-03-19T07:40:32.146" v="199" actId="478"/>
          <ac:spMkLst>
            <pc:docMk/>
            <pc:sldMk cId="0" sldId="280"/>
            <ac:spMk id="3" creationId="{6ECEFBC0-37AD-6B00-F70D-58AC66389807}"/>
          </ac:spMkLst>
        </pc:spChg>
        <pc:spChg chg="add mod">
          <ac:chgData name="Ali Bu Hawraa" userId="c298b3438ccd2c24" providerId="LiveId" clId="{77F15A14-A90C-423A-BC55-878F50DE7C37}" dt="2024-03-19T07:41:03.367" v="207" actId="1076"/>
          <ac:spMkLst>
            <pc:docMk/>
            <pc:sldMk cId="0" sldId="280"/>
            <ac:spMk id="5" creationId="{008840BA-D2BE-DC6D-8A59-262DE3ED7C25}"/>
          </ac:spMkLst>
        </pc:spChg>
        <pc:spChg chg="mod">
          <ac:chgData name="Ali Bu Hawraa" userId="c298b3438ccd2c24" providerId="LiveId" clId="{77F15A14-A90C-423A-BC55-878F50DE7C37}" dt="2024-03-19T07:37:09.084" v="90" actId="27636"/>
          <ac:spMkLst>
            <pc:docMk/>
            <pc:sldMk cId="0" sldId="280"/>
            <ac:spMk id="280579" creationId="{991F4EBC-4731-B5F5-660D-C4EA54830F1A}"/>
          </ac:spMkLst>
        </pc:spChg>
        <pc:graphicFrameChg chg="add mod modGraphic">
          <ac:chgData name="Ali Bu Hawraa" userId="c298b3438ccd2c24" providerId="LiveId" clId="{77F15A14-A90C-423A-BC55-878F50DE7C37}" dt="2024-03-19T07:41:00.663" v="206" actId="1076"/>
          <ac:graphicFrameMkLst>
            <pc:docMk/>
            <pc:sldMk cId="0" sldId="280"/>
            <ac:graphicFrameMk id="6" creationId="{28DE87F7-58E8-E504-BEEF-0CF662E03669}"/>
          </ac:graphicFrameMkLst>
        </pc:graphicFrameChg>
      </pc:sldChg>
      <pc:sldChg chg="modSp mod">
        <pc:chgData name="Ali Bu Hawraa" userId="c298b3438ccd2c24" providerId="LiveId" clId="{77F15A14-A90C-423A-BC55-878F50DE7C37}" dt="2024-03-19T07:38:01.910" v="98" actId="14100"/>
        <pc:sldMkLst>
          <pc:docMk/>
          <pc:sldMk cId="0" sldId="281"/>
        </pc:sldMkLst>
        <pc:spChg chg="mod">
          <ac:chgData name="Ali Bu Hawraa" userId="c298b3438ccd2c24" providerId="LiveId" clId="{77F15A14-A90C-423A-BC55-878F50DE7C37}" dt="2024-03-19T07:38:01.910" v="98" actId="14100"/>
          <ac:spMkLst>
            <pc:docMk/>
            <pc:sldMk cId="0" sldId="281"/>
            <ac:spMk id="282626" creationId="{11ED2479-5C5A-BB39-0D15-706FB0A2C4BC}"/>
          </ac:spMkLst>
        </pc:spChg>
        <pc:spChg chg="mod">
          <ac:chgData name="Ali Bu Hawraa" userId="c298b3438ccd2c24" providerId="LiveId" clId="{77F15A14-A90C-423A-BC55-878F50DE7C37}" dt="2024-03-19T07:37:50.170" v="96" actId="1076"/>
          <ac:spMkLst>
            <pc:docMk/>
            <pc:sldMk cId="0" sldId="281"/>
            <ac:spMk id="282628" creationId="{E2486D20-685E-22FB-DF93-2B15E51789BA}"/>
          </ac:spMkLst>
        </pc:spChg>
      </pc:sldChg>
    </pc:docChg>
  </pc:docChgLst>
  <pc:docChgLst>
    <pc:chgData name="Ali Bu Hawraa" userId="c298b3438ccd2c24" providerId="LiveId" clId="{4DCF5379-2B37-4B8D-8D4D-65AE73399220}"/>
    <pc:docChg chg="modSld">
      <pc:chgData name="Ali Bu Hawraa" userId="c298b3438ccd2c24" providerId="LiveId" clId="{4DCF5379-2B37-4B8D-8D4D-65AE73399220}" dt="2024-10-23T11:18:00.269" v="1"/>
      <pc:docMkLst>
        <pc:docMk/>
      </pc:docMkLst>
      <pc:sldChg chg="modAnim">
        <pc:chgData name="Ali Bu Hawraa" userId="c298b3438ccd2c24" providerId="LiveId" clId="{4DCF5379-2B37-4B8D-8D4D-65AE73399220}" dt="2024-10-23T11:18:00.269" v="1"/>
        <pc:sldMkLst>
          <pc:docMk/>
          <pc:sldMk cId="1673421603" sldId="271"/>
        </pc:sldMkLst>
      </pc:sldChg>
    </pc:docChg>
  </pc:docChgLst>
  <pc:docChgLst>
    <pc:chgData name="Ali Bu Hawraa" userId="c298b3438ccd2c24" providerId="LiveId" clId="{365D70D6-3596-4B31-BCE4-61466D54DC6D}"/>
    <pc:docChg chg="undo custSel addSld delSld modSld">
      <pc:chgData name="Ali Bu Hawraa" userId="c298b3438ccd2c24" providerId="LiveId" clId="{365D70D6-3596-4B31-BCE4-61466D54DC6D}" dt="2024-03-20T14:16:28.019" v="1436" actId="1076"/>
      <pc:docMkLst>
        <pc:docMk/>
      </pc:docMkLst>
      <pc:sldChg chg="modSp mod">
        <pc:chgData name="Ali Bu Hawraa" userId="c298b3438ccd2c24" providerId="LiveId" clId="{365D70D6-3596-4B31-BCE4-61466D54DC6D}" dt="2024-03-16T16:44:16.700" v="27" actId="20577"/>
        <pc:sldMkLst>
          <pc:docMk/>
          <pc:sldMk cId="3921818697" sldId="257"/>
        </pc:sldMkLst>
        <pc:spChg chg="mod">
          <ac:chgData name="Ali Bu Hawraa" userId="c298b3438ccd2c24" providerId="LiveId" clId="{365D70D6-3596-4B31-BCE4-61466D54DC6D}" dt="2024-03-16T16:44:16.700" v="27" actId="20577"/>
          <ac:spMkLst>
            <pc:docMk/>
            <pc:sldMk cId="3921818697" sldId="257"/>
            <ac:spMk id="3" creationId="{00000000-0000-0000-0000-000000000000}"/>
          </ac:spMkLst>
        </pc:spChg>
      </pc:sldChg>
      <pc:sldChg chg="addSp modSp add mod modAnim">
        <pc:chgData name="Ali Bu Hawraa" userId="c298b3438ccd2c24" providerId="LiveId" clId="{365D70D6-3596-4B31-BCE4-61466D54DC6D}" dt="2024-03-16T19:52:47.207" v="455" actId="20577"/>
        <pc:sldMkLst>
          <pc:docMk/>
          <pc:sldMk cId="0" sldId="265"/>
        </pc:sldMkLst>
        <pc:spChg chg="mod">
          <ac:chgData name="Ali Bu Hawraa" userId="c298b3438ccd2c24" providerId="LiveId" clId="{365D70D6-3596-4B31-BCE4-61466D54DC6D}" dt="2024-03-16T16:49:53.677" v="149" actId="14100"/>
          <ac:spMkLst>
            <pc:docMk/>
            <pc:sldMk cId="0" sldId="265"/>
            <ac:spMk id="245762" creationId="{35673C21-B7A2-ACE5-AD88-07F020F9FCE0}"/>
          </ac:spMkLst>
        </pc:spChg>
        <pc:spChg chg="mod">
          <ac:chgData name="Ali Bu Hawraa" userId="c298b3438ccd2c24" providerId="LiveId" clId="{365D70D6-3596-4B31-BCE4-61466D54DC6D}" dt="2024-03-16T19:33:57.989" v="229" actId="6549"/>
          <ac:spMkLst>
            <pc:docMk/>
            <pc:sldMk cId="0" sldId="265"/>
            <ac:spMk id="245763" creationId="{4DBD0A79-9BD0-DF48-3191-6E324047A388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65" creationId="{A9D164A2-322D-DA66-0D36-7EAD04CBD05E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66" creationId="{E0DBC9B7-5757-4070-EDF0-879C7BC56F42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67" creationId="{FFD39216-A73A-F302-A7CD-F533DBF2AEF0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68" creationId="{1576601B-5011-B35F-F627-CDB320CBB50F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69" creationId="{2F1C6F9E-6846-64AF-3EDC-A52EBB096E8B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0" creationId="{E2590671-4B0A-81EA-4C42-F0C3BA6A1F8B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1" creationId="{D3F5D3AB-7140-310E-B829-05050B99BB89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2" creationId="{9E4F0031-6F11-BB10-3B3D-AD569578A8F7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3" creationId="{7038B4FB-7CEB-DE0D-B2D9-6DF3BEE7F405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4" creationId="{96E7C84F-BFBB-DB7C-50B5-FD95F921476F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5" creationId="{9E40B100-F6C7-3AFB-22CC-37DFF8080032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6" creationId="{48B4847C-4FD7-4155-F3BC-2CF88B8D4864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7" creationId="{7F1F29C3-B250-077E-8D76-9727181DA945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8" creationId="{8065C1DF-76F1-EE79-C246-62B2F9DA373D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79" creationId="{F7E52ABC-CE86-B86D-D521-935D19180527}"/>
          </ac:spMkLst>
        </pc:spChg>
        <pc:spChg chg="mod">
          <ac:chgData name="Ali Bu Hawraa" userId="c298b3438ccd2c24" providerId="LiveId" clId="{365D70D6-3596-4B31-BCE4-61466D54DC6D}" dt="2024-03-16T19:50:43.705" v="450" actId="1076"/>
          <ac:spMkLst>
            <pc:docMk/>
            <pc:sldMk cId="0" sldId="265"/>
            <ac:spMk id="245780" creationId="{AF41500D-1249-5065-1A91-F8BF46C686C2}"/>
          </ac:spMkLst>
        </pc:spChg>
        <pc:grpChg chg="mod">
          <ac:chgData name="Ali Bu Hawraa" userId="c298b3438ccd2c24" providerId="LiveId" clId="{365D70D6-3596-4B31-BCE4-61466D54DC6D}" dt="2024-03-16T19:50:55.395" v="451" actId="2711"/>
          <ac:grpSpMkLst>
            <pc:docMk/>
            <pc:sldMk cId="0" sldId="265"/>
            <ac:grpSpMk id="245764" creationId="{EAA9ADEC-BC95-DA2B-C369-7BBA7D180DB6}"/>
          </ac:grpSpMkLst>
        </pc:grpChg>
        <pc:graphicFrameChg chg="add mod modGraphic">
          <ac:chgData name="Ali Bu Hawraa" userId="c298b3438ccd2c24" providerId="LiveId" clId="{365D70D6-3596-4B31-BCE4-61466D54DC6D}" dt="2024-03-16T19:52:30.099" v="453" actId="1076"/>
          <ac:graphicFrameMkLst>
            <pc:docMk/>
            <pc:sldMk cId="0" sldId="265"/>
            <ac:graphicFrameMk id="5" creationId="{C2ABA54F-9371-9AC5-B2AD-16D1582AFB93}"/>
          </ac:graphicFrameMkLst>
        </pc:graphicFrameChg>
        <pc:graphicFrameChg chg="add mod modGraphic">
          <ac:chgData name="Ali Bu Hawraa" userId="c298b3438ccd2c24" providerId="LiveId" clId="{365D70D6-3596-4B31-BCE4-61466D54DC6D}" dt="2024-03-16T19:52:47.207" v="455" actId="20577"/>
          <ac:graphicFrameMkLst>
            <pc:docMk/>
            <pc:sldMk cId="0" sldId="265"/>
            <ac:graphicFrameMk id="7" creationId="{75E85BFF-472D-5760-B82E-FE0EFA273771}"/>
          </ac:graphicFrameMkLst>
        </pc:graphicFrameChg>
      </pc:sldChg>
      <pc:sldChg chg="addSp delSp modSp add mod modAnim">
        <pc:chgData name="Ali Bu Hawraa" userId="c298b3438ccd2c24" providerId="LiveId" clId="{365D70D6-3596-4B31-BCE4-61466D54DC6D}" dt="2024-03-16T20:06:42.002" v="807"/>
        <pc:sldMkLst>
          <pc:docMk/>
          <pc:sldMk cId="0" sldId="267"/>
        </pc:sldMkLst>
        <pc:spChg chg="del">
          <ac:chgData name="Ali Bu Hawraa" userId="c298b3438ccd2c24" providerId="LiveId" clId="{365D70D6-3596-4B31-BCE4-61466D54DC6D}" dt="2024-03-16T16:51:27.156" v="162" actId="478"/>
          <ac:spMkLst>
            <pc:docMk/>
            <pc:sldMk cId="0" sldId="267"/>
            <ac:spMk id="2" creationId="{5D3A10AD-830D-C375-3CC0-3F6FF7D2360A}"/>
          </ac:spMkLst>
        </pc:spChg>
        <pc:spChg chg="add mod">
          <ac:chgData name="Ali Bu Hawraa" userId="c298b3438ccd2c24" providerId="LiveId" clId="{365D70D6-3596-4B31-BCE4-61466D54DC6D}" dt="2024-03-16T20:02:43.071" v="693" actId="20577"/>
          <ac:spMkLst>
            <pc:docMk/>
            <pc:sldMk cId="0" sldId="267"/>
            <ac:spMk id="6" creationId="{47AE6256-EE52-CAEA-6ECF-457162E6F750}"/>
          </ac:spMkLst>
        </pc:spChg>
        <pc:spChg chg="mod">
          <ac:chgData name="Ali Bu Hawraa" userId="c298b3438ccd2c24" providerId="LiveId" clId="{365D70D6-3596-4B31-BCE4-61466D54DC6D}" dt="2024-03-16T16:50:10.413" v="150" actId="255"/>
          <ac:spMkLst>
            <pc:docMk/>
            <pc:sldMk cId="0" sldId="267"/>
            <ac:spMk id="247810" creationId="{23E9EA71-8DF0-77E4-968F-0B6916074796}"/>
          </ac:spMkLst>
        </pc:spChg>
        <pc:spChg chg="mod">
          <ac:chgData name="Ali Bu Hawraa" userId="c298b3438ccd2c24" providerId="LiveId" clId="{365D70D6-3596-4B31-BCE4-61466D54DC6D}" dt="2024-03-16T20:06:25.143" v="803" actId="20577"/>
          <ac:spMkLst>
            <pc:docMk/>
            <pc:sldMk cId="0" sldId="267"/>
            <ac:spMk id="247811" creationId="{1213289B-6598-B297-BA88-3F545F982538}"/>
          </ac:spMkLst>
        </pc:spChg>
        <pc:graphicFrameChg chg="add mod modGraphic">
          <ac:chgData name="Ali Bu Hawraa" userId="c298b3438ccd2c24" providerId="LiveId" clId="{365D70D6-3596-4B31-BCE4-61466D54DC6D}" dt="2024-03-16T20:01:11.473" v="658" actId="1076"/>
          <ac:graphicFrameMkLst>
            <pc:docMk/>
            <pc:sldMk cId="0" sldId="267"/>
            <ac:graphicFrameMk id="5" creationId="{196BA86A-7B4D-38E1-D101-6706D4CB2404}"/>
          </ac:graphicFrameMkLst>
        </pc:graphicFrameChg>
      </pc:sldChg>
      <pc:sldChg chg="delSp modSp add del mod">
        <pc:chgData name="Ali Bu Hawraa" userId="c298b3438ccd2c24" providerId="LiveId" clId="{365D70D6-3596-4B31-BCE4-61466D54DC6D}" dt="2024-03-16T20:09:05.354" v="808" actId="47"/>
        <pc:sldMkLst>
          <pc:docMk/>
          <pc:sldMk cId="0" sldId="268"/>
        </pc:sldMkLst>
        <pc:spChg chg="del">
          <ac:chgData name="Ali Bu Hawraa" userId="c298b3438ccd2c24" providerId="LiveId" clId="{365D70D6-3596-4B31-BCE4-61466D54DC6D}" dt="2024-03-16T16:51:31.776" v="163" actId="478"/>
          <ac:spMkLst>
            <pc:docMk/>
            <pc:sldMk cId="0" sldId="268"/>
            <ac:spMk id="2" creationId="{C9844366-F13A-756E-A201-BE8CEC8C8325}"/>
          </ac:spMkLst>
        </pc:spChg>
        <pc:spChg chg="mod">
          <ac:chgData name="Ali Bu Hawraa" userId="c298b3438ccd2c24" providerId="LiveId" clId="{365D70D6-3596-4B31-BCE4-61466D54DC6D}" dt="2024-03-16T16:50:44.361" v="155" actId="255"/>
          <ac:spMkLst>
            <pc:docMk/>
            <pc:sldMk cId="0" sldId="268"/>
            <ac:spMk id="248834" creationId="{EDBF86C9-99EE-340D-4556-6BCE57B33514}"/>
          </ac:spMkLst>
        </pc:spChg>
        <pc:spChg chg="mod">
          <ac:chgData name="Ali Bu Hawraa" userId="c298b3438ccd2c24" providerId="LiveId" clId="{365D70D6-3596-4B31-BCE4-61466D54DC6D}" dt="2024-03-16T20:01:34.303" v="662" actId="14100"/>
          <ac:spMkLst>
            <pc:docMk/>
            <pc:sldMk cId="0" sldId="268"/>
            <ac:spMk id="248835" creationId="{F86AA9B8-4FE5-D68D-08FE-9FB109AC28C1}"/>
          </ac:spMkLst>
        </pc:spChg>
      </pc:sldChg>
      <pc:sldChg chg="modSp new mod modAnim">
        <pc:chgData name="Ali Bu Hawraa" userId="c298b3438ccd2c24" providerId="LiveId" clId="{365D70D6-3596-4B31-BCE4-61466D54DC6D}" dt="2024-03-16T19:32:00.913" v="224" actId="1036"/>
        <pc:sldMkLst>
          <pc:docMk/>
          <pc:sldMk cId="45355021" sldId="278"/>
        </pc:sldMkLst>
        <pc:spChg chg="mod">
          <ac:chgData name="Ali Bu Hawraa" userId="c298b3438ccd2c24" providerId="LiveId" clId="{365D70D6-3596-4B31-BCE4-61466D54DC6D}" dt="2024-03-16T16:44:04.795" v="9" actId="20577"/>
          <ac:spMkLst>
            <pc:docMk/>
            <pc:sldMk cId="45355021" sldId="278"/>
            <ac:spMk id="2" creationId="{8B2968DF-C297-7AA3-C4D4-03D3C2F1657D}"/>
          </ac:spMkLst>
        </pc:spChg>
        <pc:spChg chg="mod">
          <ac:chgData name="Ali Bu Hawraa" userId="c298b3438ccd2c24" providerId="LiveId" clId="{365D70D6-3596-4B31-BCE4-61466D54DC6D}" dt="2024-03-16T19:32:00.913" v="224" actId="1036"/>
          <ac:spMkLst>
            <pc:docMk/>
            <pc:sldMk cId="45355021" sldId="278"/>
            <ac:spMk id="3" creationId="{C8EDC003-E3D5-E5F9-2AA4-302C6E970EF9}"/>
          </ac:spMkLst>
        </pc:spChg>
      </pc:sldChg>
      <pc:sldChg chg="delSp modSp add del mod">
        <pc:chgData name="Ali Bu Hawraa" userId="c298b3438ccd2c24" providerId="LiveId" clId="{365D70D6-3596-4B31-BCE4-61466D54DC6D}" dt="2024-03-16T19:52:23.542" v="452" actId="47"/>
        <pc:sldMkLst>
          <pc:docMk/>
          <pc:sldMk cId="0" sldId="279"/>
        </pc:sldMkLst>
        <pc:spChg chg="del">
          <ac:chgData name="Ali Bu Hawraa" userId="c298b3438ccd2c24" providerId="LiveId" clId="{365D70D6-3596-4B31-BCE4-61466D54DC6D}" dt="2024-03-16T16:51:36.038" v="164" actId="478"/>
          <ac:spMkLst>
            <pc:docMk/>
            <pc:sldMk cId="0" sldId="279"/>
            <ac:spMk id="2" creationId="{E20803B7-917A-811B-7DF0-B3FBA89CEAFC}"/>
          </ac:spMkLst>
        </pc:spChg>
        <pc:spChg chg="mod">
          <ac:chgData name="Ali Bu Hawraa" userId="c298b3438ccd2c24" providerId="LiveId" clId="{365D70D6-3596-4B31-BCE4-61466D54DC6D}" dt="2024-03-16T16:49:41.359" v="147" actId="255"/>
          <ac:spMkLst>
            <pc:docMk/>
            <pc:sldMk cId="0" sldId="279"/>
            <ac:spMk id="246786" creationId="{18BA90BC-B480-270A-596D-B076078EDDA2}"/>
          </ac:spMkLst>
        </pc:spChg>
        <pc:spChg chg="mod">
          <ac:chgData name="Ali Bu Hawraa" userId="c298b3438ccd2c24" providerId="LiveId" clId="{365D70D6-3596-4B31-BCE4-61466D54DC6D}" dt="2024-03-16T19:33:16.980" v="228" actId="14100"/>
          <ac:spMkLst>
            <pc:docMk/>
            <pc:sldMk cId="0" sldId="279"/>
            <ac:spMk id="246787" creationId="{40242DAE-9449-4928-A1FF-25EE2AD51D34}"/>
          </ac:spMkLst>
        </pc:spChg>
      </pc:sldChg>
      <pc:sldChg chg="new del">
        <pc:chgData name="Ali Bu Hawraa" userId="c298b3438ccd2c24" providerId="LiveId" clId="{365D70D6-3596-4B31-BCE4-61466D54DC6D}" dt="2024-03-16T16:44:44.731" v="30" actId="47"/>
        <pc:sldMkLst>
          <pc:docMk/>
          <pc:sldMk cId="602430257" sldId="279"/>
        </pc:sldMkLst>
      </pc:sldChg>
      <pc:sldChg chg="delSp modSp add mod delAnim modAnim">
        <pc:chgData name="Ali Bu Hawraa" userId="c298b3438ccd2c24" providerId="LiveId" clId="{365D70D6-3596-4B31-BCE4-61466D54DC6D}" dt="2024-03-20T14:16:07.580" v="1407" actId="20577"/>
        <pc:sldMkLst>
          <pc:docMk/>
          <pc:sldMk cId="0" sldId="280"/>
        </pc:sldMkLst>
        <pc:spChg chg="del">
          <ac:chgData name="Ali Bu Hawraa" userId="c298b3438ccd2c24" providerId="LiveId" clId="{365D70D6-3596-4B31-BCE4-61466D54DC6D}" dt="2024-03-16T16:51:40.668" v="165" actId="478"/>
          <ac:spMkLst>
            <pc:docMk/>
            <pc:sldMk cId="0" sldId="280"/>
            <ac:spMk id="2" creationId="{790F0043-6F07-EF09-8449-F6B3351EF118}"/>
          </ac:spMkLst>
        </pc:spChg>
        <pc:spChg chg="del mod">
          <ac:chgData name="Ali Bu Hawraa" userId="c298b3438ccd2c24" providerId="LiveId" clId="{365D70D6-3596-4B31-BCE4-61466D54DC6D}" dt="2024-03-20T14:05:06.225" v="1149" actId="478"/>
          <ac:spMkLst>
            <pc:docMk/>
            <pc:sldMk cId="0" sldId="280"/>
            <ac:spMk id="5" creationId="{008840BA-D2BE-DC6D-8A59-262DE3ED7C25}"/>
          </ac:spMkLst>
        </pc:spChg>
        <pc:spChg chg="mod">
          <ac:chgData name="Ali Bu Hawraa" userId="c298b3438ccd2c24" providerId="LiveId" clId="{365D70D6-3596-4B31-BCE4-61466D54DC6D}" dt="2024-03-16T16:52:08.549" v="169" actId="207"/>
          <ac:spMkLst>
            <pc:docMk/>
            <pc:sldMk cId="0" sldId="280"/>
            <ac:spMk id="280578" creationId="{7F5640D1-251B-83DE-0919-CBE267442D0E}"/>
          </ac:spMkLst>
        </pc:spChg>
        <pc:spChg chg="mod">
          <ac:chgData name="Ali Bu Hawraa" userId="c298b3438ccd2c24" providerId="LiveId" clId="{365D70D6-3596-4B31-BCE4-61466D54DC6D}" dt="2024-03-20T14:16:07.580" v="1407" actId="20577"/>
          <ac:spMkLst>
            <pc:docMk/>
            <pc:sldMk cId="0" sldId="280"/>
            <ac:spMk id="280579" creationId="{991F4EBC-4731-B5F5-660D-C4EA54830F1A}"/>
          </ac:spMkLst>
        </pc:spChg>
        <pc:graphicFrameChg chg="mod">
          <ac:chgData name="Ali Bu Hawraa" userId="c298b3438ccd2c24" providerId="LiveId" clId="{365D70D6-3596-4B31-BCE4-61466D54DC6D}" dt="2024-03-20T14:05:47.140" v="1181" actId="1036"/>
          <ac:graphicFrameMkLst>
            <pc:docMk/>
            <pc:sldMk cId="0" sldId="280"/>
            <ac:graphicFrameMk id="6" creationId="{28DE87F7-58E8-E504-BEEF-0CF662E03669}"/>
          </ac:graphicFrameMkLst>
        </pc:graphicFrameChg>
      </pc:sldChg>
      <pc:sldChg chg="addSp delSp modSp add mod addAnim delAnim modAnim">
        <pc:chgData name="Ali Bu Hawraa" userId="c298b3438ccd2c24" providerId="LiveId" clId="{365D70D6-3596-4B31-BCE4-61466D54DC6D}" dt="2024-03-20T14:16:28.019" v="1436" actId="1076"/>
        <pc:sldMkLst>
          <pc:docMk/>
          <pc:sldMk cId="0" sldId="281"/>
        </pc:sldMkLst>
        <pc:spChg chg="del">
          <ac:chgData name="Ali Bu Hawraa" userId="c298b3438ccd2c24" providerId="LiveId" clId="{365D70D6-3596-4B31-BCE4-61466D54DC6D}" dt="2024-03-16T16:53:14.078" v="182" actId="478"/>
          <ac:spMkLst>
            <pc:docMk/>
            <pc:sldMk cId="0" sldId="281"/>
            <ac:spMk id="2" creationId="{DD335C01-C065-B98F-9492-BBC0A61896BB}"/>
          </ac:spMkLst>
        </pc:spChg>
        <pc:spChg chg="add mod">
          <ac:chgData name="Ali Bu Hawraa" userId="c298b3438ccd2c24" providerId="LiveId" clId="{365D70D6-3596-4B31-BCE4-61466D54DC6D}" dt="2024-03-20T14:16:28.019" v="1436" actId="1076"/>
          <ac:spMkLst>
            <pc:docMk/>
            <pc:sldMk cId="0" sldId="281"/>
            <ac:spMk id="3" creationId="{8C2B57D7-E25B-865D-2540-9F9B7B8306BD}"/>
          </ac:spMkLst>
        </pc:spChg>
        <pc:spChg chg="add mod ord">
          <ac:chgData name="Ali Bu Hawraa" userId="c298b3438ccd2c24" providerId="LiveId" clId="{365D70D6-3596-4B31-BCE4-61466D54DC6D}" dt="2024-03-20T14:16:19.965" v="1434" actId="20577"/>
          <ac:spMkLst>
            <pc:docMk/>
            <pc:sldMk cId="0" sldId="281"/>
            <ac:spMk id="7" creationId="{031CA9CA-89B5-CB11-7686-094FE244C7CC}"/>
          </ac:spMkLst>
        </pc:spChg>
        <pc:spChg chg="del mod">
          <ac:chgData name="Ali Bu Hawraa" userId="c298b3438ccd2c24" providerId="LiveId" clId="{365D70D6-3596-4B31-BCE4-61466D54DC6D}" dt="2024-03-20T14:05:57.968" v="1183" actId="478"/>
          <ac:spMkLst>
            <pc:docMk/>
            <pc:sldMk cId="0" sldId="281"/>
            <ac:spMk id="282626" creationId="{11ED2479-5C5A-BB39-0D15-706FB0A2C4BC}"/>
          </ac:spMkLst>
        </pc:spChg>
        <pc:spChg chg="mod">
          <ac:chgData name="Ali Bu Hawraa" userId="c298b3438ccd2c24" providerId="LiveId" clId="{365D70D6-3596-4B31-BCE4-61466D54DC6D}" dt="2024-03-16T16:53:03.960" v="181" actId="27636"/>
          <ac:spMkLst>
            <pc:docMk/>
            <pc:sldMk cId="0" sldId="281"/>
            <ac:spMk id="282627" creationId="{C2B9F8F9-75D7-E92F-26E9-6CD98A90E877}"/>
          </ac:spMkLst>
        </pc:spChg>
        <pc:spChg chg="del">
          <ac:chgData name="Ali Bu Hawraa" userId="c298b3438ccd2c24" providerId="LiveId" clId="{365D70D6-3596-4B31-BCE4-61466D54DC6D}" dt="2024-03-20T13:49:15.831" v="909" actId="478"/>
          <ac:spMkLst>
            <pc:docMk/>
            <pc:sldMk cId="0" sldId="281"/>
            <ac:spMk id="282628" creationId="{E2486D20-685E-22FB-DF93-2B15E51789BA}"/>
          </ac:spMkLst>
        </pc:spChg>
        <pc:graphicFrameChg chg="add mod modGraphic">
          <ac:chgData name="Ali Bu Hawraa" userId="c298b3438ccd2c24" providerId="LiveId" clId="{365D70D6-3596-4B31-BCE4-61466D54DC6D}" dt="2024-03-20T14:16:25.019" v="1435" actId="1076"/>
          <ac:graphicFrameMkLst>
            <pc:docMk/>
            <pc:sldMk cId="0" sldId="281"/>
            <ac:graphicFrameMk id="5" creationId="{EB5CC8F0-358B-9D3C-6CF5-479015892B82}"/>
          </ac:graphicFrameMkLst>
        </pc:graphicFrameChg>
      </pc:sldChg>
      <pc:sldChg chg="addSp delSp modSp new del mod">
        <pc:chgData name="Ali Bu Hawraa" userId="c298b3438ccd2c24" providerId="LiveId" clId="{365D70D6-3596-4B31-BCE4-61466D54DC6D}" dt="2024-03-16T20:06:06.521" v="800" actId="47"/>
        <pc:sldMkLst>
          <pc:docMk/>
          <pc:sldMk cId="888313253" sldId="282"/>
        </pc:sldMkLst>
        <pc:spChg chg="del">
          <ac:chgData name="Ali Bu Hawraa" userId="c298b3438ccd2c24" providerId="LiveId" clId="{365D70D6-3596-4B31-BCE4-61466D54DC6D}" dt="2024-03-16T20:03:11.313" v="695" actId="478"/>
          <ac:spMkLst>
            <pc:docMk/>
            <pc:sldMk cId="888313253" sldId="282"/>
            <ac:spMk id="3" creationId="{7DE2806E-46AD-460B-44C1-AB91D9561DBB}"/>
          </ac:spMkLst>
        </pc:spChg>
        <pc:spChg chg="add mod">
          <ac:chgData name="Ali Bu Hawraa" userId="c298b3438ccd2c24" providerId="LiveId" clId="{365D70D6-3596-4B31-BCE4-61466D54DC6D}" dt="2024-03-16T20:03:11.941" v="696"/>
          <ac:spMkLst>
            <pc:docMk/>
            <pc:sldMk cId="888313253" sldId="282"/>
            <ac:spMk id="6" creationId="{ED00D1DB-36ED-89D1-6DBA-E3771D959C2B}"/>
          </ac:spMkLst>
        </pc:spChg>
        <pc:graphicFrameChg chg="add mod modGraphic">
          <ac:chgData name="Ali Bu Hawraa" userId="c298b3438ccd2c24" providerId="LiveId" clId="{365D70D6-3596-4B31-BCE4-61466D54DC6D}" dt="2024-03-16T20:05:11.088" v="799"/>
          <ac:graphicFrameMkLst>
            <pc:docMk/>
            <pc:sldMk cId="888313253" sldId="282"/>
            <ac:graphicFrameMk id="7" creationId="{C532F5F5-67F1-EFE7-4A86-9173F1985CB3}"/>
          </ac:graphicFrameMkLst>
        </pc:graphicFrameChg>
      </pc:sldChg>
    </pc:docChg>
  </pc:docChgLst>
  <pc:docChgLst>
    <pc:chgData name="Ali Bu Hawraa" userId="c298b3438ccd2c24" providerId="LiveId" clId="{7AD80C97-EBA3-42A0-B75D-19959B7741B0}"/>
    <pc:docChg chg="undo redo custSel addSld delSld modSld">
      <pc:chgData name="Ali Bu Hawraa" userId="c298b3438ccd2c24" providerId="LiveId" clId="{7AD80C97-EBA3-42A0-B75D-19959B7741B0}" dt="2023-10-20T21:13:55.291" v="2602" actId="1076"/>
      <pc:docMkLst>
        <pc:docMk/>
      </pc:docMkLst>
      <pc:sldChg chg="modSp mod modAnim">
        <pc:chgData name="Ali Bu Hawraa" userId="c298b3438ccd2c24" providerId="LiveId" clId="{7AD80C97-EBA3-42A0-B75D-19959B7741B0}" dt="2023-10-20T19:28:46.956" v="780"/>
        <pc:sldMkLst>
          <pc:docMk/>
          <pc:sldMk cId="379697963" sldId="258"/>
        </pc:sldMkLst>
        <pc:spChg chg="mod">
          <ac:chgData name="Ali Bu Hawraa" userId="c298b3438ccd2c24" providerId="LiveId" clId="{7AD80C97-EBA3-42A0-B75D-19959B7741B0}" dt="2023-10-20T19:28:01.005" v="773" actId="20577"/>
          <ac:spMkLst>
            <pc:docMk/>
            <pc:sldMk cId="379697963" sldId="258"/>
            <ac:spMk id="3" creationId="{00000000-0000-0000-0000-000000000000}"/>
          </ac:spMkLst>
        </pc:spChg>
      </pc:sldChg>
      <pc:sldChg chg="modSp modAnim">
        <pc:chgData name="Ali Bu Hawraa" userId="c298b3438ccd2c24" providerId="LiveId" clId="{7AD80C97-EBA3-42A0-B75D-19959B7741B0}" dt="2023-10-20T20:10:33.452" v="875" actId="20577"/>
        <pc:sldMkLst>
          <pc:docMk/>
          <pc:sldMk cId="1651380650" sldId="270"/>
        </pc:sldMkLst>
        <pc:spChg chg="mod">
          <ac:chgData name="Ali Bu Hawraa" userId="c298b3438ccd2c24" providerId="LiveId" clId="{7AD80C97-EBA3-42A0-B75D-19959B7741B0}" dt="2023-10-20T20:10:33.452" v="875" actId="20577"/>
          <ac:spMkLst>
            <pc:docMk/>
            <pc:sldMk cId="1651380650" sldId="270"/>
            <ac:spMk id="14" creationId="{00000000-0000-0000-0000-000000000000}"/>
          </ac:spMkLst>
        </pc:spChg>
      </pc:sldChg>
      <pc:sldChg chg="addSp delSp modSp mod modAnim">
        <pc:chgData name="Ali Bu Hawraa" userId="c298b3438ccd2c24" providerId="LiveId" clId="{7AD80C97-EBA3-42A0-B75D-19959B7741B0}" dt="2023-10-20T19:53:15.542" v="842"/>
        <pc:sldMkLst>
          <pc:docMk/>
          <pc:sldMk cId="1673421603" sldId="271"/>
        </pc:sldMkLst>
        <pc:spChg chg="mod">
          <ac:chgData name="Ali Bu Hawraa" userId="c298b3438ccd2c24" providerId="LiveId" clId="{7AD80C97-EBA3-42A0-B75D-19959B7741B0}" dt="2023-10-20T19:50:26.022" v="819" actId="1076"/>
          <ac:spMkLst>
            <pc:docMk/>
            <pc:sldMk cId="1673421603" sldId="271"/>
            <ac:spMk id="8" creationId="{673D3B26-51AF-4A4A-24AF-13AE93568414}"/>
          </ac:spMkLst>
        </pc:spChg>
        <pc:grpChg chg="add del mod">
          <ac:chgData name="Ali Bu Hawraa" userId="c298b3438ccd2c24" providerId="LiveId" clId="{7AD80C97-EBA3-42A0-B75D-19959B7741B0}" dt="2023-10-20T19:52:51.170" v="824"/>
          <ac:grpSpMkLst>
            <pc:docMk/>
            <pc:sldMk cId="1673421603" sldId="271"/>
            <ac:grpSpMk id="7" creationId="{272A6781-6659-407A-C159-C14378E5060B}"/>
          </ac:grpSpMkLst>
        </pc:grpChg>
        <pc:graphicFrameChg chg="del mod modGraphic">
          <ac:chgData name="Ali Bu Hawraa" userId="c298b3438ccd2c24" providerId="LiveId" clId="{7AD80C97-EBA3-42A0-B75D-19959B7741B0}" dt="2023-10-20T19:53:13.769" v="841" actId="478"/>
          <ac:graphicFrameMkLst>
            <pc:docMk/>
            <pc:sldMk cId="1673421603" sldId="271"/>
            <ac:graphicFrameMk id="3" creationId="{00000000-0000-0000-0000-000000000000}"/>
          </ac:graphicFrameMkLst>
        </pc:graphicFrameChg>
        <pc:graphicFrameChg chg="add mod">
          <ac:chgData name="Ali Bu Hawraa" userId="c298b3438ccd2c24" providerId="LiveId" clId="{7AD80C97-EBA3-42A0-B75D-19959B7741B0}" dt="2023-10-20T19:53:15.542" v="842"/>
          <ac:graphicFrameMkLst>
            <pc:docMk/>
            <pc:sldMk cId="1673421603" sldId="271"/>
            <ac:graphicFrameMk id="12" creationId="{52486A8A-792B-C767-A927-DB74887B17FF}"/>
          </ac:graphicFrameMkLst>
        </pc:graphicFrameChg>
        <pc:cxnChg chg="mod">
          <ac:chgData name="Ali Bu Hawraa" userId="c298b3438ccd2c24" providerId="LiveId" clId="{7AD80C97-EBA3-42A0-B75D-19959B7741B0}" dt="2023-10-20T19:50:12.425" v="815"/>
          <ac:cxnSpMkLst>
            <pc:docMk/>
            <pc:sldMk cId="1673421603" sldId="271"/>
            <ac:cxnSpMk id="9" creationId="{0D7133CC-F966-C9BF-4ABC-5DA529F25BCB}"/>
          </ac:cxnSpMkLst>
        </pc:cxnChg>
        <pc:cxnChg chg="mod">
          <ac:chgData name="Ali Bu Hawraa" userId="c298b3438ccd2c24" providerId="LiveId" clId="{7AD80C97-EBA3-42A0-B75D-19959B7741B0}" dt="2023-10-20T19:50:12.425" v="815"/>
          <ac:cxnSpMkLst>
            <pc:docMk/>
            <pc:sldMk cId="1673421603" sldId="271"/>
            <ac:cxnSpMk id="10" creationId="{AF00DD16-D3CA-98E9-051A-3D1866426D79}"/>
          </ac:cxnSpMkLst>
        </pc:cxnChg>
        <pc:cxnChg chg="mod">
          <ac:chgData name="Ali Bu Hawraa" userId="c298b3438ccd2c24" providerId="LiveId" clId="{7AD80C97-EBA3-42A0-B75D-19959B7741B0}" dt="2023-10-20T19:50:12.425" v="815"/>
          <ac:cxnSpMkLst>
            <pc:docMk/>
            <pc:sldMk cId="1673421603" sldId="271"/>
            <ac:cxnSpMk id="11" creationId="{D9F9EB20-4615-B413-D8C2-06A30DB4089E}"/>
          </ac:cxnSpMkLst>
        </pc:cxnChg>
      </pc:sldChg>
      <pc:sldChg chg="addSp delSp modSp mod addAnim delAnim modAnim">
        <pc:chgData name="Ali Bu Hawraa" userId="c298b3438ccd2c24" providerId="LiveId" clId="{7AD80C97-EBA3-42A0-B75D-19959B7741B0}" dt="2023-10-20T21:13:55.291" v="2602" actId="1076"/>
        <pc:sldMkLst>
          <pc:docMk/>
          <pc:sldMk cId="3612512267" sldId="272"/>
        </pc:sldMkLst>
        <pc:spChg chg="mod">
          <ac:chgData name="Ali Bu Hawraa" userId="c298b3438ccd2c24" providerId="LiveId" clId="{7AD80C97-EBA3-42A0-B75D-19959B7741B0}" dt="2023-10-20T20:58:06.690" v="2251"/>
          <ac:spMkLst>
            <pc:docMk/>
            <pc:sldMk cId="3612512267" sldId="272"/>
            <ac:spMk id="3" creationId="{00000000-0000-0000-0000-000000000000}"/>
          </ac:spMkLst>
        </pc:spChg>
        <pc:spChg chg="mod replST delST">
          <ac:chgData name="Ali Bu Hawraa" userId="c298b3438ccd2c24" providerId="LiveId" clId="{7AD80C97-EBA3-42A0-B75D-19959B7741B0}" dt="2023-10-20T20:58:27.175" v="2303" actId="14100"/>
          <ac:spMkLst>
            <pc:docMk/>
            <pc:sldMk cId="3612512267" sldId="272"/>
            <ac:spMk id="7" creationId="{65EFD55E-7598-FE95-C6FD-C9CEF7B71129}"/>
          </ac:spMkLst>
        </pc:spChg>
        <pc:spChg chg="mod">
          <ac:chgData name="Ali Bu Hawraa" userId="c298b3438ccd2c24" providerId="LiveId" clId="{7AD80C97-EBA3-42A0-B75D-19959B7741B0}" dt="2023-10-20T20:14:34.336" v="878"/>
          <ac:spMkLst>
            <pc:docMk/>
            <pc:sldMk cId="3612512267" sldId="272"/>
            <ac:spMk id="7" creationId="{739CB6AC-838F-E1A9-5216-4CD77ADE4D7A}"/>
          </ac:spMkLst>
        </pc:spChg>
        <pc:spChg chg="del ord">
          <ac:chgData name="Ali Bu Hawraa" userId="c298b3438ccd2c24" providerId="LiveId" clId="{7AD80C97-EBA3-42A0-B75D-19959B7741B0}" dt="2023-10-20T20:45:04.036" v="1948" actId="478"/>
          <ac:spMkLst>
            <pc:docMk/>
            <pc:sldMk cId="3612512267" sldId="272"/>
            <ac:spMk id="9" creationId="{1DE1EE49-F737-C525-DF86-D26FC2C1CD97}"/>
          </ac:spMkLst>
        </pc:spChg>
        <pc:spChg chg="del ord">
          <ac:chgData name="Ali Bu Hawraa" userId="c298b3438ccd2c24" providerId="LiveId" clId="{7AD80C97-EBA3-42A0-B75D-19959B7741B0}" dt="2023-10-20T20:46:10.886" v="2001" actId="478"/>
          <ac:spMkLst>
            <pc:docMk/>
            <pc:sldMk cId="3612512267" sldId="272"/>
            <ac:spMk id="13" creationId="{E005AA6F-1DC8-B11B-DF49-6B5146861FA4}"/>
          </ac:spMkLst>
        </pc:spChg>
        <pc:spChg chg="del ord">
          <ac:chgData name="Ali Bu Hawraa" userId="c298b3438ccd2c24" providerId="LiveId" clId="{7AD80C97-EBA3-42A0-B75D-19959B7741B0}" dt="2023-10-20T20:46:24.645" v="2045" actId="478"/>
          <ac:spMkLst>
            <pc:docMk/>
            <pc:sldMk cId="3612512267" sldId="272"/>
            <ac:spMk id="17" creationId="{9B983CF6-8E67-CC6C-7128-2E25D723DF12}"/>
          </ac:spMkLst>
        </pc:spChg>
        <pc:spChg chg="add del mod">
          <ac:chgData name="Ali Bu Hawraa" userId="c298b3438ccd2c24" providerId="LiveId" clId="{7AD80C97-EBA3-42A0-B75D-19959B7741B0}" dt="2023-10-20T20:58:06.691" v="2252"/>
          <ac:spMkLst>
            <pc:docMk/>
            <pc:sldMk cId="3612512267" sldId="272"/>
            <ac:spMk id="21" creationId="{D90AA264-E331-AE1A-2328-FCFF2AACFEA2}"/>
          </ac:spMkLst>
        </pc:spChg>
        <pc:spChg chg="del ord">
          <ac:chgData name="Ali Bu Hawraa" userId="c298b3438ccd2c24" providerId="LiveId" clId="{7AD80C97-EBA3-42A0-B75D-19959B7741B0}" dt="2023-10-20T20:58:11.454" v="2297" actId="478"/>
          <ac:spMkLst>
            <pc:docMk/>
            <pc:sldMk cId="3612512267" sldId="272"/>
            <ac:spMk id="22" creationId="{F24CB0E9-FC81-1FF3-AD07-5888E326DEED}"/>
          </ac:spMkLst>
        </pc:spChg>
        <pc:grpChg chg="add mod">
          <ac:chgData name="Ali Bu Hawraa" userId="c298b3438ccd2c24" providerId="LiveId" clId="{7AD80C97-EBA3-42A0-B75D-19959B7741B0}" dt="2023-10-20T20:44:51.177" v="1906" actId="1076"/>
          <ac:grpSpMkLst>
            <pc:docMk/>
            <pc:sldMk cId="3612512267" sldId="272"/>
            <ac:grpSpMk id="4" creationId="{4FF75998-B118-D8A7-B384-E1B7D3ACBDC5}"/>
          </ac:grpSpMkLst>
        </pc:grpChg>
        <pc:grpChg chg="add del mod">
          <ac:chgData name="Ali Bu Hawraa" userId="c298b3438ccd2c24" providerId="LiveId" clId="{7AD80C97-EBA3-42A0-B75D-19959B7741B0}" dt="2023-10-20T20:14:49.091" v="881" actId="21"/>
          <ac:grpSpMkLst>
            <pc:docMk/>
            <pc:sldMk cId="3612512267" sldId="272"/>
            <ac:grpSpMk id="4" creationId="{FBB17B66-00CA-4986-C4F5-F4B8570B9BEC}"/>
          </ac:grpSpMkLst>
        </pc:grpChg>
        <pc:grpChg chg="mod ord replST delST">
          <ac:chgData name="Ali Bu Hawraa" userId="c298b3438ccd2c24" providerId="LiveId" clId="{7AD80C97-EBA3-42A0-B75D-19959B7741B0}" dt="2023-10-20T20:45:32.173" v="1955" actId="14100"/>
          <ac:grpSpMkLst>
            <pc:docMk/>
            <pc:sldMk cId="3612512267" sldId="272"/>
            <ac:grpSpMk id="12" creationId="{29B27D4F-5A8F-184B-6483-2D35661F67D0}"/>
          </ac:grpSpMkLst>
        </pc:grpChg>
        <pc:grpChg chg="ord replST delST">
          <ac:chgData name="Ali Bu Hawraa" userId="c298b3438ccd2c24" providerId="LiveId" clId="{7AD80C97-EBA3-42A0-B75D-19959B7741B0}" dt="2023-10-20T20:46:10.884" v="2000"/>
          <ac:grpSpMkLst>
            <pc:docMk/>
            <pc:sldMk cId="3612512267" sldId="272"/>
            <ac:grpSpMk id="16" creationId="{167EED76-6DD5-C0C5-44BD-33AFD54A73BD}"/>
          </ac:grpSpMkLst>
        </pc:grpChg>
        <pc:grpChg chg="mod ord replST delST">
          <ac:chgData name="Ali Bu Hawraa" userId="c298b3438ccd2c24" providerId="LiveId" clId="{7AD80C97-EBA3-42A0-B75D-19959B7741B0}" dt="2023-10-20T20:55:13.017" v="2225" actId="1076"/>
          <ac:grpSpMkLst>
            <pc:docMk/>
            <pc:sldMk cId="3612512267" sldId="272"/>
            <ac:grpSpMk id="20" creationId="{9518B520-E5CC-3983-CEA0-ED2D71916192}"/>
          </ac:grpSpMkLst>
        </pc:grpChg>
        <pc:grpChg chg="mod ord replST delST">
          <ac:chgData name="Ali Bu Hawraa" userId="c298b3438ccd2c24" providerId="LiveId" clId="{7AD80C97-EBA3-42A0-B75D-19959B7741B0}" dt="2023-10-20T21:13:55.291" v="2602" actId="1076"/>
          <ac:grpSpMkLst>
            <pc:docMk/>
            <pc:sldMk cId="3612512267" sldId="272"/>
            <ac:grpSpMk id="25" creationId="{A4E01A40-7557-88B3-DB46-7621F4F1B99A}"/>
          </ac:grpSpMkLst>
        </pc:grpChg>
        <pc:picChg chg="mod">
          <ac:chgData name="Ali Bu Hawraa" userId="c298b3438ccd2c24" providerId="LiveId" clId="{7AD80C97-EBA3-42A0-B75D-19959B7741B0}" dt="2023-10-20T20:14:34.336" v="878"/>
          <ac:picMkLst>
            <pc:docMk/>
            <pc:sldMk cId="3612512267" sldId="272"/>
            <ac:picMk id="8" creationId="{9A6297D7-0ED9-ADAF-C55D-B52F5ADFAC68}"/>
          </ac:picMkLst>
        </pc:picChg>
        <pc:picChg chg="del mod">
          <ac:chgData name="Ali Bu Hawraa" userId="c298b3438ccd2c24" providerId="LiveId" clId="{7AD80C97-EBA3-42A0-B75D-19959B7741B0}" dt="2023-10-20T20:45:04.032" v="1936" actId="478"/>
          <ac:picMkLst>
            <pc:docMk/>
            <pc:sldMk cId="3612512267" sldId="272"/>
            <ac:picMk id="8" creationId="{D88B48B3-5374-DD86-74EB-7EBA9FDA25B7}"/>
          </ac:picMkLst>
        </pc:picChg>
        <pc:picChg chg="del mod ord replST delST">
          <ac:chgData name="Ali Bu Hawraa" userId="c298b3438ccd2c24" providerId="LiveId" clId="{7AD80C97-EBA3-42A0-B75D-19959B7741B0}" dt="2023-10-20T20:46:10.882" v="1989" actId="478"/>
          <ac:picMkLst>
            <pc:docMk/>
            <pc:sldMk cId="3612512267" sldId="272"/>
            <ac:picMk id="11" creationId="{27DE95FC-1131-FDC3-2DC6-6AB9955A1C24}"/>
          </ac:picMkLst>
        </pc:picChg>
        <pc:picChg chg="del mod ord replST delST">
          <ac:chgData name="Ali Bu Hawraa" userId="c298b3438ccd2c24" providerId="LiveId" clId="{7AD80C97-EBA3-42A0-B75D-19959B7741B0}" dt="2023-10-20T20:46:24.640" v="2033" actId="478"/>
          <ac:picMkLst>
            <pc:docMk/>
            <pc:sldMk cId="3612512267" sldId="272"/>
            <ac:picMk id="15" creationId="{DDD522F7-7376-FCDC-C4DA-35A333D10537}"/>
          </ac:picMkLst>
        </pc:picChg>
        <pc:picChg chg="del mod ord replST delST">
          <ac:chgData name="Ali Bu Hawraa" userId="c298b3438ccd2c24" providerId="LiveId" clId="{7AD80C97-EBA3-42A0-B75D-19959B7741B0}" dt="2023-10-20T20:58:11.450" v="2284" actId="478"/>
          <ac:picMkLst>
            <pc:docMk/>
            <pc:sldMk cId="3612512267" sldId="272"/>
            <ac:picMk id="19" creationId="{F8AE955A-CDB9-A7BE-A403-0BCE3977A48F}"/>
          </ac:picMkLst>
        </pc:picChg>
        <pc:picChg chg="mod ord replST delST">
          <ac:chgData name="Ali Bu Hawraa" userId="c298b3438ccd2c24" providerId="LiveId" clId="{7AD80C97-EBA3-42A0-B75D-19959B7741B0}" dt="2023-10-20T20:58:15.060" v="2300" actId="1076"/>
          <ac:picMkLst>
            <pc:docMk/>
            <pc:sldMk cId="3612512267" sldId="272"/>
            <ac:picMk id="24" creationId="{800F2137-8DED-17B8-4B0D-0D22396F6B22}"/>
          </ac:picMkLst>
        </pc:picChg>
      </pc:sldChg>
      <pc:sldChg chg="addSp delSp modSp del mod">
        <pc:chgData name="Ali Bu Hawraa" userId="c298b3438ccd2c24" providerId="LiveId" clId="{7AD80C97-EBA3-42A0-B75D-19959B7741B0}" dt="2023-10-20T21:00:57.107" v="2305" actId="47"/>
        <pc:sldMkLst>
          <pc:docMk/>
          <pc:sldMk cId="1578944995" sldId="273"/>
        </pc:sldMkLst>
        <pc:spChg chg="mod replST delST">
          <ac:chgData name="Ali Bu Hawraa" userId="c298b3438ccd2c24" providerId="LiveId" clId="{7AD80C97-EBA3-42A0-B75D-19959B7741B0}" dt="2023-10-20T20:44:00.235" v="1895"/>
          <ac:spMkLst>
            <pc:docMk/>
            <pc:sldMk cId="1578944995" sldId="273"/>
            <ac:spMk id="4" creationId="{A7ACB50F-395E-A965-0CDB-1E5262703856}"/>
          </ac:spMkLst>
        </pc:spChg>
        <pc:spChg chg="del mod">
          <ac:chgData name="Ali Bu Hawraa" userId="c298b3438ccd2c24" providerId="LiveId" clId="{7AD80C97-EBA3-42A0-B75D-19959B7741B0}" dt="2023-10-20T20:30:39.839" v="1114" actId="478"/>
          <ac:spMkLst>
            <pc:docMk/>
            <pc:sldMk cId="1578944995" sldId="273"/>
            <ac:spMk id="7" creationId="{00000000-0000-0000-0000-000000000000}"/>
          </ac:spMkLst>
        </pc:spChg>
        <pc:spChg chg="del ord">
          <ac:chgData name="Ali Bu Hawraa" userId="c298b3438ccd2c24" providerId="LiveId" clId="{7AD80C97-EBA3-42A0-B75D-19959B7741B0}" dt="2023-10-20T20:23:36.447" v="927" actId="478"/>
          <ac:spMkLst>
            <pc:docMk/>
            <pc:sldMk cId="1578944995" sldId="273"/>
            <ac:spMk id="9" creationId="{286AD069-538B-BAFC-C2EC-042E87F5E843}"/>
          </ac:spMkLst>
        </pc:spChg>
        <pc:spChg chg="del ord">
          <ac:chgData name="Ali Bu Hawraa" userId="c298b3438ccd2c24" providerId="LiveId" clId="{7AD80C97-EBA3-42A0-B75D-19959B7741B0}" dt="2023-10-20T20:26:36.270" v="973" actId="478"/>
          <ac:spMkLst>
            <pc:docMk/>
            <pc:sldMk cId="1578944995" sldId="273"/>
            <ac:spMk id="13" creationId="{C1AB386A-96CC-4886-18A9-2E68D1F5DDA2}"/>
          </ac:spMkLst>
        </pc:spChg>
        <pc:spChg chg="del ord">
          <ac:chgData name="Ali Bu Hawraa" userId="c298b3438ccd2c24" providerId="LiveId" clId="{7AD80C97-EBA3-42A0-B75D-19959B7741B0}" dt="2023-10-20T20:27:34.799" v="1019" actId="478"/>
          <ac:spMkLst>
            <pc:docMk/>
            <pc:sldMk cId="1578944995" sldId="273"/>
            <ac:spMk id="17" creationId="{B9F67F82-221C-E3D1-8E1C-0ADD676B4F7B}"/>
          </ac:spMkLst>
        </pc:spChg>
        <pc:spChg chg="del ord">
          <ac:chgData name="Ali Bu Hawraa" userId="c298b3438ccd2c24" providerId="LiveId" clId="{7AD80C97-EBA3-42A0-B75D-19959B7741B0}" dt="2023-10-20T20:29:10.500" v="1065" actId="478"/>
          <ac:spMkLst>
            <pc:docMk/>
            <pc:sldMk cId="1578944995" sldId="273"/>
            <ac:spMk id="21" creationId="{3E8BF62D-6A41-2485-D197-5CDFE4684B5C}"/>
          </ac:spMkLst>
        </pc:spChg>
        <pc:spChg chg="del ord">
          <ac:chgData name="Ali Bu Hawraa" userId="c298b3438ccd2c24" providerId="LiveId" clId="{7AD80C97-EBA3-42A0-B75D-19959B7741B0}" dt="2023-10-20T20:30:34.812" v="1111" actId="478"/>
          <ac:spMkLst>
            <pc:docMk/>
            <pc:sldMk cId="1578944995" sldId="273"/>
            <ac:spMk id="25" creationId="{3425E596-FA95-92A7-E8AC-CCDE63BEEBAD}"/>
          </ac:spMkLst>
        </pc:spChg>
        <pc:spChg chg="del ord">
          <ac:chgData name="Ali Bu Hawraa" userId="c298b3438ccd2c24" providerId="LiveId" clId="{7AD80C97-EBA3-42A0-B75D-19959B7741B0}" dt="2023-10-20T20:31:11.204" v="1160" actId="478"/>
          <ac:spMkLst>
            <pc:docMk/>
            <pc:sldMk cId="1578944995" sldId="273"/>
            <ac:spMk id="29" creationId="{F071C06A-8034-9355-5D3F-1AB72C6ED542}"/>
          </ac:spMkLst>
        </pc:spChg>
        <pc:spChg chg="del ord">
          <ac:chgData name="Ali Bu Hawraa" userId="c298b3438ccd2c24" providerId="LiveId" clId="{7AD80C97-EBA3-42A0-B75D-19959B7741B0}" dt="2023-10-20T20:32:02.159" v="1206" actId="478"/>
          <ac:spMkLst>
            <pc:docMk/>
            <pc:sldMk cId="1578944995" sldId="273"/>
            <ac:spMk id="33" creationId="{99D067E7-3688-FB5A-AA11-1C6006B3D964}"/>
          </ac:spMkLst>
        </pc:spChg>
        <pc:spChg chg="del ord">
          <ac:chgData name="Ali Bu Hawraa" userId="c298b3438ccd2c24" providerId="LiveId" clId="{7AD80C97-EBA3-42A0-B75D-19959B7741B0}" dt="2023-10-20T20:32:15.236" v="1252" actId="478"/>
          <ac:spMkLst>
            <pc:docMk/>
            <pc:sldMk cId="1578944995" sldId="273"/>
            <ac:spMk id="37" creationId="{E6EAE37D-0173-2E6A-3B5C-381FDA05A97B}"/>
          </ac:spMkLst>
        </pc:spChg>
        <pc:spChg chg="del ord">
          <ac:chgData name="Ali Bu Hawraa" userId="c298b3438ccd2c24" providerId="LiveId" clId="{7AD80C97-EBA3-42A0-B75D-19959B7741B0}" dt="2023-10-20T20:32:22.836" v="1298" actId="478"/>
          <ac:spMkLst>
            <pc:docMk/>
            <pc:sldMk cId="1578944995" sldId="273"/>
            <ac:spMk id="41" creationId="{73EEC723-E65E-8B82-7ED7-D971605C2AEB}"/>
          </ac:spMkLst>
        </pc:spChg>
        <pc:spChg chg="del ord">
          <ac:chgData name="Ali Bu Hawraa" userId="c298b3438ccd2c24" providerId="LiveId" clId="{7AD80C97-EBA3-42A0-B75D-19959B7741B0}" dt="2023-10-20T20:33:37.386" v="1346" actId="478"/>
          <ac:spMkLst>
            <pc:docMk/>
            <pc:sldMk cId="1578944995" sldId="273"/>
            <ac:spMk id="45" creationId="{9DCF813B-CE55-E872-E309-0470583EF58B}"/>
          </ac:spMkLst>
        </pc:spChg>
        <pc:spChg chg="add del mod ord">
          <ac:chgData name="Ali Bu Hawraa" userId="c298b3438ccd2c24" providerId="LiveId" clId="{7AD80C97-EBA3-42A0-B75D-19959B7741B0}" dt="2023-10-20T20:33:59.594" v="1441"/>
          <ac:spMkLst>
            <pc:docMk/>
            <pc:sldMk cId="1578944995" sldId="273"/>
            <ac:spMk id="49" creationId="{B130381B-9DC0-6C81-4519-2CBF0431A2FB}"/>
          </ac:spMkLst>
        </pc:spChg>
        <pc:spChg chg="del ord">
          <ac:chgData name="Ali Bu Hawraa" userId="c298b3438ccd2c24" providerId="LiveId" clId="{7AD80C97-EBA3-42A0-B75D-19959B7741B0}" dt="2023-10-20T20:35:29.946" v="1485" actId="478"/>
          <ac:spMkLst>
            <pc:docMk/>
            <pc:sldMk cId="1578944995" sldId="273"/>
            <ac:spMk id="53" creationId="{FF2E7391-6D05-D7A5-F85A-92E99C37C3F5}"/>
          </ac:spMkLst>
        </pc:spChg>
        <pc:spChg chg="del ord">
          <ac:chgData name="Ali Bu Hawraa" userId="c298b3438ccd2c24" providerId="LiveId" clId="{7AD80C97-EBA3-42A0-B75D-19959B7741B0}" dt="2023-10-20T20:39:56.228" v="1531" actId="478"/>
          <ac:spMkLst>
            <pc:docMk/>
            <pc:sldMk cId="1578944995" sldId="273"/>
            <ac:spMk id="57" creationId="{9810C51F-9649-FA7A-A724-D91F2DFDBF01}"/>
          </ac:spMkLst>
        </pc:spChg>
        <pc:spChg chg="del ord">
          <ac:chgData name="Ali Bu Hawraa" userId="c298b3438ccd2c24" providerId="LiveId" clId="{7AD80C97-EBA3-42A0-B75D-19959B7741B0}" dt="2023-10-20T20:42:21.980" v="1577" actId="478"/>
          <ac:spMkLst>
            <pc:docMk/>
            <pc:sldMk cId="1578944995" sldId="273"/>
            <ac:spMk id="61" creationId="{818A899A-CA9C-0CCE-E0B9-605A10C6F722}"/>
          </ac:spMkLst>
        </pc:spChg>
        <pc:spChg chg="add del mod ord">
          <ac:chgData name="Ali Bu Hawraa" userId="c298b3438ccd2c24" providerId="LiveId" clId="{7AD80C97-EBA3-42A0-B75D-19959B7741B0}" dt="2023-10-20T20:43:11.303" v="1765"/>
          <ac:spMkLst>
            <pc:docMk/>
            <pc:sldMk cId="1578944995" sldId="273"/>
            <ac:spMk id="65" creationId="{077048C2-4912-8984-1AAF-9BD5D8CBF010}"/>
          </ac:spMkLst>
        </pc:spChg>
        <pc:spChg chg="add del mod ord">
          <ac:chgData name="Ali Bu Hawraa" userId="c298b3438ccd2c24" providerId="LiveId" clId="{7AD80C97-EBA3-42A0-B75D-19959B7741B0}" dt="2023-10-20T20:43:09.912" v="1718"/>
          <ac:spMkLst>
            <pc:docMk/>
            <pc:sldMk cId="1578944995" sldId="273"/>
            <ac:spMk id="69" creationId="{6EFED6CD-B311-8D03-4D2B-7D6E2D4EC6D6}"/>
          </ac:spMkLst>
        </pc:spChg>
        <pc:spChg chg="del ord">
          <ac:chgData name="Ali Bu Hawraa" userId="c298b3438ccd2c24" providerId="LiveId" clId="{7AD80C97-EBA3-42A0-B75D-19959B7741B0}" dt="2023-10-20T20:43:29.689" v="1809" actId="478"/>
          <ac:spMkLst>
            <pc:docMk/>
            <pc:sldMk cId="1578944995" sldId="273"/>
            <ac:spMk id="73" creationId="{76012C9B-AC03-E03A-FB5A-6B6D984B6B6F}"/>
          </ac:spMkLst>
        </pc:spChg>
        <pc:spChg chg="del ord">
          <ac:chgData name="Ali Bu Hawraa" userId="c298b3438ccd2c24" providerId="LiveId" clId="{7AD80C97-EBA3-42A0-B75D-19959B7741B0}" dt="2023-10-20T20:43:51.004" v="1855" actId="478"/>
          <ac:spMkLst>
            <pc:docMk/>
            <pc:sldMk cId="1578944995" sldId="273"/>
            <ac:spMk id="77" creationId="{993800BB-FCC3-4CA3-6ACE-E7DE59A5129B}"/>
          </ac:spMkLst>
        </pc:spChg>
        <pc:spChg chg="del ord">
          <ac:chgData name="Ali Bu Hawraa" userId="c298b3438ccd2c24" providerId="LiveId" clId="{7AD80C97-EBA3-42A0-B75D-19959B7741B0}" dt="2023-10-20T20:44:00.237" v="1901" actId="478"/>
          <ac:spMkLst>
            <pc:docMk/>
            <pc:sldMk cId="1578944995" sldId="273"/>
            <ac:spMk id="81" creationId="{A7B18CED-6749-6328-5F81-05888219F414}"/>
          </ac:spMkLst>
        </pc:spChg>
        <pc:grpChg chg="add mod">
          <ac:chgData name="Ali Bu Hawraa" userId="c298b3438ccd2c24" providerId="LiveId" clId="{7AD80C97-EBA3-42A0-B75D-19959B7741B0}" dt="2023-10-20T20:14:55.362" v="883" actId="1076"/>
          <ac:grpSpMkLst>
            <pc:docMk/>
            <pc:sldMk cId="1578944995" sldId="273"/>
            <ac:grpSpMk id="3" creationId="{4030FD39-F950-1691-DF2F-EA0F9E125766}"/>
          </ac:grpSpMkLst>
        </pc:grpChg>
        <pc:grpChg chg="ord replST delST">
          <ac:chgData name="Ali Bu Hawraa" userId="c298b3438ccd2c24" providerId="LiveId" clId="{7AD80C97-EBA3-42A0-B75D-19959B7741B0}" dt="2023-10-20T20:23:36.446" v="926"/>
          <ac:grpSpMkLst>
            <pc:docMk/>
            <pc:sldMk cId="1578944995" sldId="273"/>
            <ac:grpSpMk id="12" creationId="{F45A188D-CDF2-4B18-FBE4-E46235CA5805}"/>
          </ac:grpSpMkLst>
        </pc:grpChg>
        <pc:grpChg chg="ord replST delST">
          <ac:chgData name="Ali Bu Hawraa" userId="c298b3438ccd2c24" providerId="LiveId" clId="{7AD80C97-EBA3-42A0-B75D-19959B7741B0}" dt="2023-10-20T20:26:36.270" v="972"/>
          <ac:grpSpMkLst>
            <pc:docMk/>
            <pc:sldMk cId="1578944995" sldId="273"/>
            <ac:grpSpMk id="16" creationId="{63FEB4EA-C7D0-EA13-15C5-54917E1A60D3}"/>
          </ac:grpSpMkLst>
        </pc:grpChg>
        <pc:grpChg chg="ord replST delST">
          <ac:chgData name="Ali Bu Hawraa" userId="c298b3438ccd2c24" providerId="LiveId" clId="{7AD80C97-EBA3-42A0-B75D-19959B7741B0}" dt="2023-10-20T20:27:34.799" v="1018"/>
          <ac:grpSpMkLst>
            <pc:docMk/>
            <pc:sldMk cId="1578944995" sldId="273"/>
            <ac:grpSpMk id="20" creationId="{4877E83A-159E-92C3-F873-C462545005F6}"/>
          </ac:grpSpMkLst>
        </pc:grpChg>
        <pc:grpChg chg="ord replST delST">
          <ac:chgData name="Ali Bu Hawraa" userId="c298b3438ccd2c24" providerId="LiveId" clId="{7AD80C97-EBA3-42A0-B75D-19959B7741B0}" dt="2023-10-20T20:29:10.500" v="1064"/>
          <ac:grpSpMkLst>
            <pc:docMk/>
            <pc:sldMk cId="1578944995" sldId="273"/>
            <ac:grpSpMk id="24" creationId="{78555FEE-9B79-203E-B33B-F5FC3B30EF3E}"/>
          </ac:grpSpMkLst>
        </pc:grpChg>
        <pc:grpChg chg="mod ord replST delST">
          <ac:chgData name="Ali Bu Hawraa" userId="c298b3438ccd2c24" providerId="LiveId" clId="{7AD80C97-EBA3-42A0-B75D-19959B7741B0}" dt="2023-10-20T20:30:44.351" v="1115" actId="1076"/>
          <ac:grpSpMkLst>
            <pc:docMk/>
            <pc:sldMk cId="1578944995" sldId="273"/>
            <ac:grpSpMk id="28" creationId="{F41676CF-651C-532B-38AC-8CF976B2E774}"/>
          </ac:grpSpMkLst>
        </pc:grpChg>
        <pc:grpChg chg="ord replST delST">
          <ac:chgData name="Ali Bu Hawraa" userId="c298b3438ccd2c24" providerId="LiveId" clId="{7AD80C97-EBA3-42A0-B75D-19959B7741B0}" dt="2023-10-20T20:31:11.203" v="1159"/>
          <ac:grpSpMkLst>
            <pc:docMk/>
            <pc:sldMk cId="1578944995" sldId="273"/>
            <ac:grpSpMk id="32" creationId="{D0465E96-B6D4-CA16-942C-BA308593994A}"/>
          </ac:grpSpMkLst>
        </pc:grpChg>
        <pc:grpChg chg="ord replST delST">
          <ac:chgData name="Ali Bu Hawraa" userId="c298b3438ccd2c24" providerId="LiveId" clId="{7AD80C97-EBA3-42A0-B75D-19959B7741B0}" dt="2023-10-20T20:32:02.158" v="1205"/>
          <ac:grpSpMkLst>
            <pc:docMk/>
            <pc:sldMk cId="1578944995" sldId="273"/>
            <ac:grpSpMk id="36" creationId="{A87CAD49-F9B3-9434-B568-01EF7D8B2EA4}"/>
          </ac:grpSpMkLst>
        </pc:grpChg>
        <pc:grpChg chg="ord replST delST">
          <ac:chgData name="Ali Bu Hawraa" userId="c298b3438ccd2c24" providerId="LiveId" clId="{7AD80C97-EBA3-42A0-B75D-19959B7741B0}" dt="2023-10-20T20:32:15.235" v="1251"/>
          <ac:grpSpMkLst>
            <pc:docMk/>
            <pc:sldMk cId="1578944995" sldId="273"/>
            <ac:grpSpMk id="40" creationId="{C3FA086B-BEE3-AD2C-22A3-AD930B3C130A}"/>
          </ac:grpSpMkLst>
        </pc:grpChg>
        <pc:grpChg chg="ord replST delST">
          <ac:chgData name="Ali Bu Hawraa" userId="c298b3438ccd2c24" providerId="LiveId" clId="{7AD80C97-EBA3-42A0-B75D-19959B7741B0}" dt="2023-10-20T20:32:22.836" v="1297"/>
          <ac:grpSpMkLst>
            <pc:docMk/>
            <pc:sldMk cId="1578944995" sldId="273"/>
            <ac:grpSpMk id="44" creationId="{C5131E60-D359-98A7-0B2B-DBF2A081F6DB}"/>
          </ac:grpSpMkLst>
        </pc:grpChg>
        <pc:grpChg chg="add mod ord replST delST">
          <ac:chgData name="Ali Bu Hawraa" userId="c298b3438ccd2c24" providerId="LiveId" clId="{7AD80C97-EBA3-42A0-B75D-19959B7741B0}" dt="2023-10-20T20:33:59.594" v="1441"/>
          <ac:grpSpMkLst>
            <pc:docMk/>
            <pc:sldMk cId="1578944995" sldId="273"/>
            <ac:grpSpMk id="48" creationId="{9021F4D7-848F-C59F-A0F2-BBB1F4057D7B}"/>
          </ac:grpSpMkLst>
        </pc:grpChg>
        <pc:grpChg chg="mod ord replST delST">
          <ac:chgData name="Ali Bu Hawraa" userId="c298b3438ccd2c24" providerId="LiveId" clId="{7AD80C97-EBA3-42A0-B75D-19959B7741B0}" dt="2023-10-20T20:33:59.594" v="1441"/>
          <ac:grpSpMkLst>
            <pc:docMk/>
            <pc:sldMk cId="1578944995" sldId="273"/>
            <ac:grpSpMk id="52" creationId="{F3ED4FAE-CEBF-617C-876C-AB3282EF9123}"/>
          </ac:grpSpMkLst>
        </pc:grpChg>
        <pc:grpChg chg="ord replST delST">
          <ac:chgData name="Ali Bu Hawraa" userId="c298b3438ccd2c24" providerId="LiveId" clId="{7AD80C97-EBA3-42A0-B75D-19959B7741B0}" dt="2023-10-20T20:35:29.945" v="1484"/>
          <ac:grpSpMkLst>
            <pc:docMk/>
            <pc:sldMk cId="1578944995" sldId="273"/>
            <ac:grpSpMk id="56" creationId="{4DED692D-2994-D99F-B847-B728377B0774}"/>
          </ac:grpSpMkLst>
        </pc:grpChg>
        <pc:grpChg chg="ord replST delST">
          <ac:chgData name="Ali Bu Hawraa" userId="c298b3438ccd2c24" providerId="LiveId" clId="{7AD80C97-EBA3-42A0-B75D-19959B7741B0}" dt="2023-10-20T20:39:56.227" v="1530"/>
          <ac:grpSpMkLst>
            <pc:docMk/>
            <pc:sldMk cId="1578944995" sldId="273"/>
            <ac:grpSpMk id="60" creationId="{135ABF54-349A-43DE-5FE5-F0F5350DBF02}"/>
          </ac:grpSpMkLst>
        </pc:grpChg>
        <pc:grpChg chg="add mod ord replST delST">
          <ac:chgData name="Ali Bu Hawraa" userId="c298b3438ccd2c24" providerId="LiveId" clId="{7AD80C97-EBA3-42A0-B75D-19959B7741B0}" dt="2023-10-20T20:43:11.303" v="1765"/>
          <ac:grpSpMkLst>
            <pc:docMk/>
            <pc:sldMk cId="1578944995" sldId="273"/>
            <ac:grpSpMk id="64" creationId="{F7AC1380-94BC-82F8-A43E-C40C4B92849A}"/>
          </ac:grpSpMkLst>
        </pc:grpChg>
        <pc:grpChg chg="add mod ord replST delST">
          <ac:chgData name="Ali Bu Hawraa" userId="c298b3438ccd2c24" providerId="LiveId" clId="{7AD80C97-EBA3-42A0-B75D-19959B7741B0}" dt="2023-10-20T20:43:11.303" v="1765"/>
          <ac:grpSpMkLst>
            <pc:docMk/>
            <pc:sldMk cId="1578944995" sldId="273"/>
            <ac:grpSpMk id="68" creationId="{25A7E361-3FF9-8E40-DF8B-5367AA057295}"/>
          </ac:grpSpMkLst>
        </pc:grpChg>
        <pc:grpChg chg="mod ord replST delST">
          <ac:chgData name="Ali Bu Hawraa" userId="c298b3438ccd2c24" providerId="LiveId" clId="{7AD80C97-EBA3-42A0-B75D-19959B7741B0}" dt="2023-10-20T20:43:09.912" v="1718"/>
          <ac:grpSpMkLst>
            <pc:docMk/>
            <pc:sldMk cId="1578944995" sldId="273"/>
            <ac:grpSpMk id="72" creationId="{E5C5DE38-F1AB-2669-DBE4-963F6B5B3FA2}"/>
          </ac:grpSpMkLst>
        </pc:grpChg>
        <pc:grpChg chg="ord replST delST">
          <ac:chgData name="Ali Bu Hawraa" userId="c298b3438ccd2c24" providerId="LiveId" clId="{7AD80C97-EBA3-42A0-B75D-19959B7741B0}" dt="2023-10-20T20:43:29.688" v="1808"/>
          <ac:grpSpMkLst>
            <pc:docMk/>
            <pc:sldMk cId="1578944995" sldId="273"/>
            <ac:grpSpMk id="76" creationId="{4BEAF62F-5F6F-F49C-A25C-63EA91F90144}"/>
          </ac:grpSpMkLst>
        </pc:grpChg>
        <pc:grpChg chg="ord replST delST">
          <ac:chgData name="Ali Bu Hawraa" userId="c298b3438ccd2c24" providerId="LiveId" clId="{7AD80C97-EBA3-42A0-B75D-19959B7741B0}" dt="2023-10-20T20:43:51.004" v="1854"/>
          <ac:grpSpMkLst>
            <pc:docMk/>
            <pc:sldMk cId="1578944995" sldId="273"/>
            <ac:grpSpMk id="80" creationId="{F38CBAF0-3CCE-DA80-A99A-39CEB050D420}"/>
          </ac:grpSpMkLst>
        </pc:grpChg>
        <pc:grpChg chg="del mod ord replST delST">
          <ac:chgData name="Ali Bu Hawraa" userId="c298b3438ccd2c24" providerId="LiveId" clId="{7AD80C97-EBA3-42A0-B75D-19959B7741B0}" dt="2023-10-20T20:59:19.080" v="2304" actId="478"/>
          <ac:grpSpMkLst>
            <pc:docMk/>
            <pc:sldMk cId="1578944995" sldId="273"/>
            <ac:grpSpMk id="84" creationId="{2B04316C-AAFD-9E60-ED56-07609378C8BE}"/>
          </ac:grpSpMkLst>
        </pc:grpChg>
        <pc:picChg chg="del mod">
          <ac:chgData name="Ali Bu Hawraa" userId="c298b3438ccd2c24" providerId="LiveId" clId="{7AD80C97-EBA3-42A0-B75D-19959B7741B0}" dt="2023-10-20T20:23:36.441" v="915" actId="478"/>
          <ac:picMkLst>
            <pc:docMk/>
            <pc:sldMk cId="1578944995" sldId="273"/>
            <ac:picMk id="8" creationId="{7059B67D-547B-672D-D3EC-69036DBEEAD3}"/>
          </ac:picMkLst>
        </pc:picChg>
        <pc:picChg chg="del mod ord replST delST">
          <ac:chgData name="Ali Bu Hawraa" userId="c298b3438ccd2c24" providerId="LiveId" clId="{7AD80C97-EBA3-42A0-B75D-19959B7741B0}" dt="2023-10-20T20:26:36.266" v="961" actId="478"/>
          <ac:picMkLst>
            <pc:docMk/>
            <pc:sldMk cId="1578944995" sldId="273"/>
            <ac:picMk id="11" creationId="{59F367E9-01B9-78E9-F80A-F1D69CDB0F14}"/>
          </ac:picMkLst>
        </pc:picChg>
        <pc:picChg chg="del mod ord replST delST">
          <ac:chgData name="Ali Bu Hawraa" userId="c298b3438ccd2c24" providerId="LiveId" clId="{7AD80C97-EBA3-42A0-B75D-19959B7741B0}" dt="2023-10-20T20:27:34.794" v="1007" actId="478"/>
          <ac:picMkLst>
            <pc:docMk/>
            <pc:sldMk cId="1578944995" sldId="273"/>
            <ac:picMk id="15" creationId="{9B30C196-8CAF-EDBD-9E9A-A5A4F26EC756}"/>
          </ac:picMkLst>
        </pc:picChg>
        <pc:picChg chg="del mod ord replST delST">
          <ac:chgData name="Ali Bu Hawraa" userId="c298b3438ccd2c24" providerId="LiveId" clId="{7AD80C97-EBA3-42A0-B75D-19959B7741B0}" dt="2023-10-20T20:29:10.497" v="1053" actId="478"/>
          <ac:picMkLst>
            <pc:docMk/>
            <pc:sldMk cId="1578944995" sldId="273"/>
            <ac:picMk id="19" creationId="{AD817628-0F33-7D8A-CF07-DF7DCC07028D}"/>
          </ac:picMkLst>
        </pc:picChg>
        <pc:picChg chg="del mod ord replST delST">
          <ac:chgData name="Ali Bu Hawraa" userId="c298b3438ccd2c24" providerId="LiveId" clId="{7AD80C97-EBA3-42A0-B75D-19959B7741B0}" dt="2023-10-20T20:30:34.808" v="1099" actId="478"/>
          <ac:picMkLst>
            <pc:docMk/>
            <pc:sldMk cId="1578944995" sldId="273"/>
            <ac:picMk id="23" creationId="{62C26500-F0D7-B434-754D-2DFBA7487C42}"/>
          </ac:picMkLst>
        </pc:picChg>
        <pc:picChg chg="del mod ord replST delST">
          <ac:chgData name="Ali Bu Hawraa" userId="c298b3438ccd2c24" providerId="LiveId" clId="{7AD80C97-EBA3-42A0-B75D-19959B7741B0}" dt="2023-10-20T20:31:11.200" v="1148" actId="478"/>
          <ac:picMkLst>
            <pc:docMk/>
            <pc:sldMk cId="1578944995" sldId="273"/>
            <ac:picMk id="27" creationId="{55EEF342-D1DC-9ACF-E392-FB255C4DE3B9}"/>
          </ac:picMkLst>
        </pc:picChg>
        <pc:picChg chg="del mod ord replST delST">
          <ac:chgData name="Ali Bu Hawraa" userId="c298b3438ccd2c24" providerId="LiveId" clId="{7AD80C97-EBA3-42A0-B75D-19959B7741B0}" dt="2023-10-20T20:32:02.156" v="1194" actId="478"/>
          <ac:picMkLst>
            <pc:docMk/>
            <pc:sldMk cId="1578944995" sldId="273"/>
            <ac:picMk id="31" creationId="{BC492929-BBF8-E711-2E6A-7048F07EE039}"/>
          </ac:picMkLst>
        </pc:picChg>
        <pc:picChg chg="del mod ord replST delST">
          <ac:chgData name="Ali Bu Hawraa" userId="c298b3438ccd2c24" providerId="LiveId" clId="{7AD80C97-EBA3-42A0-B75D-19959B7741B0}" dt="2023-10-20T20:32:15.231" v="1240" actId="478"/>
          <ac:picMkLst>
            <pc:docMk/>
            <pc:sldMk cId="1578944995" sldId="273"/>
            <ac:picMk id="35" creationId="{D01AA391-98ED-444D-FC88-62D2731F0102}"/>
          </ac:picMkLst>
        </pc:picChg>
        <pc:picChg chg="del mod ord replST delST">
          <ac:chgData name="Ali Bu Hawraa" userId="c298b3438ccd2c24" providerId="LiveId" clId="{7AD80C97-EBA3-42A0-B75D-19959B7741B0}" dt="2023-10-20T20:32:22.833" v="1286" actId="478"/>
          <ac:picMkLst>
            <pc:docMk/>
            <pc:sldMk cId="1578944995" sldId="273"/>
            <ac:picMk id="39" creationId="{4F24262A-1CC4-82EB-72F7-FF9AEBBDE160}"/>
          </ac:picMkLst>
        </pc:picChg>
        <pc:picChg chg="del mod ord replST delST">
          <ac:chgData name="Ali Bu Hawraa" userId="c298b3438ccd2c24" providerId="LiveId" clId="{7AD80C97-EBA3-42A0-B75D-19959B7741B0}" dt="2023-10-20T20:33:37.382" v="1334" actId="478"/>
          <ac:picMkLst>
            <pc:docMk/>
            <pc:sldMk cId="1578944995" sldId="273"/>
            <ac:picMk id="43" creationId="{54AE9D39-12A7-4AC8-D3B3-F40CFFF2CF18}"/>
          </ac:picMkLst>
        </pc:picChg>
        <pc:picChg chg="add del mod ord replST delST">
          <ac:chgData name="Ali Bu Hawraa" userId="c298b3438ccd2c24" providerId="LiveId" clId="{7AD80C97-EBA3-42A0-B75D-19959B7741B0}" dt="2023-10-20T20:35:29.941" v="1473" actId="478"/>
          <ac:picMkLst>
            <pc:docMk/>
            <pc:sldMk cId="1578944995" sldId="273"/>
            <ac:picMk id="47" creationId="{AD107D7F-2394-43AE-1256-A493A427A943}"/>
          </ac:picMkLst>
        </pc:picChg>
        <pc:picChg chg="del mod ord replST delST">
          <ac:chgData name="Ali Bu Hawraa" userId="c298b3438ccd2c24" providerId="LiveId" clId="{7AD80C97-EBA3-42A0-B75D-19959B7741B0}" dt="2023-10-20T20:33:59.594" v="1441"/>
          <ac:picMkLst>
            <pc:docMk/>
            <pc:sldMk cId="1578944995" sldId="273"/>
            <ac:picMk id="51" creationId="{4EE77B2F-A985-1C2C-E401-E3EC61D2D446}"/>
          </ac:picMkLst>
        </pc:picChg>
        <pc:picChg chg="del mod ord replST delST">
          <ac:chgData name="Ali Bu Hawraa" userId="c298b3438ccd2c24" providerId="LiveId" clId="{7AD80C97-EBA3-42A0-B75D-19959B7741B0}" dt="2023-10-20T20:39:56.223" v="1519" actId="478"/>
          <ac:picMkLst>
            <pc:docMk/>
            <pc:sldMk cId="1578944995" sldId="273"/>
            <ac:picMk id="55" creationId="{DC4C9F95-166B-2954-09DD-6069FA0D3901}"/>
          </ac:picMkLst>
        </pc:picChg>
        <pc:picChg chg="del mod ord replST delST">
          <ac:chgData name="Ali Bu Hawraa" userId="c298b3438ccd2c24" providerId="LiveId" clId="{7AD80C97-EBA3-42A0-B75D-19959B7741B0}" dt="2023-10-20T20:42:21.975" v="1565" actId="478"/>
          <ac:picMkLst>
            <pc:docMk/>
            <pc:sldMk cId="1578944995" sldId="273"/>
            <ac:picMk id="59" creationId="{3FB91C56-8FB3-619B-83EF-94C2CD57BB2A}"/>
          </ac:picMkLst>
        </pc:picChg>
        <pc:picChg chg="add del mod ord replST delST">
          <ac:chgData name="Ali Bu Hawraa" userId="c298b3438ccd2c24" providerId="LiveId" clId="{7AD80C97-EBA3-42A0-B75D-19959B7741B0}" dt="2023-10-20T20:43:29.684" v="1797" actId="478"/>
          <ac:picMkLst>
            <pc:docMk/>
            <pc:sldMk cId="1578944995" sldId="273"/>
            <ac:picMk id="63" creationId="{D5BA0A03-A0E4-00B0-DE6A-D10A4B05D01E}"/>
          </ac:picMkLst>
        </pc:picChg>
        <pc:picChg chg="add del mod ord replST delST">
          <ac:chgData name="Ali Bu Hawraa" userId="c298b3438ccd2c24" providerId="LiveId" clId="{7AD80C97-EBA3-42A0-B75D-19959B7741B0}" dt="2023-10-20T20:43:11.303" v="1765"/>
          <ac:picMkLst>
            <pc:docMk/>
            <pc:sldMk cId="1578944995" sldId="273"/>
            <ac:picMk id="67" creationId="{39142D83-8B10-02A9-6181-1053098A9DB2}"/>
          </ac:picMkLst>
        </pc:picChg>
        <pc:picChg chg="del mod ord replST delST">
          <ac:chgData name="Ali Bu Hawraa" userId="c298b3438ccd2c24" providerId="LiveId" clId="{7AD80C97-EBA3-42A0-B75D-19959B7741B0}" dt="2023-10-20T20:43:09.912" v="1718"/>
          <ac:picMkLst>
            <pc:docMk/>
            <pc:sldMk cId="1578944995" sldId="273"/>
            <ac:picMk id="71" creationId="{8684E50A-4217-671F-D431-164E080E19D7}"/>
          </ac:picMkLst>
        </pc:picChg>
        <pc:picChg chg="del mod ord replST delST">
          <ac:chgData name="Ali Bu Hawraa" userId="c298b3438ccd2c24" providerId="LiveId" clId="{7AD80C97-EBA3-42A0-B75D-19959B7741B0}" dt="2023-10-20T20:43:51" v="1843" actId="478"/>
          <ac:picMkLst>
            <pc:docMk/>
            <pc:sldMk cId="1578944995" sldId="273"/>
            <ac:picMk id="75" creationId="{D2009CF4-C46A-893D-73C1-361C39EC17D4}"/>
          </ac:picMkLst>
        </pc:picChg>
        <pc:picChg chg="del mod ord replST delST">
          <ac:chgData name="Ali Bu Hawraa" userId="c298b3438ccd2c24" providerId="LiveId" clId="{7AD80C97-EBA3-42A0-B75D-19959B7741B0}" dt="2023-10-20T20:44:00.233" v="1889" actId="478"/>
          <ac:picMkLst>
            <pc:docMk/>
            <pc:sldMk cId="1578944995" sldId="273"/>
            <ac:picMk id="79" creationId="{35273D46-EC99-8886-05A2-0D08A1BC11B9}"/>
          </ac:picMkLst>
        </pc:picChg>
        <pc:picChg chg="mod ord replST delST">
          <ac:chgData name="Ali Bu Hawraa" userId="c298b3438ccd2c24" providerId="LiveId" clId="{7AD80C97-EBA3-42A0-B75D-19959B7741B0}" dt="2023-10-20T20:44:00.237" v="1903" actId="962"/>
          <ac:picMkLst>
            <pc:docMk/>
            <pc:sldMk cId="1578944995" sldId="273"/>
            <ac:picMk id="83" creationId="{D68CA409-4842-036D-566A-2D5053144588}"/>
          </ac:picMkLst>
        </pc:picChg>
      </pc:sldChg>
      <pc:sldChg chg="modSp del mod">
        <pc:chgData name="Ali Bu Hawraa" userId="c298b3438ccd2c24" providerId="LiveId" clId="{7AD80C97-EBA3-42A0-B75D-19959B7741B0}" dt="2023-10-20T19:19:38.290" v="245" actId="47"/>
        <pc:sldMkLst>
          <pc:docMk/>
          <pc:sldMk cId="1919025096" sldId="277"/>
        </pc:sldMkLst>
        <pc:spChg chg="mod">
          <ac:chgData name="Ali Bu Hawraa" userId="c298b3438ccd2c24" providerId="LiveId" clId="{7AD80C97-EBA3-42A0-B75D-19959B7741B0}" dt="2023-10-20T19:08:40.661" v="0" actId="207"/>
          <ac:spMkLst>
            <pc:docMk/>
            <pc:sldMk cId="1919025096" sldId="277"/>
            <ac:spMk id="3" creationId="{4E8F718F-D2C0-6388-BA4E-9585973B7521}"/>
          </ac:spMkLst>
        </pc:spChg>
      </pc:sldChg>
      <pc:sldChg chg="addSp delSp modSp new mod modAnim">
        <pc:chgData name="Ali Bu Hawraa" userId="c298b3438ccd2c24" providerId="LiveId" clId="{7AD80C97-EBA3-42A0-B75D-19959B7741B0}" dt="2023-10-20T21:13:12.147" v="2592"/>
        <pc:sldMkLst>
          <pc:docMk/>
          <pc:sldMk cId="2407374391" sldId="277"/>
        </pc:sldMkLst>
        <pc:spChg chg="mod">
          <ac:chgData name="Ali Bu Hawraa" userId="c298b3438ccd2c24" providerId="LiveId" clId="{7AD80C97-EBA3-42A0-B75D-19959B7741B0}" dt="2023-10-20T21:13:12.147" v="2592"/>
          <ac:spMkLst>
            <pc:docMk/>
            <pc:sldMk cId="2407374391" sldId="277"/>
            <ac:spMk id="2" creationId="{F81AA5C7-2C01-88A9-8867-A205D1E9737C}"/>
          </ac:spMkLst>
        </pc:spChg>
        <pc:spChg chg="mod">
          <ac:chgData name="Ali Bu Hawraa" userId="c298b3438ccd2c24" providerId="LiveId" clId="{7AD80C97-EBA3-42A0-B75D-19959B7741B0}" dt="2023-10-20T21:11:59.752" v="2591" actId="20577"/>
          <ac:spMkLst>
            <pc:docMk/>
            <pc:sldMk cId="2407374391" sldId="277"/>
            <ac:spMk id="3" creationId="{DA2A0485-883C-325C-F229-FE72EC5CA5E0}"/>
          </ac:spMkLst>
        </pc:spChg>
        <pc:picChg chg="add del mod">
          <ac:chgData name="Ali Bu Hawraa" userId="c298b3438ccd2c24" providerId="LiveId" clId="{7AD80C97-EBA3-42A0-B75D-19959B7741B0}" dt="2023-10-20T21:08:53.436" v="2509"/>
          <ac:picMkLst>
            <pc:docMk/>
            <pc:sldMk cId="2407374391" sldId="277"/>
            <ac:picMk id="6" creationId="{A24FF6FB-4291-8BB4-DBF8-EF25FF88701E}"/>
          </ac:picMkLst>
        </pc:picChg>
        <pc:picChg chg="add del mod ord replST delST">
          <ac:chgData name="Ali Bu Hawraa" userId="c298b3438ccd2c24" providerId="LiveId" clId="{7AD80C97-EBA3-42A0-B75D-19959B7741B0}" dt="2023-10-20T21:09:39.978" v="2540" actId="478"/>
          <ac:picMkLst>
            <pc:docMk/>
            <pc:sldMk cId="2407374391" sldId="277"/>
            <ac:picMk id="8" creationId="{6F9B2662-9418-AB72-11EC-CDAACEAE7320}"/>
          </ac:picMkLst>
        </pc:picChg>
        <pc:picChg chg="del mod ord replST">
          <ac:chgData name="Ali Bu Hawraa" userId="c298b3438ccd2c24" providerId="LiveId" clId="{7AD80C97-EBA3-42A0-B75D-19959B7741B0}" dt="2023-10-20T21:10:26.692" v="2574" actId="478"/>
          <ac:picMkLst>
            <pc:docMk/>
            <pc:sldMk cId="2407374391" sldId="277"/>
            <ac:picMk id="10" creationId="{1AF51877-1333-D737-C54A-51EE0A7B1D0E}"/>
          </ac:picMkLst>
        </pc:picChg>
        <pc:picChg chg="mod ord replST">
          <ac:chgData name="Ali Bu Hawraa" userId="c298b3438ccd2c24" providerId="LiveId" clId="{7AD80C97-EBA3-42A0-B75D-19959B7741B0}" dt="2023-10-20T21:10:39.007" v="2579" actId="1076"/>
          <ac:picMkLst>
            <pc:docMk/>
            <pc:sldMk cId="2407374391" sldId="277"/>
            <ac:picMk id="12" creationId="{7425D702-1BEC-531D-EF7F-0F1F2D51624F}"/>
          </ac:picMkLst>
        </pc:picChg>
      </pc:sldChg>
      <pc:sldChg chg="del">
        <pc:chgData name="Ali Bu Hawraa" userId="c298b3438ccd2c24" providerId="LiveId" clId="{7AD80C97-EBA3-42A0-B75D-19959B7741B0}" dt="2023-10-20T19:19:48.836" v="246" actId="47"/>
        <pc:sldMkLst>
          <pc:docMk/>
          <pc:sldMk cId="2542256853" sldId="278"/>
        </pc:sldMkLst>
      </pc:sldChg>
      <pc:sldChg chg="delSp modSp add del mod">
        <pc:chgData name="Ali Bu Hawraa" userId="c298b3438ccd2c24" providerId="LiveId" clId="{7AD80C97-EBA3-42A0-B75D-19959B7741B0}" dt="2023-10-20T19:19:36.278" v="244" actId="47"/>
        <pc:sldMkLst>
          <pc:docMk/>
          <pc:sldMk cId="2371574434" sldId="279"/>
        </pc:sldMkLst>
        <pc:spChg chg="mod">
          <ac:chgData name="Ali Bu Hawraa" userId="c298b3438ccd2c24" providerId="LiveId" clId="{7AD80C97-EBA3-42A0-B75D-19959B7741B0}" dt="2023-10-20T19:14:03.051" v="204" actId="20577"/>
          <ac:spMkLst>
            <pc:docMk/>
            <pc:sldMk cId="2371574434" sldId="279"/>
            <ac:spMk id="3" creationId="{4E8F718F-D2C0-6388-BA4E-9585973B7521}"/>
          </ac:spMkLst>
        </pc:spChg>
        <pc:spChg chg="del mod">
          <ac:chgData name="Ali Bu Hawraa" userId="c298b3438ccd2c24" providerId="LiveId" clId="{7AD80C97-EBA3-42A0-B75D-19959B7741B0}" dt="2023-10-20T19:09:23.460" v="23" actId="478"/>
          <ac:spMkLst>
            <pc:docMk/>
            <pc:sldMk cId="2371574434" sldId="279"/>
            <ac:spMk id="24" creationId="{55E51FA7-52BD-263E-1DBB-7E0776347C0D}"/>
          </ac:spMkLst>
        </pc:spChg>
        <pc:grpChg chg="del">
          <ac:chgData name="Ali Bu Hawraa" userId="c298b3438ccd2c24" providerId="LiveId" clId="{7AD80C97-EBA3-42A0-B75D-19959B7741B0}" dt="2023-10-20T19:08:55.702" v="3" actId="478"/>
          <ac:grpSpMkLst>
            <pc:docMk/>
            <pc:sldMk cId="2371574434" sldId="279"/>
            <ac:grpSpMk id="19" creationId="{671744F8-F74B-B4E9-B3B3-D5F57DAE9B6D}"/>
          </ac:grpSpMkLst>
        </pc:grpChg>
        <pc:grpChg chg="del">
          <ac:chgData name="Ali Bu Hawraa" userId="c298b3438ccd2c24" providerId="LiveId" clId="{7AD80C97-EBA3-42A0-B75D-19959B7741B0}" dt="2023-10-20T19:08:54.685" v="2" actId="478"/>
          <ac:grpSpMkLst>
            <pc:docMk/>
            <pc:sldMk cId="2371574434" sldId="279"/>
            <ac:grpSpMk id="23" creationId="{63F57799-7B35-5800-6D60-9525A866A30E}"/>
          </ac:grpSpMkLst>
        </pc:grpChg>
        <pc:grpChg chg="del">
          <ac:chgData name="Ali Bu Hawraa" userId="c298b3438ccd2c24" providerId="LiveId" clId="{7AD80C97-EBA3-42A0-B75D-19959B7741B0}" dt="2023-10-20T19:08:56.364" v="4" actId="478"/>
          <ac:grpSpMkLst>
            <pc:docMk/>
            <pc:sldMk cId="2371574434" sldId="279"/>
            <ac:grpSpMk id="31" creationId="{C55A3242-73C7-A372-A592-D51F663A7605}"/>
          </ac:grpSpMkLst>
        </pc:grpChg>
      </pc:sldChg>
    </pc:docChg>
  </pc:docChgLst>
  <pc:docChgLst>
    <pc:chgData name="Ali Bu Hawraa" userId="c298b3438ccd2c24" providerId="LiveId" clId="{0BDD110B-3713-6747-8C7A-CF152F564C1E}"/>
    <pc:docChg chg="delSld">
      <pc:chgData name="Ali Bu Hawraa" userId="c298b3438ccd2c24" providerId="LiveId" clId="{0BDD110B-3713-6747-8C7A-CF152F564C1E}" dt="2023-10-31T09:19:11.194" v="0" actId="21"/>
      <pc:docMkLst>
        <pc:docMk/>
      </pc:docMkLst>
      <pc:sldChg chg="del">
        <pc:chgData name="Ali Bu Hawraa" userId="c298b3438ccd2c24" providerId="LiveId" clId="{0BDD110B-3713-6747-8C7A-CF152F564C1E}" dt="2023-10-31T09:19:11.194" v="0" actId="21"/>
        <pc:sldMkLst>
          <pc:docMk/>
          <pc:sldMk cId="2932089275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51B2A-3657-4CA0-9BBB-60AEB17C1837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013AC-8191-45AC-AEE3-80BEE0CA4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5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48056A8-F6BD-995D-AB0A-E3649820C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82B375-D1FF-48FB-8EA2-7434D101BA8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AEC4BB95-6A40-B96B-58C2-5FFD348B7F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4FFD30DA-72D5-630B-6208-D60BFBB75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BA7BAB-5893-E8F7-7CAE-6F5F803E3D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CE17BF-905B-44CD-AD2D-C1BC1F8D2F3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58A799E4-F322-D947-D70A-E25EB37760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0B36DC10-D1A5-8C9C-A8D6-4248C2149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9041560-818D-9FDD-009B-1449373BC6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2BFF02-5EC5-4B76-8158-CC2258E6BFE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02082" name="Rectangle 2">
            <a:extLst>
              <a:ext uri="{FF2B5EF4-FFF2-40B4-BE49-F238E27FC236}">
                <a16:creationId xmlns:a16="http://schemas.microsoft.com/office/drawing/2014/main" id="{96D62020-EB4C-DA8C-C3C4-8B77637079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60867133-513B-7286-6E37-A4DE4533C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D949A4-CD13-F7B3-24E5-C13BE5B3E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450321-4D6D-48EF-8965-9F382B4713E8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03106" name="Rectangle 2">
            <a:extLst>
              <a:ext uri="{FF2B5EF4-FFF2-40B4-BE49-F238E27FC236}">
                <a16:creationId xmlns:a16="http://schemas.microsoft.com/office/drawing/2014/main" id="{298393C4-38AF-253B-E15B-82561624B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FF48A5FC-D367-7FBD-2E4C-629C51FD2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01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4" y="149780"/>
            <a:ext cx="11506201" cy="751742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056068"/>
            <a:ext cx="11506200" cy="5266392"/>
          </a:xfrm>
        </p:spPr>
        <p:txBody>
          <a:bodyPr/>
          <a:lstStyle>
            <a:lvl1pPr>
              <a:defRPr sz="2400">
                <a:latin typeface="Century Gothic" panose="020B0502020202020204" pitchFamily="34" charset="0"/>
              </a:defRPr>
            </a:lvl1pPr>
            <a:lvl2pPr>
              <a:defRPr sz="2200">
                <a:latin typeface="Century Gothic" panose="020B0502020202020204" pitchFamily="34" charset="0"/>
              </a:defRPr>
            </a:lvl2pPr>
            <a:lvl3pPr>
              <a:defRPr sz="2000">
                <a:latin typeface="Century Gothic" panose="020B0502020202020204" pitchFamily="34" charset="0"/>
              </a:defRPr>
            </a:lvl3pPr>
            <a:lvl4pPr>
              <a:defRPr sz="2000">
                <a:latin typeface="Century Gothic" panose="020B0502020202020204" pitchFamily="34" charset="0"/>
              </a:defRPr>
            </a:lvl4pPr>
            <a:lvl5pPr>
              <a:defRPr sz="200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64424" y="6414453"/>
            <a:ext cx="3273552" cy="365125"/>
          </a:xfrm>
        </p:spPr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375" y="6414453"/>
            <a:ext cx="7082410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352425" y="901522"/>
            <a:ext cx="1148715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333374" y="6385788"/>
            <a:ext cx="107927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0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1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0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6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7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0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6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8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2/19/2021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Dr. Ali Alsaffar/Dr. Youssef Harrath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8ACFB04-FC53-4C2C-AF63-0A99D8036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5018" y="1385604"/>
            <a:ext cx="10861964" cy="274305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Chapter 3</a:t>
            </a:r>
            <a:br>
              <a:rPr lang="en-US"/>
            </a:br>
            <a:r>
              <a:rPr lang="en-US" sz="6700"/>
              <a:t>Brute 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2982" y="4932074"/>
            <a:ext cx="9144000" cy="1655762"/>
          </a:xfrm>
        </p:spPr>
        <p:txBody>
          <a:bodyPr/>
          <a:lstStyle/>
          <a:p>
            <a:r>
              <a:rPr lang="en-US"/>
              <a:t>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95345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654" y="158748"/>
            <a:ext cx="10058400" cy="897320"/>
          </a:xfrm>
        </p:spPr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Selection Sort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Bubble Sort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Sequential Search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String Matching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/>
              <a:t>Closest pair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Exhaustive Search</a:t>
            </a:r>
            <a:endParaRPr lang="en-US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F6F93-A8D5-C7E9-C77A-CA9A2285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AD900-D68B-CD25-62C9-593ADB88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1869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1. Introduction</a:t>
            </a:r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3374" y="1024791"/>
                <a:ext cx="11506201" cy="526639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>
                    <a:solidFill>
                      <a:srgbClr val="0070C0"/>
                    </a:solidFill>
                  </a:rPr>
                  <a:t>Brute force</a:t>
                </a:r>
                <a:r>
                  <a:rPr lang="en-US"/>
                  <a:t>: is a straightforward approach to solving a problem, usually directly based on the problem statement and definitions of the concepts involved.</a:t>
                </a:r>
              </a:p>
              <a:p>
                <a:pPr>
                  <a:lnSpc>
                    <a:spcPts val="3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/>
                  <a:t>It is most often the easiest strategy to apply.</a:t>
                </a:r>
              </a:p>
              <a:p>
                <a:pPr>
                  <a:lnSpc>
                    <a:spcPts val="3000"/>
                  </a:lnSpc>
                </a:pPr>
                <a:r>
                  <a:rPr lang="en-US" b="1">
                    <a:solidFill>
                      <a:srgbClr val="00B0F0"/>
                    </a:solidFill>
                  </a:rPr>
                  <a:t>Examples</a:t>
                </a:r>
                <a:r>
                  <a:rPr lang="en-US"/>
                  <a:t>.</a:t>
                </a:r>
              </a:p>
              <a:p>
                <a:pPr marL="7315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en-US"/>
                  <a:t>Write a Brute-Force algorithm that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×…×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groupChr>
                      </m:e>
                      <m:li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r>
                  <a:rPr lang="en-US"/>
                  <a:t>, </a:t>
                </a:r>
                <a:r>
                  <a:rPr lang="en-US" altLang="en-US" i="1"/>
                  <a:t>a </a:t>
                </a:r>
                <a:r>
                  <a:rPr lang="en-US" altLang="en-US"/>
                  <a:t>&gt; 0.</a:t>
                </a:r>
              </a:p>
              <a:p>
                <a:pPr marL="731520" lvl="1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altLang="en-US"/>
                  <a:t>Write a Brute-Force algorithm that computes n!.</a:t>
                </a:r>
              </a:p>
              <a:p>
                <a:pPr marL="730250" lvl="1" indent="-457200">
                  <a:spcBef>
                    <a:spcPts val="1200"/>
                  </a:spcBef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altLang="en-US"/>
                  <a:t>Write a Brute-Force algorithm that finds the value of  polynomial</a:t>
                </a:r>
              </a:p>
              <a:p>
                <a:pPr marL="739775" lvl="1" indent="0" algn="ctr"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+… + 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en-US"/>
              </a:p>
              <a:p>
                <a:pPr marL="739775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en-US"/>
                  <a:t>at a point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/>
              </a:p>
              <a:p>
                <a:pPr marL="731520" lvl="1" indent="-457200">
                  <a:lnSpc>
                    <a:spcPct val="100000"/>
                  </a:lnSpc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If the design of the algorithm in Example 3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, design a linear algorithm.</a:t>
                </a:r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374" y="1024791"/>
                <a:ext cx="11506201" cy="5266392"/>
              </a:xfrm>
              <a:blipFill>
                <a:blip r:embed="rId2"/>
                <a:stretch>
                  <a:fillRect l="-477" t="-1157" b="-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4059-66DB-E1DD-C13C-B5364A25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0FFEC-2107-2557-8F56-0E0132DB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7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Selection sort</a:t>
            </a:r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3375" y="1056068"/>
                <a:ext cx="11157586" cy="335337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ts val="3300"/>
                  </a:lnSpc>
                </a:pPr>
                <a:r>
                  <a:rPr lang="en-US"/>
                  <a:t>Arrange a list A of </a:t>
                </a:r>
                <a:r>
                  <a:rPr lang="en-US" i="1"/>
                  <a:t>n</a:t>
                </a:r>
                <a:r>
                  <a:rPr lang="en-US"/>
                  <a:t> </a:t>
                </a:r>
                <a:r>
                  <a:rPr lang="en-US">
                    <a:solidFill>
                      <a:srgbClr val="0070C0"/>
                    </a:solidFill>
                  </a:rPr>
                  <a:t>orderable</a:t>
                </a:r>
                <a:r>
                  <a:rPr lang="en-US"/>
                  <a:t> items (numbers, characters, words,…) in a nondecreasing order.</a:t>
                </a:r>
              </a:p>
              <a:p>
                <a:pPr>
                  <a:lnSpc>
                    <a:spcPts val="3300"/>
                  </a:lnSpc>
                </a:pPr>
                <a:r>
                  <a:rPr lang="en-US"/>
                  <a:t>Scan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find its smallest element and exchange it with the first element.</a:t>
                </a:r>
              </a:p>
              <a:p>
                <a:pPr>
                  <a:lnSpc>
                    <a:spcPts val="3300"/>
                  </a:lnSpc>
                </a:pPr>
                <a:r>
                  <a:rPr lang="en-US"/>
                  <a:t>Scan A starting with the 2</a:t>
                </a:r>
                <a:r>
                  <a:rPr lang="en-US" baseline="30000"/>
                  <a:t>nd</a:t>
                </a:r>
                <a:r>
                  <a:rPr lang="en-US"/>
                  <a:t> element, to find the smallest among the last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elements and exchange it with the 2</a:t>
                </a:r>
                <a:r>
                  <a:rPr lang="en-US" baseline="30000"/>
                  <a:t>nd</a:t>
                </a:r>
                <a:r>
                  <a:rPr lang="en-US"/>
                  <a:t> element.</a:t>
                </a:r>
              </a:p>
              <a:p>
                <a:pPr>
                  <a:lnSpc>
                    <a:spcPts val="3300"/>
                  </a:lnSpc>
                </a:pPr>
                <a:r>
                  <a:rPr lang="en-US"/>
                  <a:t>After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passes, A is sorted.</a:t>
                </a:r>
              </a:p>
              <a:p>
                <a:pPr>
                  <a:lnSpc>
                    <a:spcPct val="150000"/>
                  </a:lnSpc>
                </a:pPr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3375" y="1056068"/>
                <a:ext cx="11157586" cy="3353371"/>
              </a:xfrm>
              <a:blipFill>
                <a:blip r:embed="rId2"/>
                <a:stretch>
                  <a:fillRect l="-492" t="-909" r="-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495043" y="4286765"/>
            <a:ext cx="9477757" cy="1672774"/>
            <a:chOff x="1495043" y="4073405"/>
            <a:chExt cx="9477757" cy="1672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495043" y="4504479"/>
                  <a:ext cx="9208009" cy="573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|   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baseline="-2500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043" y="4504479"/>
                  <a:ext cx="9208009" cy="5734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983991" y="5376847"/>
                  <a:ext cx="79888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In their final positions                            The last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/>
                    <a:t> elements</a:t>
                  </a:r>
                  <a:endParaRPr lang="en-US" baseline="-2500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991" y="5376847"/>
                  <a:ext cx="798880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610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/>
            <p:cNvCxnSpPr/>
            <p:nvPr/>
          </p:nvCxnSpPr>
          <p:spPr>
            <a:xfrm flipV="1">
              <a:off x="6740434" y="4073405"/>
              <a:ext cx="10698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6740434" y="4073407"/>
              <a:ext cx="0" cy="457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7807233" y="4075612"/>
              <a:ext cx="0" cy="457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3B7B5-5EB2-159D-C29D-8E619E11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688EF-D195-2CB8-F89B-38016BD3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344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Selection sort – </a:t>
            </a:r>
            <a:r>
              <a:rPr lang="en-US">
                <a:solidFill>
                  <a:srgbClr val="0070C0"/>
                </a:solidFill>
              </a:rPr>
              <a:t>pseudocode &amp;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3620" y="1433561"/>
            <a:ext cx="6013074" cy="3268459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sym typeface="Wingdings" panose="05000000000000000000" pitchFamily="2" charset="2"/>
              </a:rPr>
              <a:t>89	45	68	90	29	34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17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45	68	90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34	89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68	90	45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34</a:t>
            </a:r>
            <a:r>
              <a:rPr lang="en-US" sz="2000">
                <a:sym typeface="Wingdings" panose="05000000000000000000" pitchFamily="2" charset="2"/>
              </a:rPr>
              <a:t>	89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34</a:t>
            </a:r>
            <a:r>
              <a:rPr lang="en-US" sz="2000">
                <a:sym typeface="Wingdings" panose="05000000000000000000" pitchFamily="2" charset="2"/>
              </a:rPr>
              <a:t>	90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45</a:t>
            </a:r>
            <a:r>
              <a:rPr lang="en-US" sz="2000">
                <a:sym typeface="Wingdings" panose="05000000000000000000" pitchFamily="2" charset="2"/>
              </a:rPr>
              <a:t>	68	89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34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45</a:t>
            </a:r>
            <a:r>
              <a:rPr lang="en-US" sz="2000">
                <a:sym typeface="Wingdings" panose="05000000000000000000" pitchFamily="2" charset="2"/>
              </a:rPr>
              <a:t>	90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68</a:t>
            </a:r>
            <a:r>
              <a:rPr lang="en-US" sz="2000">
                <a:sym typeface="Wingdings" panose="05000000000000000000" pitchFamily="2" charset="2"/>
              </a:rPr>
              <a:t>	89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34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45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68</a:t>
            </a:r>
            <a:r>
              <a:rPr lang="en-US" sz="2000">
                <a:sym typeface="Wingdings" panose="05000000000000000000" pitchFamily="2" charset="2"/>
              </a:rPr>
              <a:t>	90	</a:t>
            </a:r>
            <a:r>
              <a:rPr lang="en-US" sz="2000">
                <a:solidFill>
                  <a:srgbClr val="FF0000"/>
                </a:solidFill>
                <a:sym typeface="Wingdings" panose="05000000000000000000" pitchFamily="2" charset="2"/>
              </a:rPr>
              <a:t>89</a:t>
            </a:r>
            <a:endParaRPr lang="en-US" sz="200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17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29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34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45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68</a:t>
            </a:r>
            <a:r>
              <a:rPr lang="en-US" sz="2000">
                <a:sym typeface="Wingdings" panose="05000000000000000000" pitchFamily="2" charset="2"/>
              </a:rPr>
              <a:t>	</a:t>
            </a:r>
            <a:r>
              <a:rPr lang="en-US" sz="2000">
                <a:solidFill>
                  <a:srgbClr val="0070C0"/>
                </a:solidFill>
                <a:sym typeface="Wingdings" panose="05000000000000000000" pitchFamily="2" charset="2"/>
              </a:rPr>
              <a:t>89</a:t>
            </a:r>
            <a:r>
              <a:rPr lang="en-US" sz="2000">
                <a:sym typeface="Wingdings" panose="05000000000000000000" pitchFamily="2" charset="2"/>
              </a:rPr>
              <a:t>	90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F06679-7D49-C9A5-A436-A1112BD77307}"/>
              </a:ext>
            </a:extLst>
          </p:cNvPr>
          <p:cNvGrpSpPr/>
          <p:nvPr/>
        </p:nvGrpSpPr>
        <p:grpSpPr>
          <a:xfrm>
            <a:off x="313331" y="2240757"/>
            <a:ext cx="5065477" cy="2568102"/>
            <a:chOff x="313331" y="2240757"/>
            <a:chExt cx="5065477" cy="256810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E52EEF-8485-8076-DF03-89C643EAB60E}"/>
                </a:ext>
              </a:extLst>
            </p:cNvPr>
            <p:cNvSpPr/>
            <p:nvPr/>
          </p:nvSpPr>
          <p:spPr>
            <a:xfrm>
              <a:off x="313331" y="2240757"/>
              <a:ext cx="5065477" cy="256810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lectionSort}{$A[0..n-1]$}&#10;\For {$i\gets 0$ \textbf{to} $n-2$}&#10;   \State $min\gets i$&#10;   \For {$j\gets i+1$ \textbf{to} $n-1$}&#10;      \If {($A[j]&lt;A[min]$)}&#10;          \State $min\gets j$&#10;      \EndIf&#10;   \EndFor&#10;   \State \Call {Swap}{$A[i],A[min]$}&#10;\EndFor&#10;\EndProcedure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FE29B683-DF40-BE9D-1F60-328F274F323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15" y="2517344"/>
              <a:ext cx="4598856" cy="207542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34C701-78F8-5289-F054-8628C31C172F}"/>
              </a:ext>
            </a:extLst>
          </p:cNvPr>
          <p:cNvGrpSpPr/>
          <p:nvPr/>
        </p:nvGrpSpPr>
        <p:grpSpPr>
          <a:xfrm>
            <a:off x="1357122" y="4957873"/>
            <a:ext cx="9477757" cy="1293388"/>
            <a:chOff x="1495043" y="4452791"/>
            <a:chExt cx="9477757" cy="12933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E7AF7A0-38EC-D3A4-5AF7-E188D61D9B35}"/>
                    </a:ext>
                  </a:extLst>
                </p:cNvPr>
                <p:cNvSpPr txBox="1"/>
                <p:nvPr/>
              </p:nvSpPr>
              <p:spPr>
                <a:xfrm>
                  <a:off x="1495043" y="4747676"/>
                  <a:ext cx="9208009" cy="5734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|   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baseline="-2500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E7AF7A0-38EC-D3A4-5AF7-E188D61D9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043" y="4747676"/>
                  <a:ext cx="9208009" cy="57342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71DC0D3-AF42-F6ED-F260-EAEB32E297F4}"/>
                    </a:ext>
                  </a:extLst>
                </p:cNvPr>
                <p:cNvSpPr txBox="1"/>
                <p:nvPr/>
              </p:nvSpPr>
              <p:spPr>
                <a:xfrm>
                  <a:off x="2983991" y="5376847"/>
                  <a:ext cx="79888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In their final positions                            The last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/>
                    <a:t> elements</a:t>
                  </a:r>
                  <a:endParaRPr lang="en-US" baseline="-2500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71DC0D3-AF42-F6ED-F260-EAEB32E29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3991" y="5376847"/>
                  <a:ext cx="798880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87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2C3CA9-3689-E37D-9A0F-EE26C872B5DE}"/>
                </a:ext>
              </a:extLst>
            </p:cNvPr>
            <p:cNvCxnSpPr/>
            <p:nvPr/>
          </p:nvCxnSpPr>
          <p:spPr>
            <a:xfrm flipV="1">
              <a:off x="6740434" y="4452791"/>
              <a:ext cx="106984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43B8EC5-7A04-A5C1-4C50-0D7829988840}"/>
                </a:ext>
              </a:extLst>
            </p:cNvPr>
            <p:cNvCxnSpPr>
              <a:cxnSpLocks/>
            </p:cNvCxnSpPr>
            <p:nvPr/>
          </p:nvCxnSpPr>
          <p:spPr>
            <a:xfrm>
              <a:off x="6740434" y="4452791"/>
              <a:ext cx="0" cy="3210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2946212-46D8-5BBA-4429-D6277DA16E13}"/>
                </a:ext>
              </a:extLst>
            </p:cNvPr>
            <p:cNvCxnSpPr>
              <a:cxnSpLocks/>
            </p:cNvCxnSpPr>
            <p:nvPr/>
          </p:nvCxnSpPr>
          <p:spPr>
            <a:xfrm>
              <a:off x="7807233" y="4452791"/>
              <a:ext cx="0" cy="323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Content Placeholder 2 1">
            <a:extLst>
              <a:ext uri="{FF2B5EF4-FFF2-40B4-BE49-F238E27FC236}">
                <a16:creationId xmlns:a16="http://schemas.microsoft.com/office/drawing/2014/main" id="{D5840EFC-4110-4954-C49A-C0201A37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4" y="1653556"/>
            <a:ext cx="5279486" cy="63194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PSEUDOCODE</a:t>
            </a:r>
          </a:p>
        </p:txBody>
      </p:sp>
      <p:sp>
        <p:nvSpPr>
          <p:cNvPr id="40" name="Content Placeholder 2 2">
            <a:extLst>
              <a:ext uri="{FF2B5EF4-FFF2-40B4-BE49-F238E27FC236}">
                <a16:creationId xmlns:a16="http://schemas.microsoft.com/office/drawing/2014/main" id="{004BBA3E-0B66-8AB3-6CE4-A9044EF08EE9}"/>
              </a:ext>
            </a:extLst>
          </p:cNvPr>
          <p:cNvSpPr txBox="1">
            <a:spLocks/>
          </p:cNvSpPr>
          <p:nvPr/>
        </p:nvSpPr>
        <p:spPr>
          <a:xfrm>
            <a:off x="5697937" y="857660"/>
            <a:ext cx="5279486" cy="631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0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F6A0C-582D-4500-4DC7-1A341B17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46E6A-B977-B8ED-2A9C-D66CF445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60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Selection sort - </a:t>
            </a:r>
            <a:r>
              <a:rPr lang="en-US">
                <a:solidFill>
                  <a:srgbClr val="0070C0"/>
                </a:solidFill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7284" y="1139639"/>
                <a:ext cx="5298716" cy="504715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/>
                  <a:t>The input’s size: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r>
                  <a:rPr lang="en-US"/>
                  <a:t>The algorithm’s basic operation: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r>
                  <a:rPr lang="en-US"/>
                  <a:t>The selection 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r>
                  <a:rPr lang="en-US"/>
                  <a:t>The number of key swaps is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/>
              </a:p>
              <a:p>
                <a:pPr>
                  <a:lnSpc>
                    <a:spcPct val="150000"/>
                  </a:lnSpc>
                </a:pPr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7284" y="1139639"/>
                <a:ext cx="5298716" cy="5047152"/>
              </a:xfrm>
              <a:blipFill>
                <a:blip r:embed="rId3"/>
                <a:stretch>
                  <a:fillRect l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25533" y="4798491"/>
                <a:ext cx="7684430" cy="1172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aseline="-250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533" y="4798491"/>
                <a:ext cx="7684430" cy="1172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1682B39B-BC70-7DC3-F36C-54A53CA55D2A}"/>
              </a:ext>
            </a:extLst>
          </p:cNvPr>
          <p:cNvGrpSpPr/>
          <p:nvPr/>
        </p:nvGrpSpPr>
        <p:grpSpPr>
          <a:xfrm>
            <a:off x="6774098" y="1513185"/>
            <a:ext cx="5065477" cy="2568102"/>
            <a:chOff x="6774098" y="1513185"/>
            <a:chExt cx="5065477" cy="256810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CE6E98A-80C6-2E05-389F-BA5477C3FC50}"/>
                </a:ext>
              </a:extLst>
            </p:cNvPr>
            <p:cNvSpPr/>
            <p:nvPr/>
          </p:nvSpPr>
          <p:spPr>
            <a:xfrm>
              <a:off x="6774098" y="1513185"/>
              <a:ext cx="5065477" cy="2568102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lectionSort}{$A[0..n-1]$}&#10;\For {$i\gets 0$ \textbf{to} $n-2$}&#10;   \State $min\gets i$&#10;   \For {$j\gets i+1$ \textbf{to} $n-1$}&#10;      \If {($A[j]&lt;A[min]$)}&#10;          \State $min\gets j$&#10;      \EndIf&#10;   \EndFor&#10;   \State \Call {Swap}{$A[i],A[min]$}&#10;\EndFor&#10;\EndProcedure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DC9C65EC-013D-9A1D-201E-0EB08DD6E28C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0982" y="1789772"/>
              <a:ext cx="4598856" cy="2075428"/>
            </a:xfrm>
            <a:prstGeom prst="rect">
              <a:avLst/>
            </a:prstGeom>
          </p:spPr>
        </p:pic>
      </p:grpSp>
      <p:sp>
        <p:nvSpPr>
          <p:cNvPr id="10" name="Content Placeholder 2 1">
            <a:extLst>
              <a:ext uri="{FF2B5EF4-FFF2-40B4-BE49-F238E27FC236}">
                <a16:creationId xmlns:a16="http://schemas.microsoft.com/office/drawing/2014/main" id="{F92FDCB9-D269-98BD-AB3A-F5BA5A8A8914}"/>
              </a:ext>
            </a:extLst>
          </p:cNvPr>
          <p:cNvSpPr txBox="1">
            <a:spLocks/>
          </p:cNvSpPr>
          <p:nvPr/>
        </p:nvSpPr>
        <p:spPr>
          <a:xfrm>
            <a:off x="6794141" y="925984"/>
            <a:ext cx="5279486" cy="631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BA46D-3F96-5F83-7402-552932DB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E93DA-0E97-7EE9-3A82-01DC0114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6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Bubble sort</a:t>
            </a:r>
            <a:endParaRPr lang="en-US" sz="28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18682" y="1186762"/>
                <a:ext cx="10754636" cy="353572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ts val="3300"/>
                  </a:lnSpc>
                </a:pPr>
                <a:r>
                  <a:rPr lang="en-US"/>
                  <a:t>Compare the adjacent elements and exchange them if they are out of order.</a:t>
                </a:r>
              </a:p>
              <a:p>
                <a:pPr>
                  <a:lnSpc>
                    <a:spcPts val="3300"/>
                  </a:lnSpc>
                </a:pP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baseline="3000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st</a:t>
                </a: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 pass</a:t>
                </a:r>
                <a:r>
                  <a:rPr lang="en-US"/>
                  <a:t>: The largest element is “bubbled up” to the last position of the list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/>
              </a:p>
              <a:p>
                <a:pPr>
                  <a:lnSpc>
                    <a:spcPts val="3300"/>
                  </a:lnSpc>
                </a:pP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n-US" baseline="3000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nd</a:t>
                </a: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 pass</a:t>
                </a:r>
                <a:r>
                  <a:rPr lang="en-US"/>
                  <a:t>: The 2</a:t>
                </a:r>
                <a:r>
                  <a:rPr lang="en-US" baseline="30000"/>
                  <a:t>nd</a:t>
                </a:r>
                <a:r>
                  <a:rPr lang="en-US"/>
                  <a:t> largest element is “bubbled up” to the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/>
                  <a:t>.</a:t>
                </a:r>
              </a:p>
              <a:p>
                <a:pPr>
                  <a:lnSpc>
                    <a:spcPts val="3300"/>
                  </a:lnSpc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passes are needed to sort the list.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8682" y="1186762"/>
                <a:ext cx="10754636" cy="3535720"/>
              </a:xfrm>
              <a:blipFill>
                <a:blip r:embed="rId2"/>
                <a:stretch>
                  <a:fillRect l="-510" t="-862" r="-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1917839" y="4780822"/>
            <a:ext cx="8356323" cy="1183409"/>
            <a:chOff x="1495043" y="4403560"/>
            <a:chExt cx="8356323" cy="11834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495043" y="4504479"/>
                  <a:ext cx="8356323" cy="624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≤…≤</m:t>
                        </m:r>
                        <m:sSub>
                          <m:sSubPr>
                            <m:ctrlP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baseline="-2500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5043" y="4504479"/>
                  <a:ext cx="8356323" cy="6243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6978020" y="5217637"/>
              <a:ext cx="26231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in their final positions</a:t>
              </a:r>
              <a:endParaRPr lang="en-US" baseline="-25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26171" y="4403560"/>
              <a:ext cx="3573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?</a:t>
              </a:r>
              <a:endParaRPr lang="en-US" baseline="-2500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12CF1-06F2-AEB1-8566-EE1E8F9C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338A9-74B7-4717-6F8E-650EC294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560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Bubble sort - </a:t>
            </a:r>
            <a:r>
              <a:rPr lang="en-US">
                <a:solidFill>
                  <a:srgbClr val="0070C0"/>
                </a:solidFill>
              </a:rPr>
              <a:t>pseudocode &amp;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9393" y="934896"/>
            <a:ext cx="6330000" cy="510954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89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45</a:t>
            </a:r>
            <a:r>
              <a:rPr lang="en-US" sz="2200">
                <a:sym typeface="Wingdings" panose="05000000000000000000" pitchFamily="2" charset="2"/>
              </a:rPr>
              <a:t>	68	90	29	34	17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89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68</a:t>
            </a:r>
            <a:r>
              <a:rPr lang="en-US" sz="2200">
                <a:sym typeface="Wingdings" panose="05000000000000000000" pitchFamily="2" charset="2"/>
              </a:rPr>
              <a:t>	90	29	34	17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89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90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29</a:t>
            </a:r>
            <a:r>
              <a:rPr lang="en-US" sz="2200">
                <a:sym typeface="Wingdings" panose="05000000000000000000" pitchFamily="2" charset="2"/>
              </a:rPr>
              <a:t>	34	17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89	29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90	34</a:t>
            </a:r>
            <a:r>
              <a:rPr lang="en-US" sz="2200">
                <a:sym typeface="Wingdings" panose="05000000000000000000" pitchFamily="2" charset="2"/>
              </a:rPr>
              <a:t>	17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89	29	34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90	17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89	29	34	17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90</a:t>
            </a:r>
          </a:p>
          <a:p>
            <a:pPr>
              <a:lnSpc>
                <a:spcPct val="150000"/>
              </a:lnSpc>
            </a:pP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45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68	89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29</a:t>
            </a:r>
            <a:r>
              <a:rPr lang="en-US" sz="2200">
                <a:sym typeface="Wingdings" panose="05000000000000000000" pitchFamily="2" charset="2"/>
              </a:rPr>
              <a:t>	34	17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90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29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89	34</a:t>
            </a:r>
            <a:r>
              <a:rPr lang="en-US" sz="2200">
                <a:sym typeface="Wingdings" panose="05000000000000000000" pitchFamily="2" charset="2"/>
              </a:rPr>
              <a:t>	17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90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68	29	34	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89	17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90</a:t>
            </a:r>
          </a:p>
          <a:p>
            <a:pPr>
              <a:lnSpc>
                <a:spcPct val="150000"/>
              </a:lnSpc>
            </a:pPr>
            <a:r>
              <a:rPr lang="en-US" sz="2200">
                <a:sym typeface="Wingdings" panose="05000000000000000000" pitchFamily="2" charset="2"/>
              </a:rPr>
              <a:t>45	29	68	34	17</a:t>
            </a:r>
            <a:r>
              <a:rPr lang="en-US" sz="2200">
                <a:solidFill>
                  <a:srgbClr val="FF0000"/>
                </a:solidFill>
                <a:sym typeface="Wingdings" panose="05000000000000000000" pitchFamily="2" charset="2"/>
              </a:rPr>
              <a:t>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89</a:t>
            </a:r>
            <a:r>
              <a:rPr lang="en-US" sz="2200">
                <a:sym typeface="Wingdings" panose="05000000000000000000" pitchFamily="2" charset="2"/>
              </a:rPr>
              <a:t>	</a:t>
            </a:r>
            <a:r>
              <a:rPr lang="en-US" sz="2200" b="1">
                <a:solidFill>
                  <a:srgbClr val="0070C0"/>
                </a:solidFill>
                <a:sym typeface="Wingdings" panose="05000000000000000000" pitchFamily="2" charset="2"/>
              </a:rPr>
              <a:t>90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561312" y="1009917"/>
            <a:ext cx="0" cy="292608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5561312" y="4109543"/>
            <a:ext cx="0" cy="17628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 rot="16200000">
            <a:off x="4736090" y="2408801"/>
            <a:ext cx="1173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pass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4728937" y="4999122"/>
            <a:ext cx="1173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pass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75938" y="941318"/>
            <a:ext cx="543464" cy="369332"/>
            <a:chOff x="996955" y="1114411"/>
            <a:chExt cx="543464" cy="369332"/>
          </a:xfrm>
        </p:grpSpPr>
        <p:sp>
          <p:nvSpPr>
            <p:cNvPr id="3" name="TextBox 2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7204714" y="1452434"/>
            <a:ext cx="543464" cy="369332"/>
            <a:chOff x="996955" y="1114411"/>
            <a:chExt cx="543464" cy="369332"/>
          </a:xfrm>
        </p:grpSpPr>
        <p:sp>
          <p:nvSpPr>
            <p:cNvPr id="14" name="TextBox 13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9033206" y="4459773"/>
            <a:ext cx="543464" cy="369332"/>
            <a:chOff x="996955" y="1114411"/>
            <a:chExt cx="543464" cy="369332"/>
          </a:xfrm>
        </p:grpSpPr>
        <p:sp>
          <p:nvSpPr>
            <p:cNvPr id="23" name="TextBox 22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10896820" y="2957965"/>
            <a:ext cx="543464" cy="369332"/>
            <a:chOff x="996955" y="1114411"/>
            <a:chExt cx="543464" cy="369332"/>
          </a:xfrm>
        </p:grpSpPr>
        <p:sp>
          <p:nvSpPr>
            <p:cNvPr id="35" name="TextBox 34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9927786" y="2425521"/>
            <a:ext cx="543464" cy="369332"/>
            <a:chOff x="996955" y="1114411"/>
            <a:chExt cx="543464" cy="369332"/>
          </a:xfrm>
        </p:grpSpPr>
        <p:sp>
          <p:nvSpPr>
            <p:cNvPr id="38" name="TextBox 37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9021872" y="1930438"/>
            <a:ext cx="543464" cy="369332"/>
            <a:chOff x="996955" y="1114411"/>
            <a:chExt cx="543464" cy="369332"/>
          </a:xfrm>
        </p:grpSpPr>
        <p:sp>
          <p:nvSpPr>
            <p:cNvPr id="41" name="TextBox 40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8136367" y="1930438"/>
            <a:ext cx="543464" cy="369332"/>
            <a:chOff x="996955" y="1114411"/>
            <a:chExt cx="543464" cy="369332"/>
          </a:xfrm>
        </p:grpSpPr>
        <p:sp>
          <p:nvSpPr>
            <p:cNvPr id="44" name="TextBox 43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6275938" y="3999070"/>
            <a:ext cx="543464" cy="369332"/>
            <a:chOff x="996955" y="1114411"/>
            <a:chExt cx="543464" cy="369332"/>
          </a:xfrm>
        </p:grpSpPr>
        <p:sp>
          <p:nvSpPr>
            <p:cNvPr id="47" name="TextBox 46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>
            <a:off x="7220053" y="3990385"/>
            <a:ext cx="543464" cy="369332"/>
            <a:chOff x="996955" y="1114411"/>
            <a:chExt cx="543464" cy="369332"/>
          </a:xfrm>
        </p:grpSpPr>
        <p:sp>
          <p:nvSpPr>
            <p:cNvPr id="54" name="TextBox 53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55" name="Straight Arrow Connector 54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/>
          <p:cNvGrpSpPr/>
          <p:nvPr/>
        </p:nvGrpSpPr>
        <p:grpSpPr>
          <a:xfrm>
            <a:off x="9927786" y="4985969"/>
            <a:ext cx="543464" cy="369332"/>
            <a:chOff x="996955" y="1114411"/>
            <a:chExt cx="543464" cy="369332"/>
          </a:xfrm>
        </p:grpSpPr>
        <p:sp>
          <p:nvSpPr>
            <p:cNvPr id="57" name="TextBox 56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58" name="Straight Arrow Connector 57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/>
          <p:cNvGrpSpPr/>
          <p:nvPr/>
        </p:nvGrpSpPr>
        <p:grpSpPr>
          <a:xfrm>
            <a:off x="8120963" y="3966992"/>
            <a:ext cx="543464" cy="369332"/>
            <a:chOff x="996955" y="1114411"/>
            <a:chExt cx="543464" cy="369332"/>
          </a:xfrm>
        </p:grpSpPr>
        <p:sp>
          <p:nvSpPr>
            <p:cNvPr id="63" name="TextBox 62"/>
            <p:cNvSpPr txBox="1"/>
            <p:nvPr/>
          </p:nvSpPr>
          <p:spPr>
            <a:xfrm>
              <a:off x="996955" y="1114411"/>
              <a:ext cx="543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rgbClr val="00B050"/>
                  </a:solidFill>
                </a:rPr>
                <a:t>?</a:t>
              </a: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 flipV="1">
              <a:off x="1088136" y="1440613"/>
              <a:ext cx="361102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Arrow Connector 64"/>
          <p:cNvCxnSpPr/>
          <p:nvPr/>
        </p:nvCxnSpPr>
        <p:spPr>
          <a:xfrm flipH="1">
            <a:off x="5535186" y="4023214"/>
            <a:ext cx="628089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2782DF3-2696-D716-FFA8-288AD3DE6355}"/>
              </a:ext>
            </a:extLst>
          </p:cNvPr>
          <p:cNvGrpSpPr/>
          <p:nvPr/>
        </p:nvGrpSpPr>
        <p:grpSpPr>
          <a:xfrm>
            <a:off x="383183" y="1659554"/>
            <a:ext cx="4550764" cy="1877114"/>
            <a:chOff x="435252" y="1750006"/>
            <a:chExt cx="4550764" cy="187711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749EB57-4F62-3769-8245-A238DD9000C6}"/>
                </a:ext>
              </a:extLst>
            </p:cNvPr>
            <p:cNvSpPr/>
            <p:nvPr/>
          </p:nvSpPr>
          <p:spPr>
            <a:xfrm>
              <a:off x="435252" y="1750006"/>
              <a:ext cx="4550764" cy="187711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BubbleSort}{$A[0..n-1]$}&#10;\For {$i\gets 0$ \textbf{to} $n-2$} &#10;   \For {$j\gets 0$ \textbf{to} $n-2-i$}&#10;      \If {({\color{red}$A[j+1]&lt;A[j]$})} &#10;         \State \Call {Swap}{$A[j],A[j+1]$}&#10;      \EndIf&#10;   \EndFor&#10;\EndFor&#10;\EndProcedure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63CCE40D-61B9-6FC7-CC66-06ED95C361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16" y="1914833"/>
              <a:ext cx="4256000" cy="1468952"/>
            </a:xfrm>
            <a:prstGeom prst="rect">
              <a:avLst/>
            </a:prstGeom>
          </p:spPr>
        </p:pic>
      </p:grpSp>
      <p:sp>
        <p:nvSpPr>
          <p:cNvPr id="16" name="Content Placeholder 2 1">
            <a:extLst>
              <a:ext uri="{FF2B5EF4-FFF2-40B4-BE49-F238E27FC236}">
                <a16:creationId xmlns:a16="http://schemas.microsoft.com/office/drawing/2014/main" id="{474636C3-D22D-3CCC-0087-292E032F2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24" y="1015486"/>
            <a:ext cx="5279486" cy="63194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PSEUDOCODE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C1E5D6-4ED1-8B91-8112-07946728DA11}"/>
              </a:ext>
            </a:extLst>
          </p:cNvPr>
          <p:cNvGrpSpPr/>
          <p:nvPr/>
        </p:nvGrpSpPr>
        <p:grpSpPr>
          <a:xfrm>
            <a:off x="311122" y="3880282"/>
            <a:ext cx="5279486" cy="1626671"/>
            <a:chOff x="311122" y="3880282"/>
            <a:chExt cx="5279486" cy="16266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B178DF-743A-9901-5770-C26E39D086DA}"/>
                    </a:ext>
                  </a:extLst>
                </p:cNvPr>
                <p:cNvSpPr txBox="1"/>
                <p:nvPr/>
              </p:nvSpPr>
              <p:spPr>
                <a:xfrm>
                  <a:off x="311122" y="4023405"/>
                  <a:ext cx="5279486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≤…≤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aseline="-2500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B178DF-743A-9901-5770-C26E39D08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122" y="4023405"/>
                  <a:ext cx="5279486" cy="391646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9D9AD18-6B6B-8C55-9EB7-F93BA10E14F0}"/>
                </a:ext>
              </a:extLst>
            </p:cNvPr>
            <p:cNvSpPr txBox="1"/>
            <p:nvPr/>
          </p:nvSpPr>
          <p:spPr>
            <a:xfrm>
              <a:off x="2389719" y="4860622"/>
              <a:ext cx="15411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in their final positions</a:t>
              </a:r>
              <a:endParaRPr lang="en-US" baseline="-25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502CEC6-1958-4CD3-0F38-1772BC8A7512}"/>
                </a:ext>
              </a:extLst>
            </p:cNvPr>
            <p:cNvSpPr txBox="1"/>
            <p:nvPr/>
          </p:nvSpPr>
          <p:spPr>
            <a:xfrm>
              <a:off x="1320644" y="3880282"/>
              <a:ext cx="2257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?</a:t>
              </a:r>
              <a:endParaRPr lang="en-US" baseline="-2500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DC85FFB-11C8-5D68-575E-EDBE0FF642FE}"/>
                </a:ext>
              </a:extLst>
            </p:cNvPr>
            <p:cNvCxnSpPr/>
            <p:nvPr/>
          </p:nvCxnSpPr>
          <p:spPr>
            <a:xfrm flipV="1">
              <a:off x="3322320" y="4415051"/>
              <a:ext cx="274320" cy="4806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53962B-E8C6-60D1-1B6A-B1A4168B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BA263C5-F429-B0B3-E094-CA2D604E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13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Bubble sort - </a:t>
            </a:r>
            <a:r>
              <a:rPr lang="en-US">
                <a:solidFill>
                  <a:srgbClr val="0070C0"/>
                </a:solidFill>
              </a:rPr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3502" y="1236150"/>
                <a:ext cx="10527666" cy="332289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ts val="33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/>
                  <a:t>The input’s size: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/>
              </a:p>
              <a:p>
                <a:pPr>
                  <a:lnSpc>
                    <a:spcPts val="33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/>
                  <a:t>The algorithm’s basic operation: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/>
              </a:p>
              <a:p>
                <a:pPr>
                  <a:lnSpc>
                    <a:spcPts val="33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/>
                  <a:t>The bubble sort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for every case.</a:t>
                </a:r>
              </a:p>
              <a:p>
                <a:pPr>
                  <a:lnSpc>
                    <a:spcPts val="33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/>
                  <a:t>The number of </a:t>
                </a: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key swaps</a:t>
                </a:r>
                <a:r>
                  <a:rPr lang="en-US"/>
                  <a:t> depends on the input: </a:t>
                </a:r>
              </a:p>
              <a:p>
                <a:pPr lvl="1">
                  <a:lnSpc>
                    <a:spcPts val="3300"/>
                  </a:lnSpc>
                  <a:spcBef>
                    <a:spcPts val="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ü"/>
                </a:pPr>
                <a:r>
                  <a:rPr lang="en-US"/>
                  <a:t>Worst case (</a:t>
                </a:r>
                <a:r>
                  <a:rPr lang="en-US" i="1"/>
                  <a:t>A</a:t>
                </a:r>
                <a:r>
                  <a:rPr lang="en-US"/>
                  <a:t> is sorted in decreasing order):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502" y="1236150"/>
                <a:ext cx="10527666" cy="3322891"/>
              </a:xfrm>
              <a:blipFill>
                <a:blip r:embed="rId2"/>
                <a:stretch>
                  <a:fillRect l="-521" t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414728" y="4476608"/>
                <a:ext cx="9208009" cy="154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nary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3200" baseline="-250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728" y="4476608"/>
                <a:ext cx="9208009" cy="15499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65B9C-BEA5-0A7E-028C-85AD75C0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ACB017-A7A9-DFFA-95ED-329095E3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47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Bubble sort – </a:t>
            </a:r>
            <a:r>
              <a:rPr lang="en-US">
                <a:solidFill>
                  <a:srgbClr val="0070C0"/>
                </a:solidFill>
              </a:rPr>
              <a:t>Improved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18681" y="1186762"/>
                <a:ext cx="11120893" cy="508602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US"/>
                  <a:t>If a pass through the list makes no exchanges, the list has been sorted. We can stop the algorithm.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/>
                  <a:t>The new version runs faster on some inputs.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/>
                  <a:t>The </a:t>
                </a:r>
                <a:r>
                  <a:rPr lang="en-US" sz="2400">
                    <a:solidFill>
                      <a:srgbClr val="0070C0"/>
                    </a:solidFill>
                  </a:rPr>
                  <a:t>best</a:t>
                </a:r>
                <a:r>
                  <a:rPr lang="en-US"/>
                  <a:t> case happened when the list is already sorted. The algorithm stops after </a:t>
                </a:r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one pass </a:t>
                </a:r>
                <a:r>
                  <a:rPr lang="en-US"/>
                  <a:t>making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 comparisons</a:t>
                </a:r>
                <a:r>
                  <a:rPr lang="en-US"/>
                  <a:t>. Hence,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𝑏𝑒𝑠𝑡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>
                  <a:spcAft>
                    <a:spcPts val="1200"/>
                  </a:spcAft>
                </a:pPr>
                <a:r>
                  <a:rPr lang="en-US"/>
                  <a:t>Write the pseudocode for the improved bubble sort.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/>
                  <a:t>The </a:t>
                </a:r>
                <a:r>
                  <a:rPr lang="en-US">
                    <a:solidFill>
                      <a:srgbClr val="0070C0"/>
                    </a:solidFill>
                  </a:rPr>
                  <a:t>worst</a:t>
                </a:r>
                <a:r>
                  <a:rPr lang="en-US"/>
                  <a:t> case and </a:t>
                </a:r>
                <a:r>
                  <a:rPr lang="en-US">
                    <a:solidFill>
                      <a:srgbClr val="0070C0"/>
                    </a:solidFill>
                  </a:rPr>
                  <a:t>average</a:t>
                </a:r>
                <a:r>
                  <a:rPr lang="en-US"/>
                  <a:t> case are still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 Prove it.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8681" y="1186762"/>
                <a:ext cx="11120893" cy="5086022"/>
              </a:xfrm>
              <a:blipFill>
                <a:blip r:embed="rId2"/>
                <a:stretch>
                  <a:fillRect l="-493" t="-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767FB-E8C1-AA23-E419-16C99701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7AB55-97E5-A0BB-5F74-A0B11AB8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64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Sequential search</a:t>
            </a:r>
            <a:endParaRPr lang="en-US">
              <a:solidFill>
                <a:srgbClr val="0070C0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F2BF13C-04B4-B423-9810-231FBF8F6F53}"/>
              </a:ext>
            </a:extLst>
          </p:cNvPr>
          <p:cNvGrpSpPr/>
          <p:nvPr/>
        </p:nvGrpSpPr>
        <p:grpSpPr>
          <a:xfrm>
            <a:off x="631282" y="3501094"/>
            <a:ext cx="4838066" cy="2107960"/>
            <a:chOff x="609874" y="3891280"/>
            <a:chExt cx="4838066" cy="210796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E52EEF-8485-8076-DF03-89C643EAB60E}"/>
                </a:ext>
              </a:extLst>
            </p:cNvPr>
            <p:cNvSpPr/>
            <p:nvPr/>
          </p:nvSpPr>
          <p:spPr>
            <a:xfrm>
              <a:off x="609874" y="3891280"/>
              <a:ext cx="4838066" cy="210796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qSearch}{$A[0..n-1],K$}&#10;     \State $i\gets 0$&#10;     \While {($i&lt;n$ \textbf{and} $A[i]\ne K$)}&#10;        \State $i\gets i+1$&#10;     \EndWhile&#10;      \If {($i&lt;n$)} \Return $i$;&#10;      \Else ~\Return -1&#10;      \EndIf&#10;     \EndProcedure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2DBED093-A586-2163-A919-D5089F61A27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118" y="4093807"/>
              <a:ext cx="4444951" cy="1709714"/>
            </a:xfrm>
            <a:prstGeom prst="rect">
              <a:avLst/>
            </a:prstGeom>
          </p:spPr>
        </p:pic>
      </p:grpSp>
      <p:sp>
        <p:nvSpPr>
          <p:cNvPr id="39" name="Content Placeholder 2 1 1 1">
            <a:extLst>
              <a:ext uri="{FF2B5EF4-FFF2-40B4-BE49-F238E27FC236}">
                <a16:creationId xmlns:a16="http://schemas.microsoft.com/office/drawing/2014/main" id="{D5840EFC-4110-4954-C49A-C0201A37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54" y="2972415"/>
            <a:ext cx="2187394" cy="63194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PSEUDOCODE</a:t>
            </a:r>
          </a:p>
        </p:txBody>
      </p:sp>
      <p:sp>
        <p:nvSpPr>
          <p:cNvPr id="12" name="Content Placeholder 2 1 2 1">
            <a:extLst>
              <a:ext uri="{FF2B5EF4-FFF2-40B4-BE49-F238E27FC236}">
                <a16:creationId xmlns:a16="http://schemas.microsoft.com/office/drawing/2014/main" id="{3F6BAD91-CC95-59AA-4991-D26B01DF6F64}"/>
              </a:ext>
            </a:extLst>
          </p:cNvPr>
          <p:cNvSpPr txBox="1">
            <a:spLocks/>
          </p:cNvSpPr>
          <p:nvPr/>
        </p:nvSpPr>
        <p:spPr>
          <a:xfrm>
            <a:off x="240846" y="1076982"/>
            <a:ext cx="5576122" cy="19628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The algorithm searches for a given value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K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 in an array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A[0..n-1] 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and returns the index of the first element in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A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 that matches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K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 or -1 if there are no matching elements.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9D09D1-8808-353D-3C38-8C36A7D40D18}"/>
              </a:ext>
            </a:extLst>
          </p:cNvPr>
          <p:cNvGrpSpPr/>
          <p:nvPr/>
        </p:nvGrpSpPr>
        <p:grpSpPr>
          <a:xfrm>
            <a:off x="6371555" y="3161747"/>
            <a:ext cx="5014327" cy="2107960"/>
            <a:chOff x="6375032" y="4131033"/>
            <a:chExt cx="5014327" cy="210796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FA00DF4-851C-0AEA-F9C4-C64B9D890C43}"/>
                </a:ext>
              </a:extLst>
            </p:cNvPr>
            <p:cNvSpPr/>
            <p:nvPr/>
          </p:nvSpPr>
          <p:spPr>
            <a:xfrm>
              <a:off x="6375032" y="4131033"/>
              <a:ext cx="5014327" cy="210796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qSearch2}{$A[0..n-1],K$}&#10;     \State $i\gets 0,~A[n]\gets K$&#10;     \While {($A[i]\ne K$)}&#10;        \State $i\gets i+1$&#10;     \EndWhile&#10;      \If {($i&lt;n$)} \Return $i$;&#10;      \Else ~\Return -1&#10;      \EndIf&#10;     \EndProcedure&#10;\end{algorithmic}&#10;&#10;\end{document} " title="IguanaTex Bitmap Display">
              <a:extLst>
                <a:ext uri="{FF2B5EF4-FFF2-40B4-BE49-F238E27FC236}">
                  <a16:creationId xmlns:a16="http://schemas.microsoft.com/office/drawing/2014/main" id="{065D1D09-7EBB-C74C-10C2-BDEC9EA1C00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1277" y="4333559"/>
              <a:ext cx="4585141" cy="1709714"/>
            </a:xfrm>
            <a:prstGeom prst="rect">
              <a:avLst/>
            </a:prstGeom>
          </p:spPr>
        </p:pic>
      </p:grpSp>
      <p:sp>
        <p:nvSpPr>
          <p:cNvPr id="21" name="Content Placeholder 2 1 1 2">
            <a:extLst>
              <a:ext uri="{FF2B5EF4-FFF2-40B4-BE49-F238E27FC236}">
                <a16:creationId xmlns:a16="http://schemas.microsoft.com/office/drawing/2014/main" id="{E5D0858D-4294-DFE2-35FF-AF16BDEFA1BD}"/>
              </a:ext>
            </a:extLst>
          </p:cNvPr>
          <p:cNvSpPr txBox="1">
            <a:spLocks/>
          </p:cNvSpPr>
          <p:nvPr/>
        </p:nvSpPr>
        <p:spPr>
          <a:xfrm>
            <a:off x="6275804" y="2633068"/>
            <a:ext cx="2187394" cy="631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PSEUDOCODE</a:t>
            </a:r>
          </a:p>
        </p:txBody>
      </p:sp>
      <p:sp>
        <p:nvSpPr>
          <p:cNvPr id="22" name="Content Placeholder 2 1 2 2">
            <a:extLst>
              <a:ext uri="{FF2B5EF4-FFF2-40B4-BE49-F238E27FC236}">
                <a16:creationId xmlns:a16="http://schemas.microsoft.com/office/drawing/2014/main" id="{FE49A7BA-76A1-C3E3-BD4F-5FDEB19B58F5}"/>
              </a:ext>
            </a:extLst>
          </p:cNvPr>
          <p:cNvSpPr txBox="1">
            <a:spLocks/>
          </p:cNvSpPr>
          <p:nvPr/>
        </p:nvSpPr>
        <p:spPr>
          <a:xfrm>
            <a:off x="6096000" y="1011935"/>
            <a:ext cx="5743575" cy="17007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>
                <a:latin typeface="Century Gothic" panose="020B0502020202020204" pitchFamily="34" charset="0"/>
                <a:ea typeface="+mj-ea"/>
                <a:cs typeface="+mj-cs"/>
              </a:rPr>
              <a:t>If we append the search key </a:t>
            </a:r>
            <a:r>
              <a:rPr lang="en-US" i="1">
                <a:latin typeface="Century Gothic" panose="020B0502020202020204" pitchFamily="34" charset="0"/>
                <a:ea typeface="+mj-ea"/>
                <a:cs typeface="+mj-cs"/>
              </a:rPr>
              <a:t>K</a:t>
            </a:r>
            <a:r>
              <a:rPr lang="en-US">
                <a:latin typeface="Century Gothic" panose="020B0502020202020204" pitchFamily="34" charset="0"/>
                <a:ea typeface="+mj-ea"/>
                <a:cs typeface="+mj-cs"/>
              </a:rPr>
              <a:t> to the end of the list, the search for </a:t>
            </a:r>
            <a:r>
              <a:rPr lang="en-US" i="1">
                <a:latin typeface="Century Gothic" panose="020B0502020202020204" pitchFamily="34" charset="0"/>
                <a:ea typeface="+mj-ea"/>
                <a:cs typeface="+mj-cs"/>
              </a:rPr>
              <a:t>K</a:t>
            </a:r>
            <a:r>
              <a:rPr lang="en-US">
                <a:latin typeface="Century Gothic" panose="020B0502020202020204" pitchFamily="34" charset="0"/>
                <a:ea typeface="+mj-ea"/>
                <a:cs typeface="+mj-cs"/>
              </a:rPr>
              <a:t> will have to be successful, and eliminate the end of list check altogether.</a:t>
            </a:r>
          </a:p>
          <a:p>
            <a:pPr>
              <a:lnSpc>
                <a:spcPct val="150000"/>
              </a:lnSpc>
            </a:pPr>
            <a:endParaRPr lang="en-US" sz="3200" cap="all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Content Placeholder 2 1 2 1">
            <a:extLst>
              <a:ext uri="{FF2B5EF4-FFF2-40B4-BE49-F238E27FC236}">
                <a16:creationId xmlns:a16="http://schemas.microsoft.com/office/drawing/2014/main" id="{3E69A02E-DBF7-728F-3470-C2200E4F6819}"/>
              </a:ext>
            </a:extLst>
          </p:cNvPr>
          <p:cNvSpPr txBox="1">
            <a:spLocks/>
          </p:cNvSpPr>
          <p:nvPr/>
        </p:nvSpPr>
        <p:spPr>
          <a:xfrm>
            <a:off x="395614" y="5767687"/>
            <a:ext cx="10990268" cy="690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000"/>
              </a:lnSpc>
            </a:pP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Modify the algorithm to search for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K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 if </a:t>
            </a:r>
            <a:r>
              <a:rPr lang="en-US" sz="2200" i="1">
                <a:latin typeface="Century Gothic" panose="020B0502020202020204" pitchFamily="34" charset="0"/>
                <a:ea typeface="+mj-ea"/>
                <a:cs typeface="+mj-cs"/>
              </a:rPr>
              <a:t>A</a:t>
            </a:r>
            <a:r>
              <a:rPr lang="en-US" sz="2200">
                <a:latin typeface="Century Gothic" panose="020B0502020202020204" pitchFamily="34" charset="0"/>
                <a:ea typeface="+mj-ea"/>
                <a:cs typeface="+mj-cs"/>
              </a:rPr>
              <a:t> is sorted in increasing order.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24DBF-A691-C94A-8BA3-6E1A2E3C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67BC-EC7C-25C0-D4D8-D8C96F35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4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5. String Matching</a:t>
            </a:r>
            <a:endParaRPr lang="en-US" sz="280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D527B-B8D5-2376-F1D9-C357FE2C4A9F}"/>
              </a:ext>
            </a:extLst>
          </p:cNvPr>
          <p:cNvSpPr txBox="1"/>
          <p:nvPr/>
        </p:nvSpPr>
        <p:spPr>
          <a:xfrm>
            <a:off x="687421" y="1097148"/>
            <a:ext cx="11152154" cy="576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B0F0"/>
                </a:solidFill>
                <a:latin typeface="Century Gothic" panose="020B0502020202020204" pitchFamily="34" charset="0"/>
              </a:rPr>
              <a:t>Example</a:t>
            </a:r>
            <a:r>
              <a:rPr lang="en-US" sz="2400" dirty="0">
                <a:latin typeface="Century Gothic" panose="020B0502020202020204" pitchFamily="34" charset="0"/>
              </a:rPr>
              <a:t>: Find the pattern </a:t>
            </a:r>
            <a:r>
              <a:rPr lang="en-US" sz="2400" b="1" dirty="0">
                <a:solidFill>
                  <a:srgbClr val="00B0F0"/>
                </a:solidFill>
                <a:latin typeface="Century Gothic" panose="020B0502020202020204" pitchFamily="34" charset="0"/>
              </a:rPr>
              <a:t>NOT</a:t>
            </a:r>
            <a:r>
              <a:rPr lang="en-US" sz="2400" dirty="0">
                <a:latin typeface="Century Gothic" panose="020B0502020202020204" pitchFamily="34" charset="0"/>
              </a:rPr>
              <a:t> in the text </a:t>
            </a:r>
            <a:r>
              <a:rPr lang="en-US" sz="2400" b="1" dirty="0">
                <a:latin typeface="Century Gothic" panose="020B0502020202020204" pitchFamily="34" charset="0"/>
              </a:rPr>
              <a:t>NOBODY NOTICED HIM</a:t>
            </a:r>
            <a:r>
              <a:rPr lang="en-US" sz="2400" dirty="0">
                <a:latin typeface="Century Gothic" panose="020B0502020202020204" pitchFamily="34" charset="0"/>
              </a:rPr>
              <a:t>.</a:t>
            </a:r>
            <a:endParaRPr lang="en-US" sz="2400" i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2486A8A-792B-C767-A927-DB74887B1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846918"/>
              </p:ext>
            </p:extLst>
          </p:nvPr>
        </p:nvGraphicFramePr>
        <p:xfrm>
          <a:off x="2022470" y="2189177"/>
          <a:ext cx="81280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556">
                  <a:extLst>
                    <a:ext uri="{9D8B030D-6E8A-4147-A177-3AD203B41FA5}">
                      <a16:colId xmlns:a16="http://schemas.microsoft.com/office/drawing/2014/main" val="283729789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94365699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73121038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68295616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7440933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53593746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164289636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643814659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98329907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99430560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80576997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849058697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033993415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86654051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4010108760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2032795259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111688798"/>
                    </a:ext>
                  </a:extLst>
                </a:gridCol>
                <a:gridCol w="451556">
                  <a:extLst>
                    <a:ext uri="{9D8B030D-6E8A-4147-A177-3AD203B41FA5}">
                      <a16:colId xmlns:a16="http://schemas.microsoft.com/office/drawing/2014/main" val="1584112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rgbClr val="00B0F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36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_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19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61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09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11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750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28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93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0B0F0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85029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B40F0-2FFA-DC6E-8B3A-5F59A62D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D968F-9D7C-AB51-1843-0FFF917D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2160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5. String Matching</a:t>
            </a:r>
            <a:endParaRPr lang="en-US" sz="28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3374" y="4248909"/>
                <a:ext cx="11506201" cy="1880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>
                    <a:solidFill>
                      <a:srgbClr val="00B0F0"/>
                    </a:solidFill>
                    <a:latin typeface="Century Gothic" panose="020B0502020202020204" pitchFamily="34" charset="0"/>
                  </a:rPr>
                  <a:t>Question 1</a:t>
                </a:r>
                <a:r>
                  <a:rPr lang="en-US" sz="2000">
                    <a:latin typeface="Century Gothic" panose="020B0502020202020204" pitchFamily="34" charset="0"/>
                  </a:rPr>
                  <a:t>: Calculate the complexity of </a:t>
                </a:r>
                <a:r>
                  <a:rPr lang="en-US" sz="2000" i="1" err="1">
                    <a:latin typeface="Century Gothic" panose="020B0502020202020204" pitchFamily="34" charset="0"/>
                  </a:rPr>
                  <a:t>BruteForceStringMatch</a:t>
                </a:r>
                <a:r>
                  <a:rPr lang="en-US" sz="2000" i="1">
                    <a:latin typeface="Century Gothic" panose="020B0502020202020204" pitchFamily="34" charset="0"/>
                  </a:rPr>
                  <a:t> algorithm in the worst case.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i="1">
                    <a:solidFill>
                      <a:srgbClr val="00B050"/>
                    </a:solidFill>
                    <a:latin typeface="Century Gothic" panose="020B0502020202020204" pitchFamily="34" charset="0"/>
                  </a:rPr>
                  <a:t>Answer: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(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𝑚𝑛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en-US" sz="2000">
                  <a:latin typeface="Century Gothic" panose="020B0502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solidFill>
                      <a:srgbClr val="00B0F0"/>
                    </a:solidFill>
                    <a:latin typeface="Century Gothic" panose="020B0502020202020204" pitchFamily="34" charset="0"/>
                  </a:rPr>
                  <a:t>Question 2</a:t>
                </a:r>
                <a:r>
                  <a:rPr lang="en-US" sz="2000">
                    <a:latin typeface="Century Gothic" panose="020B0502020202020204" pitchFamily="34" charset="0"/>
                  </a:rPr>
                  <a:t>: Construct two strings </a:t>
                </a:r>
                <a:r>
                  <a:rPr lang="en-US" sz="2000" i="1">
                    <a:latin typeface="Century Gothic" panose="020B0502020202020204" pitchFamily="34" charset="0"/>
                  </a:rPr>
                  <a:t>T</a:t>
                </a:r>
                <a:r>
                  <a:rPr lang="en-US" sz="2000">
                    <a:latin typeface="Century Gothic" panose="020B0502020202020204" pitchFamily="34" charset="0"/>
                  </a:rPr>
                  <a:t> and </a:t>
                </a:r>
                <a:r>
                  <a:rPr lang="en-US" sz="2000" i="1">
                    <a:latin typeface="Century Gothic" panose="020B0502020202020204" pitchFamily="34" charset="0"/>
                  </a:rPr>
                  <a:t>P</a:t>
                </a:r>
                <a:r>
                  <a:rPr lang="en-US" sz="2000">
                    <a:latin typeface="Century Gothic" panose="020B0502020202020204" pitchFamily="34" charset="0"/>
                  </a:rPr>
                  <a:t> giving the worst scenario of BFSM algorithm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i="1">
                    <a:solidFill>
                      <a:srgbClr val="00B050"/>
                    </a:solidFill>
                    <a:latin typeface="Century Gothic" panose="020B0502020202020204" pitchFamily="34" charset="0"/>
                  </a:rPr>
                  <a:t>Answer: ????</a:t>
                </a:r>
                <a:endParaRPr lang="en-US" sz="2000">
                  <a:solidFill>
                    <a:srgbClr val="00B050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4" y="4248909"/>
                <a:ext cx="11506201" cy="1880451"/>
              </a:xfrm>
              <a:prstGeom prst="rect">
                <a:avLst/>
              </a:prstGeom>
              <a:blipFill>
                <a:blip r:embed="rId3"/>
                <a:stretch>
                  <a:fillRect l="-583" b="-4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B6D72B5-61A5-98F1-067A-AB0D0CAF3D56}"/>
              </a:ext>
            </a:extLst>
          </p:cNvPr>
          <p:cNvGrpSpPr/>
          <p:nvPr/>
        </p:nvGrpSpPr>
        <p:grpSpPr>
          <a:xfrm>
            <a:off x="2142935" y="1300839"/>
            <a:ext cx="7906130" cy="2357148"/>
            <a:chOff x="3504415" y="1300839"/>
            <a:chExt cx="7906130" cy="235714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DA10105-3D43-3B91-0241-A44DE7F285B8}"/>
                </a:ext>
              </a:extLst>
            </p:cNvPr>
            <p:cNvSpPr/>
            <p:nvPr/>
          </p:nvSpPr>
          <p:spPr>
            <a:xfrm>
              <a:off x="3504415" y="1300839"/>
              <a:ext cx="7906130" cy="235714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BruteForceStringMatch}{$T[0..n-1],P[0..m-1]$}&#10;\For {$i\gets 0$ \textbf{to} $n-m$}&#10;   \State $j\gets 0$&#10;   \While {($j&lt;m$ \textbf{and} $P[j]=T[i+j]$)}&#10;      \State $j\gets j+1$&#10;   \EndWhile&#10;   \If {($j=m$)} \Return $i$&#10;   \EndIf&#10;\EndFor&#10;\State \Return -1&#10;\EndProcedure&#10;\end{algorithmic}&#10;&#10;&#10;\end{document} " title="IguanaTex Bitmap Display">
              <a:extLst>
                <a:ext uri="{FF2B5EF4-FFF2-40B4-BE49-F238E27FC236}">
                  <a16:creationId xmlns:a16="http://schemas.microsoft.com/office/drawing/2014/main" id="{8D38AB82-AD48-8C2F-ED17-E37A424E90B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2196" y="1474184"/>
              <a:ext cx="7359996" cy="2012951"/>
            </a:xfrm>
            <a:prstGeom prst="rect">
              <a:avLst/>
            </a:prstGeom>
          </p:spPr>
        </p:pic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800F7-8A36-3D55-5A4A-0A582394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04EE0-6555-B5B4-AE77-B3BCF453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806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6. closest-pair</a:t>
            </a:r>
            <a:endParaRPr lang="en-US" sz="28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 1"/>
              <p:cNvSpPr>
                <a:spLocks noGrp="1"/>
              </p:cNvSpPr>
              <p:nvPr>
                <p:ph idx="1"/>
              </p:nvPr>
            </p:nvSpPr>
            <p:spPr>
              <a:xfrm>
                <a:off x="417194" y="996821"/>
                <a:ext cx="11338560" cy="5417632"/>
              </a:xfrm>
            </p:spPr>
            <p:txBody>
              <a:bodyPr>
                <a:normAutofit/>
              </a:bodyPr>
              <a:lstStyle/>
              <a:p>
                <a:pPr marL="0">
                  <a:lnSpc>
                    <a:spcPts val="31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/>
                  <a:t>Given two points p</a:t>
                </a:r>
                <a:r>
                  <a:rPr lang="en-US" baseline="-25000"/>
                  <a:t>1</a:t>
                </a:r>
                <a:r>
                  <a:rPr lang="en-US"/>
                  <a:t>(x</a:t>
                </a:r>
                <a:r>
                  <a:rPr lang="en-US" baseline="-25000"/>
                  <a:t>1</a:t>
                </a:r>
                <a:r>
                  <a:rPr lang="en-US"/>
                  <a:t>, y</a:t>
                </a:r>
                <a:r>
                  <a:rPr lang="en-US" baseline="-25000"/>
                  <a:t>1</a:t>
                </a:r>
                <a:r>
                  <a:rPr lang="en-US"/>
                  <a:t>) and p</a:t>
                </a:r>
                <a:r>
                  <a:rPr lang="en-US" baseline="-25000"/>
                  <a:t>2</a:t>
                </a:r>
                <a:r>
                  <a:rPr lang="en-US"/>
                  <a:t>(x</a:t>
                </a:r>
                <a:r>
                  <a:rPr lang="en-US" baseline="-25000"/>
                  <a:t>2</a:t>
                </a:r>
                <a:r>
                  <a:rPr lang="en-US"/>
                  <a:t>, y</a:t>
                </a:r>
                <a:r>
                  <a:rPr lang="en-US" baseline="-25000"/>
                  <a:t>2</a:t>
                </a:r>
                <a:r>
                  <a:rPr lang="en-US"/>
                  <a:t>) the distance between them is:</a:t>
                </a:r>
              </a:p>
              <a:p>
                <a:pPr marL="0" lvl="1" indent="0">
                  <a:lnSpc>
                    <a:spcPts val="31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>
                  <a:solidFill>
                    <a:srgbClr val="00B0F0"/>
                  </a:solidFill>
                </a:endParaRPr>
              </a:p>
              <a:p>
                <a:pPr marL="233363" indent="-182563">
                  <a:lnSpc>
                    <a:spcPts val="3100"/>
                  </a:lnSpc>
                  <a:spcAft>
                    <a:spcPts val="600"/>
                  </a:spcAft>
                </a:pPr>
                <a:r>
                  <a:rPr lang="en-US">
                    <a:solidFill>
                      <a:srgbClr val="00B0F0"/>
                    </a:solidFill>
                  </a:rPr>
                  <a:t>Problem</a:t>
                </a:r>
                <a:r>
                  <a:rPr lang="en-US"/>
                  <a:t>: Find the two closest points in a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points. </a:t>
                </a:r>
                <a:endParaRPr lang="en-US">
                  <a:solidFill>
                    <a:srgbClr val="00B0F0"/>
                  </a:solidFill>
                </a:endParaRPr>
              </a:p>
              <a:p>
                <a:pPr marL="233363" indent="-182563">
                  <a:lnSpc>
                    <a:spcPts val="3100"/>
                  </a:lnSpc>
                  <a:spcAft>
                    <a:spcPts val="600"/>
                  </a:spcAft>
                </a:pPr>
                <a:r>
                  <a:rPr lang="en-US">
                    <a:solidFill>
                      <a:srgbClr val="00B0F0"/>
                    </a:solidFill>
                  </a:rPr>
                  <a:t>Input</a:t>
                </a:r>
                <a:r>
                  <a:rPr lang="en-US"/>
                  <a:t>: A matrix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rows and 2 columns representing the coordinates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points.</a:t>
                </a:r>
                <a:endParaRPr lang="en-US" i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7194" y="996821"/>
                <a:ext cx="11338560" cy="5417632"/>
              </a:xfrm>
              <a:blipFill>
                <a:blip r:embed="rId3"/>
                <a:stretch>
                  <a:fillRect l="-484" t="-10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08A6A53-F04D-7C56-586F-520DF89E1349}"/>
              </a:ext>
            </a:extLst>
          </p:cNvPr>
          <p:cNvGrpSpPr/>
          <p:nvPr/>
        </p:nvGrpSpPr>
        <p:grpSpPr>
          <a:xfrm>
            <a:off x="4758698" y="3388161"/>
            <a:ext cx="6906008" cy="2661167"/>
            <a:chOff x="4758698" y="3388161"/>
            <a:chExt cx="6906008" cy="26611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5EFD55E-7598-FE95-C6FD-C9CEF7B71129}"/>
                </a:ext>
              </a:extLst>
            </p:cNvPr>
            <p:cNvSpPr/>
            <p:nvPr/>
          </p:nvSpPr>
          <p:spPr>
            <a:xfrm>
              <a:off x="4758698" y="3388161"/>
              <a:ext cx="6906008" cy="2661167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\documentclass{article}&#10;\usepackage{amsmath}&#10;\usepackage{enumitem}&#10;\usepackage[svgnames]{xcolor}&#10;\usepackage[beginLComment=//~,endLComment=~,indLines=false]{algpseudocodex}&#10;\pagestyle{empty}&#10;\begin{document}&#10;\algrenewcommand\algorithmicprocedure{\textbf{Algorithm}}&#10;\renewcommand{\algorithmiccomment}[1]{\State\textit{\color{orange}// #1}}&#10;&#10;&#10;\begin{minipage}{10cm}&#10;\begin{algorithmic}&#10;\Procedure {BruteForceClosestPoints}{$P[0..n-1,0..1]$}&#10;   \State $d_{min}\gets\infty$&#10;   \For {$i\gets 0$ \textbf{to} $n-2$}&#10;      \For {$j\gets i+1$ \textbf{to} $n-1$}&#10;        \State $d\gets sqrt((P[j,0]-P[i,0])^2+(P[j,1]-P[i,1])^2)$&#10;        \If {$d&lt;d_{min}$}&#10;           \State $d_{min}\gets d,~x\gets i,y\gets j$&#10;        \EndIf&#10;      \EndFor&#10;   \EndFor&#10;\State \Return ($x,y,d_{min}$)&#10;\EndProcedure&#10;\end{algorithmic}&#10;\end{minipage}&#10;&#10;&#10;\end{document} " title="IguanaTex Bitmap Display">
              <a:extLst>
                <a:ext uri="{FF2B5EF4-FFF2-40B4-BE49-F238E27FC236}">
                  <a16:creationId xmlns:a16="http://schemas.microsoft.com/office/drawing/2014/main" id="{11780BA2-BBD1-7226-DE17-768C26016DC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0176" y="3608215"/>
              <a:ext cx="6336227" cy="2261180"/>
            </a:xfrm>
            <a:prstGeom prst="rect">
              <a:avLst/>
            </a:prstGeom>
          </p:spPr>
        </p:pic>
      </p:grpSp>
      <p:sp>
        <p:nvSpPr>
          <p:cNvPr id="21" name="Content Placeholder 2 2">
            <a:extLst>
              <a:ext uri="{FF2B5EF4-FFF2-40B4-BE49-F238E27FC236}">
                <a16:creationId xmlns:a16="http://schemas.microsoft.com/office/drawing/2014/main" id="{D90AA264-E331-AE1A-2328-FCFF2AACFEA2}"/>
              </a:ext>
            </a:extLst>
          </p:cNvPr>
          <p:cNvSpPr txBox="1">
            <a:spLocks/>
          </p:cNvSpPr>
          <p:nvPr/>
        </p:nvSpPr>
        <p:spPr>
          <a:xfrm>
            <a:off x="527294" y="3608218"/>
            <a:ext cx="4146050" cy="1868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563" indent="-182563">
              <a:lnSpc>
                <a:spcPts val="3100"/>
              </a:lnSpc>
              <a:spcBef>
                <a:spcPts val="0"/>
              </a:spcBef>
              <a:spcAft>
                <a:spcPts val="600"/>
              </a:spcAft>
            </a:pPr>
            <a:r>
              <a:rPr lang="en-US">
                <a:solidFill>
                  <a:srgbClr val="00B0F0"/>
                </a:solidFill>
              </a:rPr>
              <a:t>Output</a:t>
            </a:r>
            <a:r>
              <a:rPr lang="en-US"/>
              <a:t>: the indices of the closest pair of 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DDFEB-6459-DEEA-88E8-9C8A19BF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1960A-E6F5-37D8-DF66-C0F76970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122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A5C7-2C01-88A9-8867-A205D1E9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closest-pair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A0485-883C-325C-F229-FE72EC5CA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ts val="3200"/>
                  </a:lnSpc>
                </a:pPr>
                <a:r>
                  <a:rPr lang="en-US"/>
                  <a:t>The basic operation of the algorithm is computing the square root!</a:t>
                </a:r>
              </a:p>
              <a:p>
                <a:pPr>
                  <a:lnSpc>
                    <a:spcPts val="3200"/>
                  </a:lnSpc>
                </a:pPr>
                <a:r>
                  <a:rPr lang="en-US"/>
                  <a:t>Computing square roots in the loop can be avoided:</a:t>
                </a:r>
              </a:p>
              <a:p>
                <a:pPr lvl="1">
                  <a:lnSpc>
                    <a:spcPts val="3200"/>
                  </a:lnSpc>
                </a:pPr>
                <a:r>
                  <a:rPr lang="en-US"/>
                  <a:t>Ignore the square-root function and compare the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 themselves.</a:t>
                </a:r>
              </a:p>
              <a:p>
                <a:pPr lvl="1">
                  <a:lnSpc>
                    <a:spcPts val="3200"/>
                  </a:lnSpc>
                </a:pPr>
                <a:r>
                  <a:rPr lang="en-US"/>
                  <a:t>Then the basic operation of the algorithm will be squaring a number.</a:t>
                </a:r>
              </a:p>
              <a:p>
                <a:pPr lvl="1">
                  <a:lnSpc>
                    <a:spcPts val="3200"/>
                  </a:lnSpc>
                </a:pPr>
                <a:r>
                  <a:rPr lang="en-US"/>
                  <a:t>The number of times it will be executed can be computed as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2A0485-883C-325C-F229-FE72EC5CA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77" t="-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\documentclass{article}&#10;\usepackage{amsmath}&#10;\pagestyle{empty}&#10;\begin{document}&#10;&#10;\begin{flalign*}&#10;  C(n) &amp;= \sum_{i=1}^{n-1}\sum_{j=i+1}^n2=2\sum_{i=1}^{n-1}(n-i)\\&#10;       &amp;=2[(n-1)+(n-2)+\cdots+1]=(n-1)n\in\Theta(n^2)&#10;\end{flalign*}&#10;\end{document} " title="IguanaTex Bitmap Display">
            <a:extLst>
              <a:ext uri="{FF2B5EF4-FFF2-40B4-BE49-F238E27FC236}">
                <a16:creationId xmlns:a16="http://schemas.microsoft.com/office/drawing/2014/main" id="{7425D702-1BEC-531D-EF7F-0F1F2D5162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239" y="4302108"/>
            <a:ext cx="6273521" cy="117485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10592-DB9C-4893-927C-8198B4DD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F9A3C-11F8-A340-6CB9-C25A3AEB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7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68DF-C297-7AA3-C4D4-03D3C2F1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Exhaustive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C003-E3D5-E5F9-2AA4-302C6E970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124164"/>
            <a:ext cx="11506200" cy="4877804"/>
          </a:xfrm>
        </p:spPr>
        <p:txBody>
          <a:bodyPr/>
          <a:lstStyle/>
          <a:p>
            <a:pPr marL="282575" indent="-282575">
              <a:lnSpc>
                <a:spcPts val="3300"/>
              </a:lnSpc>
            </a:pPr>
            <a:r>
              <a:rPr lang="en-US"/>
              <a:t>A brute force solution to a problem involving search for an element with a special property, usually among combinatorial objects such as permutations, combinations, or subsets of a set.</a:t>
            </a:r>
          </a:p>
          <a:p>
            <a:pPr marL="282575" indent="-282575">
              <a:lnSpc>
                <a:spcPts val="3300"/>
              </a:lnSpc>
              <a:spcBef>
                <a:spcPts val="2400"/>
              </a:spcBef>
            </a:pPr>
            <a:r>
              <a:rPr lang="en-US">
                <a:solidFill>
                  <a:srgbClr val="0070C0"/>
                </a:solidFill>
              </a:rPr>
              <a:t>Method:</a:t>
            </a:r>
          </a:p>
          <a:p>
            <a:pPr marL="574675" lvl="1" indent="-300038">
              <a:lnSpc>
                <a:spcPts val="3000"/>
              </a:lnSpc>
              <a:spcAft>
                <a:spcPts val="1200"/>
              </a:spcAft>
            </a:pPr>
            <a:r>
              <a:rPr lang="en-US"/>
              <a:t>Generate a list of all potential solutions to the problem in a systematic manner.</a:t>
            </a:r>
          </a:p>
          <a:p>
            <a:pPr marL="574675" lvl="1" indent="-300038">
              <a:lnSpc>
                <a:spcPts val="3000"/>
              </a:lnSpc>
              <a:spcAft>
                <a:spcPts val="1200"/>
              </a:spcAft>
            </a:pPr>
            <a:r>
              <a:rPr lang="en-US"/>
              <a:t>Evaluate potential solutions one by one, disqualifying infeasible ones and, for an optimization problem, keeping track of the best one found so far.</a:t>
            </a:r>
          </a:p>
          <a:p>
            <a:pPr marL="574675" lvl="1" indent="-300038">
              <a:lnSpc>
                <a:spcPts val="3000"/>
              </a:lnSpc>
              <a:spcAft>
                <a:spcPts val="1200"/>
              </a:spcAft>
            </a:pPr>
            <a:r>
              <a:rPr lang="en-US"/>
              <a:t>When search ends, announce the solution(s) found.</a:t>
            </a:r>
          </a:p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B040B-3B39-B995-0C5E-CDBAA48F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8693F-DC77-21BD-0219-643589C3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35673C21-B7A2-ACE5-AD88-07F020F9F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516" y="152400"/>
            <a:ext cx="11465059" cy="685800"/>
          </a:xfrm>
        </p:spPr>
        <p:txBody>
          <a:bodyPr>
            <a:normAutofit/>
          </a:bodyPr>
          <a:lstStyle/>
          <a:p>
            <a:r>
              <a:rPr lang="en-US"/>
              <a:t>7. Exhaustive Search - </a:t>
            </a:r>
            <a:r>
              <a:rPr lang="en-US" altLang="en-US" sz="3400">
                <a:solidFill>
                  <a:srgbClr val="0070C0"/>
                </a:solidFill>
              </a:rPr>
              <a:t>Example 1: Traveling Salesman Problem</a:t>
            </a:r>
            <a:r>
              <a:rPr lang="en-US" altLang="en-US" sz="340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63" name="Rectangle 3">
                <a:extLst>
                  <a:ext uri="{FF2B5EF4-FFF2-40B4-BE49-F238E27FC236}">
                    <a16:creationId xmlns:a16="http://schemas.microsoft.com/office/drawing/2014/main" id="{4DBD0A79-9BD0-DF48-3191-6E324047A38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ts val="3400"/>
                  </a:lnSpc>
                </a:pPr>
                <a:r>
                  <a:rPr lang="en-US" altLang="en-US"/>
                  <a:t>Given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/>
                  <a:t> cities with known distances between each pair, find the shortest tour that passes through all the cities exactly once before returning to the starting city</a:t>
                </a:r>
              </a:p>
              <a:p>
                <a:r>
                  <a:rPr lang="en-US" altLang="en-US">
                    <a:solidFill>
                      <a:srgbClr val="0070C0"/>
                    </a:solidFill>
                  </a:rPr>
                  <a:t>Example:</a:t>
                </a:r>
              </a:p>
            </p:txBody>
          </p:sp>
        </mc:Choice>
        <mc:Fallback xmlns="">
          <p:sp>
            <p:nvSpPr>
              <p:cNvPr id="245763" name="Rectangle 3">
                <a:extLst>
                  <a:ext uri="{FF2B5EF4-FFF2-40B4-BE49-F238E27FC236}">
                    <a16:creationId xmlns:a16="http://schemas.microsoft.com/office/drawing/2014/main" id="{4DBD0A79-9BD0-DF48-3191-6E324047A3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477" t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764" name="Group 4">
            <a:extLst>
              <a:ext uri="{FF2B5EF4-FFF2-40B4-BE49-F238E27FC236}">
                <a16:creationId xmlns:a16="http://schemas.microsoft.com/office/drawing/2014/main" id="{EAA9ADEC-BC95-DA2B-C369-7BBA7D180DB6}"/>
              </a:ext>
            </a:extLst>
          </p:cNvPr>
          <p:cNvGrpSpPr>
            <a:grpSpLocks/>
          </p:cNvGrpSpPr>
          <p:nvPr/>
        </p:nvGrpSpPr>
        <p:grpSpPr bwMode="auto">
          <a:xfrm>
            <a:off x="711944" y="3286328"/>
            <a:ext cx="2151063" cy="2149475"/>
            <a:chOff x="1866" y="2335"/>
            <a:chExt cx="1355" cy="1354"/>
          </a:xfrm>
        </p:grpSpPr>
        <p:sp>
          <p:nvSpPr>
            <p:cNvPr id="245765" name="Oval 5">
              <a:extLst>
                <a:ext uri="{FF2B5EF4-FFF2-40B4-BE49-F238E27FC236}">
                  <a16:creationId xmlns:a16="http://schemas.microsoft.com/office/drawing/2014/main" id="{A9D164A2-322D-DA66-0D36-7EAD04CBD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  <a:latin typeface="Century Gothic" panose="020B0502020202020204" pitchFamily="34" charset="0"/>
                </a:rPr>
                <a:t>a</a:t>
              </a:r>
            </a:p>
          </p:txBody>
        </p:sp>
        <p:sp>
          <p:nvSpPr>
            <p:cNvPr id="245766" name="Oval 6">
              <a:extLst>
                <a:ext uri="{FF2B5EF4-FFF2-40B4-BE49-F238E27FC236}">
                  <a16:creationId xmlns:a16="http://schemas.microsoft.com/office/drawing/2014/main" id="{E0DBC9B7-5757-4070-EDF0-879C7BC56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48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  <a:latin typeface="Century Gothic" panose="020B0502020202020204" pitchFamily="34" charset="0"/>
                </a:rPr>
                <a:t>b</a:t>
              </a:r>
            </a:p>
          </p:txBody>
        </p:sp>
        <p:sp>
          <p:nvSpPr>
            <p:cNvPr id="245767" name="Oval 7">
              <a:extLst>
                <a:ext uri="{FF2B5EF4-FFF2-40B4-BE49-F238E27FC236}">
                  <a16:creationId xmlns:a16="http://schemas.microsoft.com/office/drawing/2014/main" id="{FFD39216-A73A-F302-A7CD-F533DBF2A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  <a:latin typeface="Century Gothic" panose="020B0502020202020204" pitchFamily="34" charset="0"/>
                </a:rPr>
                <a:t>c</a:t>
              </a:r>
            </a:p>
          </p:txBody>
        </p:sp>
        <p:sp>
          <p:nvSpPr>
            <p:cNvPr id="245768" name="Oval 8">
              <a:extLst>
                <a:ext uri="{FF2B5EF4-FFF2-40B4-BE49-F238E27FC236}">
                  <a16:creationId xmlns:a16="http://schemas.microsoft.com/office/drawing/2014/main" id="{1576601B-5011-B35F-F627-CDB320CBB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336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>
                  <a:solidFill>
                    <a:schemeClr val="bg2"/>
                  </a:solidFill>
                  <a:latin typeface="Century Gothic" panose="020B0502020202020204" pitchFamily="34" charset="0"/>
                </a:rPr>
                <a:t>d</a:t>
              </a:r>
            </a:p>
          </p:txBody>
        </p:sp>
        <p:sp>
          <p:nvSpPr>
            <p:cNvPr id="245769" name="Line 9">
              <a:extLst>
                <a:ext uri="{FF2B5EF4-FFF2-40B4-BE49-F238E27FC236}">
                  <a16:creationId xmlns:a16="http://schemas.microsoft.com/office/drawing/2014/main" id="{2F1C6F9E-6846-64AF-3EDC-A52EBB096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92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0" name="Line 10">
              <a:extLst>
                <a:ext uri="{FF2B5EF4-FFF2-40B4-BE49-F238E27FC236}">
                  <a16:creationId xmlns:a16="http://schemas.microsoft.com/office/drawing/2014/main" id="{E2590671-4B0A-81EA-4C42-F0C3BA6A1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1" name="Line 11">
              <a:extLst>
                <a:ext uri="{FF2B5EF4-FFF2-40B4-BE49-F238E27FC236}">
                  <a16:creationId xmlns:a16="http://schemas.microsoft.com/office/drawing/2014/main" id="{D3F5D3AB-7140-310E-B829-05050B99BB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456"/>
              <a:ext cx="67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2" name="Line 12">
              <a:extLst>
                <a:ext uri="{FF2B5EF4-FFF2-40B4-BE49-F238E27FC236}">
                  <a16:creationId xmlns:a16="http://schemas.microsoft.com/office/drawing/2014/main" id="{9E4F0031-6F11-BB10-3B3D-AD569578A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784"/>
              <a:ext cx="0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3" name="Line 13">
              <a:extLst>
                <a:ext uri="{FF2B5EF4-FFF2-40B4-BE49-F238E27FC236}">
                  <a16:creationId xmlns:a16="http://schemas.microsoft.com/office/drawing/2014/main" id="{7038B4FB-7CEB-DE0D-B2D9-6DF3BEE7F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736"/>
              <a:ext cx="720" cy="62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4" name="Line 14">
              <a:extLst>
                <a:ext uri="{FF2B5EF4-FFF2-40B4-BE49-F238E27FC236}">
                  <a16:creationId xmlns:a16="http://schemas.microsoft.com/office/drawing/2014/main" id="{96E7C84F-BFBB-DB7C-50B5-FD95F92147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88"/>
              <a:ext cx="72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Century Gothic" panose="020B0502020202020204" pitchFamily="34" charset="0"/>
              </a:endParaRPr>
            </a:p>
          </p:txBody>
        </p:sp>
        <p:sp>
          <p:nvSpPr>
            <p:cNvPr id="245775" name="Text Box 15">
              <a:extLst>
                <a:ext uri="{FF2B5EF4-FFF2-40B4-BE49-F238E27FC236}">
                  <a16:creationId xmlns:a16="http://schemas.microsoft.com/office/drawing/2014/main" id="{9E40B100-F6C7-3AFB-22CC-37DFF8080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6" y="2887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8</a:t>
              </a:r>
            </a:p>
          </p:txBody>
        </p:sp>
        <p:sp>
          <p:nvSpPr>
            <p:cNvPr id="245776" name="Text Box 16">
              <a:extLst>
                <a:ext uri="{FF2B5EF4-FFF2-40B4-BE49-F238E27FC236}">
                  <a16:creationId xmlns:a16="http://schemas.microsoft.com/office/drawing/2014/main" id="{48B4847C-4FD7-4155-F3BC-2CF88B8D4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2335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2</a:t>
              </a:r>
            </a:p>
          </p:txBody>
        </p:sp>
        <p:sp>
          <p:nvSpPr>
            <p:cNvPr id="245777" name="Text Box 17">
              <a:extLst>
                <a:ext uri="{FF2B5EF4-FFF2-40B4-BE49-F238E27FC236}">
                  <a16:creationId xmlns:a16="http://schemas.microsoft.com/office/drawing/2014/main" id="{7F1F29C3-B250-077E-8D76-9727181DA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3439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7</a:t>
              </a:r>
            </a:p>
          </p:txBody>
        </p:sp>
        <p:sp>
          <p:nvSpPr>
            <p:cNvPr id="245778" name="Text Box 18">
              <a:extLst>
                <a:ext uri="{FF2B5EF4-FFF2-40B4-BE49-F238E27FC236}">
                  <a16:creationId xmlns:a16="http://schemas.microsoft.com/office/drawing/2014/main" id="{8065C1DF-76F1-EE79-C246-62B2F9DA3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2829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5</a:t>
              </a:r>
            </a:p>
          </p:txBody>
        </p:sp>
        <p:sp>
          <p:nvSpPr>
            <p:cNvPr id="245779" name="Text Box 19">
              <a:extLst>
                <a:ext uri="{FF2B5EF4-FFF2-40B4-BE49-F238E27FC236}">
                  <a16:creationId xmlns:a16="http://schemas.microsoft.com/office/drawing/2014/main" id="{F7E52ABC-CE86-B86D-D521-935D19180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" y="2640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3</a:t>
              </a:r>
            </a:p>
          </p:txBody>
        </p:sp>
        <p:sp>
          <p:nvSpPr>
            <p:cNvPr id="245780" name="Text Box 20">
              <a:extLst>
                <a:ext uri="{FF2B5EF4-FFF2-40B4-BE49-F238E27FC236}">
                  <a16:creationId xmlns:a16="http://schemas.microsoft.com/office/drawing/2014/main" id="{AF41500D-1249-5065-1A91-F8BF46C68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2863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>
                  <a:latin typeface="Century Gothic" panose="020B0502020202020204" pitchFamily="34" charset="0"/>
                </a:rPr>
                <a:t>4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A22FD-A184-9CCB-6FB2-81C75079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ABA54F-9371-9AC5-B2AD-16D1582AF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343436"/>
              </p:ext>
            </p:extLst>
          </p:nvPr>
        </p:nvGraphicFramePr>
        <p:xfrm>
          <a:off x="3576130" y="2138883"/>
          <a:ext cx="4807121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198">
                  <a:extLst>
                    <a:ext uri="{9D8B030D-6E8A-4147-A177-3AD203B41FA5}">
                      <a16:colId xmlns:a16="http://schemas.microsoft.com/office/drawing/2014/main" val="3839677049"/>
                    </a:ext>
                  </a:extLst>
                </a:gridCol>
                <a:gridCol w="2645923">
                  <a:extLst>
                    <a:ext uri="{9D8B030D-6E8A-4147-A177-3AD203B41FA5}">
                      <a16:colId xmlns:a16="http://schemas.microsoft.com/office/drawing/2014/main" val="968034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entury Gothic" panose="020B0502020202020204" pitchFamily="34" charset="0"/>
                        </a:rPr>
                        <a:t>Tour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entury Gothic" panose="020B0502020202020204" pitchFamily="34" charset="0"/>
                        </a:rPr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8395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b → c → d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2+3+7+5 = 17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34463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b → d → c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2+4+7+8 = 21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6300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c → b → d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8+3+4+5 = 20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185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c → d → b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8+7+4+2 = 21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55655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d → b → c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5+4+3+8 = 20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5595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</a:rPr>
                        <a:t>a </a:t>
                      </a:r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→ d → c → b → a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>
                          <a:latin typeface="Century Gothic" panose="020B0502020202020204" pitchFamily="34" charset="0"/>
                          <a:cs typeface="Times New Roman" panose="02020603050405020304" pitchFamily="18" charset="0"/>
                        </a:rPr>
                        <a:t>5+7+3+2 = 17</a:t>
                      </a:r>
                      <a:endParaRPr lang="en-US" sz="1600">
                        <a:latin typeface="Century Gothic" panose="020B0502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42505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91C2E-05CA-6695-545F-71047BC4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E85BFF-472D-5760-B82E-FE0EFA2737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6913423"/>
                  </p:ext>
                </p:extLst>
              </p:nvPr>
            </p:nvGraphicFramePr>
            <p:xfrm>
              <a:off x="3576130" y="4709432"/>
              <a:ext cx="7417543" cy="1565837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165133">
                      <a:extLst>
                        <a:ext uri="{9D8B030D-6E8A-4147-A177-3AD203B41FA5}">
                          <a16:colId xmlns:a16="http://schemas.microsoft.com/office/drawing/2014/main" val="3839677049"/>
                        </a:ext>
                      </a:extLst>
                    </a:gridCol>
                    <a:gridCol w="5252410">
                      <a:extLst>
                        <a:ext uri="{9D8B030D-6E8A-4147-A177-3AD203B41FA5}">
                          <a16:colId xmlns:a16="http://schemas.microsoft.com/office/drawing/2014/main" val="968034519"/>
                        </a:ext>
                      </a:extLst>
                    </a:gridCol>
                  </a:tblGrid>
                  <a:tr h="4387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More tours?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all circuits start and end at one particular vertex.</a:t>
                          </a:r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002257"/>
                      </a:ext>
                    </a:extLst>
                  </a:tr>
                  <a:tr h="5058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Less tours?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half pairs of tours differ only by their direction.</a:t>
                          </a:r>
                        </a:p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Cut the permutations by half.</a:t>
                          </a:r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0750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Efficiency: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60004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E85BFF-472D-5760-B82E-FE0EFA2737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6913423"/>
                  </p:ext>
                </p:extLst>
              </p:nvPr>
            </p:nvGraphicFramePr>
            <p:xfrm>
              <a:off x="3576130" y="4709432"/>
              <a:ext cx="7417543" cy="1565837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165133">
                      <a:extLst>
                        <a:ext uri="{9D8B030D-6E8A-4147-A177-3AD203B41FA5}">
                          <a16:colId xmlns:a16="http://schemas.microsoft.com/office/drawing/2014/main" val="3839677049"/>
                        </a:ext>
                      </a:extLst>
                    </a:gridCol>
                    <a:gridCol w="5252410">
                      <a:extLst>
                        <a:ext uri="{9D8B030D-6E8A-4147-A177-3AD203B41FA5}">
                          <a16:colId xmlns:a16="http://schemas.microsoft.com/office/drawing/2014/main" val="968034519"/>
                        </a:ext>
                      </a:extLst>
                    </a:gridCol>
                  </a:tblGrid>
                  <a:tr h="43871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More tours?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all circuits start and end at one particular vertex.</a:t>
                          </a:r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400225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Less tours?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half pairs of tours differ only by their direction.</a:t>
                          </a:r>
                        </a:p>
                        <a:p>
                          <a:r>
                            <a:rPr lang="en-US" sz="1600" b="0" u="none" strike="noStrike" kern="1200" baseline="0">
                              <a:solidFill>
                                <a:schemeClr val="dk1"/>
                              </a:solidFill>
                              <a:latin typeface="Century Gothic" panose="020B0502020202020204" pitchFamily="34" charset="0"/>
                            </a:rPr>
                            <a:t>Cut the permutations by half.</a:t>
                          </a:r>
                          <a:endParaRPr lang="en-US" sz="160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60750501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600" b="0">
                              <a:solidFill>
                                <a:srgbClr val="0070C0"/>
                              </a:solidFill>
                              <a:latin typeface="Century Gothic" panose="020B0502020202020204" pitchFamily="34" charset="0"/>
                            </a:rPr>
                            <a:t>Efficiency:</a:t>
                          </a:r>
                          <a:endParaRPr lang="en-US" altLang="en-US" sz="1600" b="0">
                            <a:solidFill>
                              <a:srgbClr val="0070C0"/>
                            </a:solidFill>
                            <a:latin typeface="Century Gothic" panose="020B0502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15" t="-187778" r="-348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600047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23E9EA71-8DF0-77E4-968F-0B6916074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Exhaustive Search - </a:t>
            </a:r>
            <a:r>
              <a:rPr lang="en-US" altLang="en-US" sz="3400">
                <a:solidFill>
                  <a:srgbClr val="0070C0"/>
                </a:solidFill>
              </a:rPr>
              <a:t>Example 2: Knapsack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7811" name="Rectangle 3">
                <a:extLst>
                  <a:ext uri="{FF2B5EF4-FFF2-40B4-BE49-F238E27FC236}">
                    <a16:creationId xmlns:a16="http://schemas.microsoft.com/office/drawing/2014/main" id="{1213289B-6598-B297-BA88-3F545F98253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33373" y="1066800"/>
                <a:ext cx="5600499" cy="3349557"/>
              </a:xfrm>
            </p:spPr>
            <p:txBody>
              <a:bodyPr>
                <a:normAutofit/>
              </a:bodyPr>
              <a:lstStyle/>
              <a:p>
                <a:r>
                  <a:rPr lang="en-US" altLang="en-US"/>
                  <a:t>Given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/>
                  <a:t> items:</a:t>
                </a:r>
              </a:p>
              <a:p>
                <a:pPr marL="838200" lvl="1" indent="-381000"/>
                <a:r>
                  <a:rPr lang="en-US" altLang="en-US"/>
                  <a:t>weights: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baseline="-25000"/>
                  <a:t>   </a:t>
                </a:r>
                <a:endParaRPr lang="en-US" altLang="en-US" i="1" baseline="-25000"/>
              </a:p>
              <a:p>
                <a:pPr marL="838200" lvl="1" indent="-381000"/>
                <a:r>
                  <a:rPr lang="en-US" altLang="en-US"/>
                  <a:t>values: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en-US" i="1" baseline="-25000"/>
              </a:p>
              <a:p>
                <a:pPr marL="838200" lvl="1" indent="-381000"/>
                <a:r>
                  <a:rPr lang="en-US" altLang="en-US"/>
                  <a:t>a knapsack of capacity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en-US"/>
              </a:p>
              <a:p>
                <a:pPr marL="563880" indent="-381000">
                  <a:lnSpc>
                    <a:spcPts val="3300"/>
                  </a:lnSpc>
                </a:pPr>
                <a:r>
                  <a:rPr lang="en-US" altLang="en-US"/>
                  <a:t>Find most valuable subset of the items that fit into the knapsack.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en-US">
                    <a:solidFill>
                      <a:srgbClr val="0070C0"/>
                    </a:solidFill>
                  </a:rPr>
                  <a:t>Example:</a:t>
                </a:r>
                <a:r>
                  <a:rPr lang="en-US" altLang="en-US"/>
                  <a:t>  </a:t>
                </a:r>
                <a:r>
                  <a:rPr lang="en-US" altLang="en-US" sz="2200"/>
                  <a:t>Knapsack capacity </a:t>
                </a:r>
                <a14:m>
                  <m:oMath xmlns:m="http://schemas.openxmlformats.org/officeDocument/2006/math">
                    <m:r>
                      <a:rPr lang="en-US" altLang="en-US" sz="2200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22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200" dirty="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en-US" altLang="en-US" sz="2200"/>
              </a:p>
            </p:txBody>
          </p:sp>
        </mc:Choice>
        <mc:Fallback xmlns="">
          <p:sp>
            <p:nvSpPr>
              <p:cNvPr id="247811" name="Rectangle 3">
                <a:extLst>
                  <a:ext uri="{FF2B5EF4-FFF2-40B4-BE49-F238E27FC236}">
                    <a16:creationId xmlns:a16="http://schemas.microsoft.com/office/drawing/2014/main" id="{1213289B-6598-B297-BA88-3F545F9825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33373" y="1066800"/>
                <a:ext cx="5600499" cy="3349557"/>
              </a:xfrm>
              <a:blipFill>
                <a:blip r:embed="rId3"/>
                <a:stretch>
                  <a:fillRect l="-980" t="-2550" r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9083C2-E560-C8EE-44DF-CF63980F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F7D36-3E11-0095-A9D6-849E2CFD6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6BA86A-7B4D-38E1-D101-6706D4CB2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345701"/>
              </p:ext>
            </p:extLst>
          </p:nvPr>
        </p:nvGraphicFramePr>
        <p:xfrm>
          <a:off x="621489" y="4182714"/>
          <a:ext cx="4663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90556328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12549376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969619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Value (BD)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942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91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58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31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9999636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47AE6256-EE52-CAEA-6ECF-457162E6F750}"/>
              </a:ext>
            </a:extLst>
          </p:cNvPr>
          <p:cNvSpPr txBox="1">
            <a:spLocks noChangeArrowheads="1"/>
          </p:cNvSpPr>
          <p:nvPr/>
        </p:nvSpPr>
        <p:spPr>
          <a:xfrm>
            <a:off x="6335949" y="1051878"/>
            <a:ext cx="5706893" cy="53625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u="sng"/>
              <a:t>Subset</a:t>
            </a:r>
            <a:r>
              <a:rPr lang="en-US" altLang="en-US" i="1" u="sng"/>
              <a:t>   </a:t>
            </a:r>
            <a:r>
              <a:rPr lang="en-US" altLang="en-US" u="sng"/>
              <a:t>Total weight</a:t>
            </a:r>
            <a:r>
              <a:rPr lang="en-US" altLang="en-US" i="1" u="sng"/>
              <a:t>     </a:t>
            </a:r>
            <a:r>
              <a:rPr lang="en-US" altLang="en-US" u="sng"/>
              <a:t>Total value (BD)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   {1}               2                  20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   {2}               5                  30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   {3}             10                  50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   {4}               5                  10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{1,2}               7                  50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{1,3}             12                  70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{1,4}              7                   30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{2,3}             15                  80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{2,4}             10                  40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   {3,4}             15                  60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{1,2,3}             17                  not feasible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{1,2,4}             12                  60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{1,3,4}             17                  not feasible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   {2,3,4}             20                  not feasible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/>
              <a:t>{1,2,3,4}             22                  not feasible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7F5640D1-251B-83DE-0919-CBE267442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Exhaustive Search - </a:t>
            </a:r>
            <a:r>
              <a:rPr lang="en-US" altLang="en-US" sz="3400">
                <a:solidFill>
                  <a:srgbClr val="0070C0"/>
                </a:solidFill>
              </a:rPr>
              <a:t>Example 3: The Assignment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579" name="Rectangle 3">
                <a:extLst>
                  <a:ext uri="{FF2B5EF4-FFF2-40B4-BE49-F238E27FC236}">
                    <a16:creationId xmlns:a16="http://schemas.microsoft.com/office/drawing/2014/main" id="{991F4EBC-4731-B5F5-660D-C4EA54830F1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2339" y="1074905"/>
                <a:ext cx="11608870" cy="5228624"/>
              </a:xfrm>
            </p:spPr>
            <p:txBody>
              <a:bodyPr>
                <a:normAutofit/>
              </a:bodyPr>
              <a:lstStyle/>
              <a:p>
                <a:pPr marL="282575" indent="-282575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200"/>
                  <a:t>There are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200" i="1"/>
                  <a:t> </a:t>
                </a:r>
                <a:r>
                  <a:rPr lang="en-US" altLang="en-US" sz="2200"/>
                  <a:t>people who need to be assigned to </a:t>
                </a:r>
                <a:r>
                  <a:rPr lang="en-US" altLang="en-US" sz="2200" i="1"/>
                  <a:t>n</a:t>
                </a:r>
                <a:r>
                  <a:rPr lang="en-US" altLang="en-US" sz="2200"/>
                  <a:t> jobs, one person per job. </a:t>
                </a:r>
              </a:p>
              <a:p>
                <a:pPr marL="282575" indent="-282575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200"/>
                  <a:t> The cost of assigning person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200" i="1"/>
                  <a:t> </a:t>
                </a:r>
                <a:r>
                  <a:rPr lang="en-US" altLang="en-US" sz="2200"/>
                  <a:t>to job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en-US" sz="2200"/>
                  <a:t> is the cost matrix </a:t>
                </a:r>
                <a14:m>
                  <m:oMath xmlns:m="http://schemas.openxmlformats.org/officeDocument/2006/math"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2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en-US" sz="2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US" sz="22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2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en-US" sz="2200"/>
                  <a:t>.  </a:t>
                </a:r>
              </a:p>
              <a:p>
                <a:pPr marL="282575" indent="-282575">
                  <a:spcBef>
                    <a:spcPts val="16000"/>
                  </a:spcBef>
                  <a:spcAft>
                    <a:spcPts val="600"/>
                  </a:spcAft>
                </a:pPr>
                <a:r>
                  <a:rPr lang="en-US" altLang="en-US" sz="2200"/>
                  <a:t>Find an assignment that minimizes the total cost.</a:t>
                </a:r>
              </a:p>
              <a:p>
                <a:pPr marL="282575" indent="-282575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000">
                    <a:solidFill>
                      <a:srgbClr val="0070C0"/>
                    </a:solidFill>
                  </a:rPr>
                  <a:t>Algorithmic Plan</a:t>
                </a:r>
                <a:r>
                  <a:rPr lang="en-US" altLang="en-US" sz="2000"/>
                  <a:t>: Generate all legitimate assignments, compute their costs, and select the cheapest one. There are n! assignments.</a:t>
                </a:r>
              </a:p>
              <a:p>
                <a:pPr marL="282575" indent="-282575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000"/>
                  <a:t>select one element in each row so that all selected elements are in different columns, with smallest sum.</a:t>
                </a:r>
              </a:p>
              <a:p>
                <a:pPr marL="282575" indent="-282575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altLang="en-US" sz="2000"/>
                  <a:t>How many assignments are there?</a:t>
                </a:r>
                <a:endParaRPr lang="en-US" altLang="en-US" sz="2200"/>
              </a:p>
            </p:txBody>
          </p:sp>
        </mc:Choice>
        <mc:Fallback xmlns="">
          <p:sp>
            <p:nvSpPr>
              <p:cNvPr id="280579" name="Rectangle 3">
                <a:extLst>
                  <a:ext uri="{FF2B5EF4-FFF2-40B4-BE49-F238E27FC236}">
                    <a16:creationId xmlns:a16="http://schemas.microsoft.com/office/drawing/2014/main" id="{991F4EBC-4731-B5F5-660D-C4EA54830F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2339" y="1074905"/>
                <a:ext cx="11608870" cy="5228624"/>
              </a:xfrm>
              <a:blipFill>
                <a:blip r:embed="rId3"/>
                <a:stretch>
                  <a:fillRect l="-367" t="-1399" r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23BE8B-E514-4516-4658-69C731AB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83905-3260-F6E3-65CB-DCE4EB74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DE87F7-58E8-E504-BEEF-0CF662E03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833640"/>
              </p:ext>
            </p:extLst>
          </p:nvPr>
        </p:nvGraphicFramePr>
        <p:xfrm>
          <a:off x="4110776" y="1901067"/>
          <a:ext cx="44805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418592173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9016603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95933382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4370684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11988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Job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Job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Job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Job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13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entury Gothic" panose="020B0502020202020204" pitchFamily="34" charset="0"/>
                        </a:rPr>
                        <a:t>Person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25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entury Gothic" panose="020B0502020202020204" pitchFamily="34" charset="0"/>
                        </a:rPr>
                        <a:t>Person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261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entury Gothic" panose="020B0502020202020204" pitchFamily="34" charset="0"/>
                        </a:rPr>
                        <a:t>Person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903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entury Gothic" panose="020B0502020202020204" pitchFamily="34" charset="0"/>
                        </a:rPr>
                        <a:t>Person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01641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1CA9CA-89B5-CB11-7686-094FE244C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4" y="1125502"/>
            <a:ext cx="11394567" cy="4985703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0070C0"/>
                </a:solidFill>
              </a:rPr>
              <a:t>Example</a:t>
            </a:r>
          </a:p>
          <a:p>
            <a:pPr>
              <a:spcBef>
                <a:spcPts val="26400"/>
              </a:spcBef>
            </a:pPr>
            <a:r>
              <a:rPr lang="en-US" b="0" i="0" u="none" strike="noStrike" baseline="0"/>
              <a:t>Exhaustive search is impractical for all but very small instances of the problem.</a:t>
            </a:r>
            <a:endParaRPr lang="en-US"/>
          </a:p>
          <a:p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C2B9F8F9-75D7-E92F-26E9-6CD98A90E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7. Exhaustive Search - </a:t>
            </a:r>
            <a:r>
              <a:rPr lang="en-US" altLang="en-US" sz="3400">
                <a:solidFill>
                  <a:srgbClr val="0070C0"/>
                </a:solidFill>
              </a:rPr>
              <a:t>Assignment Problem by Exhaustive Search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C3BCBA-24CF-AF88-8285-9874E74C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Ali Alsaffar/Dr. Youssef Harrath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5B615-66C1-EA08-E33D-7E4ED979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FB04-FC53-4C2C-AF63-0A99D80369F3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2B57D7-E25B-865D-2540-9F9B7B8306BD}"/>
                  </a:ext>
                </a:extLst>
              </p:cNvPr>
              <p:cNvSpPr txBox="1"/>
              <p:nvPr/>
            </p:nvSpPr>
            <p:spPr>
              <a:xfrm>
                <a:off x="952694" y="1921866"/>
                <a:ext cx="2537426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2B57D7-E25B-865D-2540-9F9B7B830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94" y="1921866"/>
                <a:ext cx="2537426" cy="1360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5CC8F0-358B-9D3C-6CF5-479015892B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7655133"/>
                  </p:ext>
                </p:extLst>
              </p:nvPr>
            </p:nvGraphicFramePr>
            <p:xfrm>
              <a:off x="5036074" y="1457689"/>
              <a:ext cx="538199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0995">
                      <a:extLst>
                        <a:ext uri="{9D8B030D-6E8A-4147-A177-3AD203B41FA5}">
                          <a16:colId xmlns:a16="http://schemas.microsoft.com/office/drawing/2014/main" val="3285380061"/>
                        </a:ext>
                      </a:extLst>
                    </a:gridCol>
                    <a:gridCol w="2690995">
                      <a:extLst>
                        <a:ext uri="{9D8B030D-6E8A-4147-A177-3AD203B41FA5}">
                          <a16:colId xmlns:a16="http://schemas.microsoft.com/office/drawing/2014/main" val="17478186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Assignment (</a:t>
                          </a:r>
                          <a:r>
                            <a:rPr lang="en-US" altLang="en-US" sz="1800" b="0" u="none" err="1">
                              <a:latin typeface="Century Gothic" panose="020B0502020202020204" pitchFamily="34" charset="0"/>
                            </a:rPr>
                            <a:t>col.#s</a:t>
                          </a:r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)</a:t>
                          </a:r>
                          <a:endParaRPr lang="en-US" b="0" u="none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Total Cost </a:t>
                          </a:r>
                          <a:endParaRPr lang="en-US" b="0" u="none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6325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>
                              <a:latin typeface="Century Gothic" panose="020B0502020202020204" pitchFamily="34" charset="0"/>
                            </a:rPr>
                            <a:t>1, 2, 3, 4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4021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1, 2, 4, 3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4263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1, 3, 2, 4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82142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1, 3, 4, 2	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36813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1, 4, 2, 3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1051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1, 4, 3, 2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en-US" sz="1800" i="1" dirty="0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74874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>
                              <a:latin typeface="Century Gothic" panose="020B0502020202020204" pitchFamily="34" charset="0"/>
                            </a:rPr>
                            <a:t>etc.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9381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B5CC8F0-358B-9D3C-6CF5-479015892B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7655133"/>
                  </p:ext>
                </p:extLst>
              </p:nvPr>
            </p:nvGraphicFramePr>
            <p:xfrm>
              <a:off x="5036074" y="1457689"/>
              <a:ext cx="5381990" cy="296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0995">
                      <a:extLst>
                        <a:ext uri="{9D8B030D-6E8A-4147-A177-3AD203B41FA5}">
                          <a16:colId xmlns:a16="http://schemas.microsoft.com/office/drawing/2014/main" val="3285380061"/>
                        </a:ext>
                      </a:extLst>
                    </a:gridCol>
                    <a:gridCol w="2690995">
                      <a:extLst>
                        <a:ext uri="{9D8B030D-6E8A-4147-A177-3AD203B41FA5}">
                          <a16:colId xmlns:a16="http://schemas.microsoft.com/office/drawing/2014/main" val="17478186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Assignment (</a:t>
                          </a:r>
                          <a:r>
                            <a:rPr lang="en-US" altLang="en-US" sz="1800" b="0" u="none" err="1">
                              <a:latin typeface="Century Gothic" panose="020B0502020202020204" pitchFamily="34" charset="0"/>
                            </a:rPr>
                            <a:t>col.#s</a:t>
                          </a:r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)</a:t>
                          </a:r>
                          <a:endParaRPr lang="en-US" b="0" u="none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 b="0" u="none">
                              <a:latin typeface="Century Gothic" panose="020B0502020202020204" pitchFamily="34" charset="0"/>
                            </a:rPr>
                            <a:t>Total Cost </a:t>
                          </a:r>
                          <a:endParaRPr lang="en-US" b="0" u="none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63252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>
                              <a:latin typeface="Century Gothic" panose="020B0502020202020204" pitchFamily="34" charset="0"/>
                            </a:rPr>
                            <a:t>1, 2, 3, 4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108197" r="-1134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4021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1, 2, 4, 3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208197" r="-1134" b="-5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4263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1, 3, 2, 4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308197" r="-1134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2142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1, 3, 4, 2	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415000" r="-1134" b="-33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6813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1, 4, 2, 3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506557" r="-1134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10512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800"/>
                            <a:t>1, 4, 3, 2</a:t>
                          </a:r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54" t="-606557" r="-1134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74874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b="0">
                            <a:latin typeface="Century Gothic" panose="020B0502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>
                              <a:latin typeface="Century Gothic" panose="020B0502020202020204" pitchFamily="34" charset="0"/>
                            </a:rPr>
                            <a:t>etc.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938150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1.372"/>
  <p:tag name="ORIGINALWIDTH" val="2263.217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lectionSort}{$A[0..n-1]$}&#10;\For {$i\gets 0$ \textbf{to} $n-2$}&#10;   \State $min\gets i$&#10;   \For {$j\gets i+1$ \textbf{to} $n-1$}&#10;      \If {($A[j]&lt;A[min]$)}&#10;          \State $min\gets j$&#10;      \EndIf&#10;   \EndFor&#10;   \State \Call {Swap}{$A[i],A[min]$}&#10;\EndFor&#10;\EndProcedure&#10;\end{algorithmic}&#10;&#10;\end{document} "/>
  <p:tag name="IGUANATEXSIZE" val="20"/>
  <p:tag name="IGUANATEXCURSOR" val="393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1.372"/>
  <p:tag name="ORIGINALWIDTH" val="2263.217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lectionSort}{$A[0..n-1]$}&#10;\For {$i\gets 0$ \textbf{to} $n-2$}&#10;   \State $min\gets i$&#10;   \For {$j\gets i+1$ \textbf{to} $n-1$}&#10;      \If {($A[j]&lt;A[min]$)}&#10;          \State $min\gets j$&#10;      \EndIf&#10;   \EndFor&#10;   \State \Call {Swap}{$A[i],A[min]$}&#10;\EndFor&#10;\EndProcedure&#10;\end{algorithmic}&#10;&#10;\end{document} "/>
  <p:tag name="IGUANATEXSIZE" val="20"/>
  <p:tag name="IGUANATEXCURSOR" val="393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.9096"/>
  <p:tag name="ORIGINALWIDTH" val="2094.488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BubbleSort}{$A[0..n-1]$}&#10;\For {$i\gets 0$ \textbf{to} $n-2$} &#10;   \For {$j\gets 0$ \textbf{to} $n-2-i$}&#10;      \If {({\color{red}$A[j+1]&lt;A[j]$})} &#10;         \State \Call {Swap}{$A[j],A[j+1]$}&#10;      \EndIf&#10;   \EndFor&#10;\EndFor&#10;\EndProcedure&#10;\end{algorithmic}&#10;&#10;\end{document} "/>
  <p:tag name="IGUANATEXSIZE" val="20"/>
  <p:tag name="IGUANATEXCURSOR" val="388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1.3948"/>
  <p:tag name="ORIGINALWIDTH" val="2256.468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qSearch2}{$A[0..n-1],K$}&#10;     \State $i\gets 0,~A[n]\gets K$&#10;     \While {($A[i]\ne K$)}&#10;        \State $i\gets i+1$&#10;     \EndWhile&#10;      \If {($i&lt;n$)} \Return $i$;&#10;      \Else ~\Return -1&#10;      \EndIf&#10;     \EndProcedure&#10;\end{algorithmic}&#10;&#10;\end{document} "/>
  <p:tag name="IGUANATEXSIZE" val="20"/>
  <p:tag name="IGUANATEXCURSOR" val="234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1.3948"/>
  <p:tag name="ORIGINALWIDTH" val="2187.477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SeqSearch}{$A[0..n-1],K$}&#10;     \State $i\gets 0$&#10;     \While {($i&lt;n$ \textbf{and} $A[i]\ne K$)}&#10;        \State $i\gets i+1$&#10;     \EndWhile&#10;      \If {($i&lt;n$)} \Return $i$;&#10;      \Else ~\Return -1&#10;      \EndIf&#10;     \EndProcedure&#10;\end{algorithmic}&#10;&#10;\end{document} "/>
  <p:tag name="IGUANATEXSIZE" val="20"/>
  <p:tag name="IGUANATEXCURSOR" val="234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0.6262"/>
  <p:tag name="ORIGINALWIDTH" val="3622.047"/>
  <p:tag name="OUTPUTTYPE" val="PNG"/>
  <p:tag name="IGUANATEXVERSION" val="160"/>
  <p:tag name="LATEXADDIN" val="\documentclass{article}&#10;\usepackage{amsmath}&#10;\usepackage[beginLComment=//~,endLComment=~,indLines=false]{algpseudocodex}&#10;\pagestyle{empty}&#10;\begin{document}&#10;\algrenewcommand\algorithmicprocedure{\textbf{Algorithm}}&#10;&#10;\begin{algorithmic}&#10;\Procedure {BruteForceStringMatch}{$T[0..n-1],P[0..m-1]$}&#10;\For {$i\gets 0$ \textbf{to} $n-m$}&#10;   \State $j\gets 0$&#10;   \While {($j&lt;m$ \textbf{and} $P[j]=T[i+j]$)}&#10;      \State $j\gets j+1$&#10;   \EndWhile&#10;   \If {($j=m$)} \Return $i$&#10;   \EndIf&#10;\EndFor&#10;\State \Return -1&#10;\EndProcedure&#10;\end{algorithmic}&#10;&#10;&#10;\end{document} "/>
  <p:tag name="IGUANATEXSIZE" val="20"/>
  <p:tag name="IGUANATEXCURSOR" val="257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71.354"/>
  <p:tag name="ORIGINALWIDTH" val="3282.34"/>
  <p:tag name="OUTPUTTYPE" val="PNG"/>
  <p:tag name="IGUANATEXVERSION" val="160"/>
  <p:tag name="LATEXADDIN" val="\documentclass{article}&#10;\usepackage{amsmath}&#10;\usepackage{enumitem}&#10;\usepackage[svgnames]{xcolor}&#10;\usepackage[beginLComment=//~,endLComment=~,indLines=false]{algpseudocodex}&#10;\pagestyle{empty}&#10;\begin{document}&#10;\algrenewcommand\algorithmicprocedure{\textbf{Algorithm}}&#10;\renewcommand{\algorithmiccomment}[1]{\State\textit{\color{orange}// #1}}&#10;&#10;&#10;\begin{minipage}{10cm}&#10;\begin{algorithmic}&#10;\Procedure {BruteForceClosestPoints}{$P[0..n-1,0..1]$}&#10;   \State $d_{min}\gets\infty$&#10;   \For {$i\gets 0$ \textbf{to} $n-2$}&#10;      \For {$j\gets i+1$ \textbf{to} $n-1$}&#10;        \State $d\gets sqrt((P[j,0]-P[i,0])^2+(P[j,1]-P[i,1])^2)$&#10;        \If {$d&lt;d_{min}$}&#10;           \State $d_{min}\gets d,~x\gets i,y\gets j$&#10;        \EndIf&#10;      \EndFor&#10;   \EndFor&#10;\State \Return ($x,y,d_{min}$)&#10;\EndProcedure&#10;\end{algorithmic}&#10;\end{minipage}&#10;&#10;&#10;\end{document} "/>
  <p:tag name="IGUANATEXSIZE" val="19"/>
  <p:tag name="IGUANATEXCURSOR" val="768"/>
  <p:tag name="TRANSPARENCY" val="True"/>
  <p:tag name="LATEXENGINEID" val="0"/>
  <p:tag name="TEMPFOLDER" val="C:\Drive D\IganaTeXTempFolder\"/>
  <p:tag name="LATEXFORMHEIGHT" val="413.4"/>
  <p:tag name="LATEXFORMWIDTH" val="403.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78.1777"/>
  <p:tag name="ORIGINALWIDTH" val="3087.364"/>
  <p:tag name="OUTPUTTYPE" val="PNG"/>
  <p:tag name="IGUANATEXVERSION" val="160"/>
  <p:tag name="LATEXADDIN" val="\documentclass{article}&#10;\usepackage{amsmath}&#10;\pagestyle{empty}&#10;\begin{document}&#10;&#10;\begin{flalign*}&#10;  C(n) &amp;= \sum_{i=1}^{n-1}\sum_{j=i+1}^n2=2\sum_{i=1}^{n-1}(n-i)\\&#10;       &amp;=2[(n-1)+(n-2)+\cdots+1]=(n-1)n\in\Theta(n^2)&#10;\end{flalign*}&#10;\end{document} "/>
  <p:tag name="IGUANATEXSIZE" val="20"/>
  <p:tag name="IGUANATEXCURSOR" val="62"/>
  <p:tag name="TRANSPARENCY" val="True"/>
  <p:tag name="LATEXENGINEID" val="0"/>
  <p:tag name="TEMPFOLDER" val="c:\temp\"/>
  <p:tag name="LATEXFORMHEIGHT" val="413.4"/>
  <p:tag name="LATEXFORMWIDTH" val="403.8"/>
  <p:tag name="LATEXFORMWRAP" val="True"/>
  <p:tag name="BITMAPVECTOR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2013</Words>
  <Application>Microsoft Office PowerPoint</Application>
  <PresentationFormat>Widescreen</PresentationFormat>
  <Paragraphs>351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Cambria Math</vt:lpstr>
      <vt:lpstr>Century Gothic</vt:lpstr>
      <vt:lpstr>Rockwell</vt:lpstr>
      <vt:lpstr>Rockwell Condensed</vt:lpstr>
      <vt:lpstr>Wingdings</vt:lpstr>
      <vt:lpstr>Wood Type</vt:lpstr>
      <vt:lpstr>Chapter 3 Brute Force</vt:lpstr>
      <vt:lpstr>Plan</vt:lpstr>
      <vt:lpstr>1. Introduction</vt:lpstr>
      <vt:lpstr>2. Selection sort</vt:lpstr>
      <vt:lpstr>2. Selection sort – pseudocode &amp; Example</vt:lpstr>
      <vt:lpstr>2. Selection sort - Analysis</vt:lpstr>
      <vt:lpstr>3. Bubble sort</vt:lpstr>
      <vt:lpstr>3. Bubble sort - pseudocode &amp; Example</vt:lpstr>
      <vt:lpstr>3. Bubble sort - Analysis</vt:lpstr>
      <vt:lpstr>3. Bubble sort – Improved Version</vt:lpstr>
      <vt:lpstr>4. Sequential search</vt:lpstr>
      <vt:lpstr>5. String Matching</vt:lpstr>
      <vt:lpstr>5. String Matching</vt:lpstr>
      <vt:lpstr>6. closest-pair</vt:lpstr>
      <vt:lpstr>6. closest-pair</vt:lpstr>
      <vt:lpstr>7. Exhaustive Search</vt:lpstr>
      <vt:lpstr>7. Exhaustive Search - Example 1: Traveling Salesman Problem </vt:lpstr>
      <vt:lpstr>7. Exhaustive Search - Example 2: Knapsack Problem</vt:lpstr>
      <vt:lpstr>7. Exhaustive Search - Example 3: The Assignment Problem</vt:lpstr>
      <vt:lpstr>7. Exhaustive Search - Assignment Problem by Exhaustive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Analysis and design of algorithms</dc:title>
  <dc:creator>Admin</dc:creator>
  <cp:lastModifiedBy>Ali Bu Hawraa</cp:lastModifiedBy>
  <cp:revision>1</cp:revision>
  <dcterms:created xsi:type="dcterms:W3CDTF">2021-02-05T17:22:48Z</dcterms:created>
  <dcterms:modified xsi:type="dcterms:W3CDTF">2024-10-23T11:18:05Z</dcterms:modified>
</cp:coreProperties>
</file>