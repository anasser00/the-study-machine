
<file path=[Content_Types].xml><?xml version="1.0" encoding="utf-8"?>
<Types xmlns="http://schemas.openxmlformats.org/package/2006/content-types">
  <Default Extension="emf" ContentType="image/x-emf"/>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52" r:id="rId1"/>
  </p:sldMasterIdLst>
  <p:notesMasterIdLst>
    <p:notesMasterId r:id="rId23"/>
  </p:notesMasterIdLst>
  <p:handoutMasterIdLst>
    <p:handoutMasterId r:id="rId24"/>
  </p:handoutMasterIdLst>
  <p:sldIdLst>
    <p:sldId id="269" r:id="rId2"/>
    <p:sldId id="270" r:id="rId3"/>
    <p:sldId id="338" r:id="rId4"/>
    <p:sldId id="339" r:id="rId5"/>
    <p:sldId id="340" r:id="rId6"/>
    <p:sldId id="341" r:id="rId7"/>
    <p:sldId id="348" r:id="rId8"/>
    <p:sldId id="342" r:id="rId9"/>
    <p:sldId id="343" r:id="rId10"/>
    <p:sldId id="344" r:id="rId11"/>
    <p:sldId id="345" r:id="rId12"/>
    <p:sldId id="346" r:id="rId13"/>
    <p:sldId id="347" r:id="rId14"/>
    <p:sldId id="352" r:id="rId15"/>
    <p:sldId id="349" r:id="rId16"/>
    <p:sldId id="350" r:id="rId17"/>
    <p:sldId id="351" r:id="rId18"/>
    <p:sldId id="353" r:id="rId19"/>
    <p:sldId id="354" r:id="rId20"/>
    <p:sldId id="355" r:id="rId21"/>
    <p:sldId id="356" r:id="rId22"/>
  </p:sldIdLst>
  <p:sldSz cx="9144000" cy="6858000" type="screen4x3"/>
  <p:notesSz cx="7010400" cy="9296400"/>
  <p:defaultTextStyle>
    <a:defPPr>
      <a:defRPr lang="en-US"/>
    </a:defPPr>
    <a:lvl1pPr algn="l" rtl="0" fontAlgn="base">
      <a:spcBef>
        <a:spcPct val="20000"/>
      </a:spcBef>
      <a:spcAft>
        <a:spcPct val="0"/>
      </a:spcAft>
      <a:buClr>
        <a:schemeClr val="accent2"/>
      </a:buClr>
      <a:buSzPct val="70000"/>
      <a:buFont typeface="Wingdings" pitchFamily="2" charset="2"/>
      <a:buChar char="l"/>
      <a:defRPr sz="2600" kern="1200">
        <a:solidFill>
          <a:schemeClr val="tx1"/>
        </a:solidFill>
        <a:latin typeface="Arial" charset="0"/>
        <a:ea typeface="+mn-ea"/>
        <a:cs typeface="+mn-cs"/>
      </a:defRPr>
    </a:lvl1pPr>
    <a:lvl2pPr marL="457200" algn="l" rtl="0" fontAlgn="base">
      <a:spcBef>
        <a:spcPct val="20000"/>
      </a:spcBef>
      <a:spcAft>
        <a:spcPct val="0"/>
      </a:spcAft>
      <a:buClr>
        <a:schemeClr val="accent2"/>
      </a:buClr>
      <a:buSzPct val="70000"/>
      <a:buFont typeface="Wingdings" pitchFamily="2" charset="2"/>
      <a:buChar char="l"/>
      <a:defRPr sz="2600" kern="1200">
        <a:solidFill>
          <a:schemeClr val="tx1"/>
        </a:solidFill>
        <a:latin typeface="Arial" charset="0"/>
        <a:ea typeface="+mn-ea"/>
        <a:cs typeface="+mn-cs"/>
      </a:defRPr>
    </a:lvl2pPr>
    <a:lvl3pPr marL="914400" algn="l" rtl="0" fontAlgn="base">
      <a:spcBef>
        <a:spcPct val="20000"/>
      </a:spcBef>
      <a:spcAft>
        <a:spcPct val="0"/>
      </a:spcAft>
      <a:buClr>
        <a:schemeClr val="accent2"/>
      </a:buClr>
      <a:buSzPct val="70000"/>
      <a:buFont typeface="Wingdings" pitchFamily="2" charset="2"/>
      <a:buChar char="l"/>
      <a:defRPr sz="2600" kern="1200">
        <a:solidFill>
          <a:schemeClr val="tx1"/>
        </a:solidFill>
        <a:latin typeface="Arial" charset="0"/>
        <a:ea typeface="+mn-ea"/>
        <a:cs typeface="+mn-cs"/>
      </a:defRPr>
    </a:lvl3pPr>
    <a:lvl4pPr marL="1371600" algn="l" rtl="0" fontAlgn="base">
      <a:spcBef>
        <a:spcPct val="20000"/>
      </a:spcBef>
      <a:spcAft>
        <a:spcPct val="0"/>
      </a:spcAft>
      <a:buClr>
        <a:schemeClr val="accent2"/>
      </a:buClr>
      <a:buSzPct val="70000"/>
      <a:buFont typeface="Wingdings" pitchFamily="2" charset="2"/>
      <a:buChar char="l"/>
      <a:defRPr sz="2600" kern="1200">
        <a:solidFill>
          <a:schemeClr val="tx1"/>
        </a:solidFill>
        <a:latin typeface="Arial" charset="0"/>
        <a:ea typeface="+mn-ea"/>
        <a:cs typeface="+mn-cs"/>
      </a:defRPr>
    </a:lvl4pPr>
    <a:lvl5pPr marL="1828800" algn="l" rtl="0" fontAlgn="base">
      <a:spcBef>
        <a:spcPct val="20000"/>
      </a:spcBef>
      <a:spcAft>
        <a:spcPct val="0"/>
      </a:spcAft>
      <a:buClr>
        <a:schemeClr val="accent2"/>
      </a:buClr>
      <a:buSzPct val="70000"/>
      <a:buFont typeface="Wingdings" pitchFamily="2" charset="2"/>
      <a:buChar char="l"/>
      <a:defRPr sz="2600" kern="1200">
        <a:solidFill>
          <a:schemeClr val="tx1"/>
        </a:solidFill>
        <a:latin typeface="Arial" charset="0"/>
        <a:ea typeface="+mn-ea"/>
        <a:cs typeface="+mn-cs"/>
      </a:defRPr>
    </a:lvl5pPr>
    <a:lvl6pPr marL="2286000" algn="l" defTabSz="914400" rtl="0" eaLnBrk="1" latinLnBrk="0" hangingPunct="1">
      <a:defRPr sz="2600" kern="1200">
        <a:solidFill>
          <a:schemeClr val="tx1"/>
        </a:solidFill>
        <a:latin typeface="Arial" charset="0"/>
        <a:ea typeface="+mn-ea"/>
        <a:cs typeface="+mn-cs"/>
      </a:defRPr>
    </a:lvl6pPr>
    <a:lvl7pPr marL="2743200" algn="l" defTabSz="914400" rtl="0" eaLnBrk="1" latinLnBrk="0" hangingPunct="1">
      <a:defRPr sz="2600" kern="1200">
        <a:solidFill>
          <a:schemeClr val="tx1"/>
        </a:solidFill>
        <a:latin typeface="Arial" charset="0"/>
        <a:ea typeface="+mn-ea"/>
        <a:cs typeface="+mn-cs"/>
      </a:defRPr>
    </a:lvl7pPr>
    <a:lvl8pPr marL="3200400" algn="l" defTabSz="914400" rtl="0" eaLnBrk="1" latinLnBrk="0" hangingPunct="1">
      <a:defRPr sz="2600" kern="1200">
        <a:solidFill>
          <a:schemeClr val="tx1"/>
        </a:solidFill>
        <a:latin typeface="Arial" charset="0"/>
        <a:ea typeface="+mn-ea"/>
        <a:cs typeface="+mn-cs"/>
      </a:defRPr>
    </a:lvl8pPr>
    <a:lvl9pPr marL="3657600" algn="l" defTabSz="914400" rtl="0" eaLnBrk="1" latinLnBrk="0" hangingPunct="1">
      <a:defRPr sz="2600" kern="1200">
        <a:solidFill>
          <a:schemeClr val="tx1"/>
        </a:solidFill>
        <a:latin typeface="Arial" charset="0"/>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B94917"/>
    <a:srgbClr val="C4E7F4"/>
    <a:srgbClr val="893611"/>
    <a:srgbClr val="A44114"/>
    <a:srgbClr val="F3B99F"/>
    <a:srgbClr val="FF6600"/>
    <a:srgbClr val="000066"/>
    <a:srgbClr val="00002C"/>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3B4B98B0-60AC-42C2-AFA5-B58CD77FA1E5}">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7E9639D4-E3E2-4D34-9284-5A2195B3D0D7}" styleName="Light Style 2">
    <a:wholeTbl>
      <a:tcTxStyle>
        <a:fontRef idx="minor">
          <a:scrgbClr r="0" g="0" b="0"/>
        </a:fontRef>
        <a:schemeClr val="tx1"/>
      </a:tcTxStyle>
      <a:tcStyle>
        <a:tcBdr>
          <a:left>
            <a:lnRef idx="1">
              <a:schemeClr val="tx1"/>
            </a:lnRef>
          </a:left>
          <a:right>
            <a:lnRef idx="1">
              <a:schemeClr val="tx1"/>
            </a:lnRef>
          </a:right>
          <a:top>
            <a:lnRef idx="1">
              <a:schemeClr val="tx1"/>
            </a:lnRef>
          </a:top>
          <a:bottom>
            <a:lnRef idx="1">
              <a:schemeClr val="tx1"/>
            </a:lnRef>
          </a:bottom>
          <a:insideH>
            <a:ln>
              <a:noFill/>
            </a:ln>
          </a:insideH>
          <a:insideV>
            <a:ln>
              <a:noFill/>
            </a:ln>
          </a:insideV>
        </a:tcBdr>
        <a:fill>
          <a:noFill/>
        </a:fill>
      </a:tcStyle>
    </a:wholeTbl>
    <a:band1H>
      <a:tcStyle>
        <a:tcBdr>
          <a:top>
            <a:lnRef idx="1">
              <a:schemeClr val="tx1"/>
            </a:lnRef>
          </a:top>
          <a:bottom>
            <a:lnRef idx="1">
              <a:schemeClr val="tx1"/>
            </a:lnRef>
          </a:bottom>
        </a:tcBdr>
      </a:tcStyle>
    </a:band1H>
    <a:band1V>
      <a:tcStyle>
        <a:tcBdr>
          <a:left>
            <a:lnRef idx="1">
              <a:schemeClr val="tx1"/>
            </a:lnRef>
          </a:left>
          <a:right>
            <a:lnRef idx="1">
              <a:schemeClr val="tx1"/>
            </a:lnRef>
          </a:right>
        </a:tcBdr>
      </a:tcStyle>
    </a:band1V>
    <a:band2V>
      <a:tcStyle>
        <a:tcBdr>
          <a:left>
            <a:lnRef idx="1">
              <a:schemeClr val="tx1"/>
            </a:lnRef>
          </a:left>
          <a:right>
            <a:lnRef idx="1">
              <a:schemeClr val="tx1"/>
            </a:lnRef>
          </a:right>
        </a:tcBdr>
      </a:tcStyle>
    </a:band2V>
    <a:lastCol>
      <a:tcTxStyle b="on"/>
      <a:tcStyle>
        <a:tcBdr/>
      </a:tcStyle>
    </a:lastCol>
    <a:firstCol>
      <a:tcTxStyle b="on"/>
      <a:tcStyle>
        <a:tcBdr/>
      </a:tcStyle>
    </a:firstCol>
    <a:lastRow>
      <a:tcTxStyle b="on"/>
      <a:tcStyle>
        <a:tcBdr>
          <a:top>
            <a:ln w="50800" cmpd="dbl">
              <a:solidFill>
                <a:schemeClr val="tx1"/>
              </a:solidFill>
            </a:ln>
          </a:top>
        </a:tcBdr>
      </a:tcStyle>
    </a:lastRow>
    <a:firstRow>
      <a:tcTxStyle b="on">
        <a:fontRef idx="minor">
          <a:scrgbClr r="0" g="0" b="0"/>
        </a:fontRef>
        <a:schemeClr val="bg1"/>
      </a:tcTxStyle>
      <a:tcStyle>
        <a:tcBdr/>
        <a:fillRef idx="1">
          <a:schemeClr val="tx1"/>
        </a:fillRef>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616DA210-FB5B-4158-B5E0-FEB733F419BA}" styleName="Light Style 3">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band1H>
      <a:tcStyle>
        <a:tcBdr/>
        <a:fill>
          <a:solidFill>
            <a:schemeClr val="tx1">
              <a:alpha val="20000"/>
            </a:schemeClr>
          </a:solidFill>
        </a:fill>
      </a:tcStyle>
    </a:band1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50800" cmpd="dbl">
              <a:solidFill>
                <a:schemeClr val="tx1"/>
              </a:solidFill>
            </a:ln>
          </a:top>
        </a:tcBdr>
        <a:fill>
          <a:noFill/>
        </a:fill>
      </a:tcStyle>
    </a:lastRow>
    <a:firstRow>
      <a:tcTxStyle b="on"/>
      <a:tcStyle>
        <a:tcBdr>
          <a:bottom>
            <a:ln w="25400" cmpd="sng">
              <a:solidFill>
                <a:schemeClr val="tx1"/>
              </a:solidFill>
            </a:ln>
          </a:bottom>
        </a:tcBdr>
        <a:fill>
          <a:noFill/>
        </a:fill>
      </a:tcStyle>
    </a:firstRow>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 styleId="{9D7B26C5-4107-4FEC-AEDC-1716B250A1EF}" styleName="Light Style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 styleId="{9DCAF9ED-07DC-4A11-8D7F-57B35C25682E}" styleName="Medium Style 1 - Accent 2">
    <a:wholeTbl>
      <a:tcTxStyle>
        <a:fontRef idx="minor">
          <a:scrgbClr r="0" g="0" b="0"/>
        </a:fontRef>
        <a:schemeClr val="dk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a:noFill/>
            </a:ln>
          </a:insideV>
        </a:tcBdr>
        <a:fill>
          <a:solidFill>
            <a:schemeClr val="lt1"/>
          </a:solidFill>
        </a:fill>
      </a:tcStyle>
    </a:wholeTbl>
    <a:band1H>
      <a:tcStyle>
        <a:tcBdr/>
        <a:fill>
          <a:solidFill>
            <a:schemeClr val="accent2">
              <a:tint val="20000"/>
            </a:schemeClr>
          </a:solidFill>
        </a:fill>
      </a:tcStyle>
    </a:band1H>
    <a:band1V>
      <a:tcStyle>
        <a:tcBdr/>
        <a:fill>
          <a:solidFill>
            <a:schemeClr val="accent2">
              <a:tint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solidFill>
            <a:schemeClr val="lt1"/>
          </a:solidFill>
        </a:fill>
      </a:tcStyle>
    </a:lastRow>
    <a:firstRow>
      <a:tcTxStyle b="on">
        <a:fontRef idx="minor">
          <a:scrgbClr r="0" g="0" b="0"/>
        </a:fontRef>
        <a:schemeClr val="lt1"/>
      </a:tcTxStyle>
      <a:tcStyle>
        <a:tcBdr/>
        <a:fill>
          <a:solidFill>
            <a:schemeClr val="accent2"/>
          </a:solidFill>
        </a:fill>
      </a:tcStyle>
    </a:firstRow>
  </a:tblStyle>
  <a:tblStyle styleId="{5DA37D80-6434-44D0-A028-1B22A696006F}" styleName="Light Style 3 - Accent 2">
    <a:wholeTbl>
      <a:tcTxStyle>
        <a:fontRef idx="minor">
          <a:scrgbClr r="0" g="0" b="0"/>
        </a:fontRef>
        <a:schemeClr val="tx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w="12700" cmpd="sng">
              <a:solidFill>
                <a:schemeClr val="accent2"/>
              </a:solidFill>
            </a:ln>
          </a:insideV>
        </a:tcBdr>
        <a:fill>
          <a:noFill/>
        </a:fill>
      </a:tcStyle>
    </a:wholeTbl>
    <a:band1H>
      <a:tcStyle>
        <a:tcBdr/>
        <a:fill>
          <a:solidFill>
            <a:schemeClr val="accent2">
              <a:alpha val="20000"/>
            </a:schemeClr>
          </a:solidFill>
        </a:fill>
      </a:tcStyle>
    </a:band1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noFill/>
        </a:fill>
      </a:tcStyle>
    </a:lastRow>
    <a:firstRow>
      <a:tcTxStyle b="on"/>
      <a:tcStyle>
        <a:tcBdr>
          <a:bottom>
            <a:ln w="25400" cmpd="sng">
              <a:solidFill>
                <a:schemeClr val="accent2"/>
              </a:solidFill>
            </a:ln>
          </a:bottom>
        </a:tcBdr>
        <a:fill>
          <a:noFill/>
        </a:fill>
      </a:tcStyle>
    </a:firstRow>
  </a:tblStyle>
  <a:tblStyle styleId="{16D9F66E-5EB9-4882-86FB-DCBF35E3C3E4}" styleName="Medium Style 4 - Accent 6">
    <a:wholeTbl>
      <a:tcTxStyle>
        <a:fontRef idx="minor">
          <a:scrgbClr r="0" g="0" b="0"/>
        </a:fontRef>
        <a:schemeClr val="dk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w="12700" cmpd="sng">
              <a:solidFill>
                <a:schemeClr val="accent6"/>
              </a:solidFill>
            </a:ln>
          </a:insideV>
        </a:tcBdr>
        <a:fill>
          <a:solidFill>
            <a:schemeClr val="accent6">
              <a:tint val="20000"/>
            </a:schemeClr>
          </a:solidFill>
        </a:fill>
      </a:tcStyle>
    </a:wholeTbl>
    <a:band1H>
      <a:tcStyle>
        <a:tcBdr/>
        <a:fill>
          <a:solidFill>
            <a:schemeClr val="accent6">
              <a:tint val="40000"/>
            </a:schemeClr>
          </a:solidFill>
        </a:fill>
      </a:tcStyle>
    </a:band1H>
    <a:band1V>
      <a:tcStyle>
        <a:tcBdr/>
        <a:fill>
          <a:solidFill>
            <a:schemeClr val="accent6">
              <a:tint val="40000"/>
            </a:schemeClr>
          </a:solidFill>
        </a:fill>
      </a:tcStyle>
    </a:band1V>
    <a:lastCol>
      <a:tcTxStyle b="on"/>
      <a:tcStyle>
        <a:tcBdr/>
      </a:tcStyle>
    </a:lastCol>
    <a:firstCol>
      <a:tcTxStyle b="on"/>
      <a:tcStyle>
        <a:tcBdr/>
      </a:tcStyle>
    </a:firstCol>
    <a:lastRow>
      <a:tcTxStyle b="on"/>
      <a:tcStyle>
        <a:tcBdr>
          <a:top>
            <a:ln w="25400" cmpd="sng">
              <a:solidFill>
                <a:schemeClr val="accent6"/>
              </a:solidFill>
            </a:ln>
          </a:top>
        </a:tcBdr>
        <a:fill>
          <a:solidFill>
            <a:schemeClr val="accent6">
              <a:tint val="20000"/>
            </a:schemeClr>
          </a:solidFill>
        </a:fill>
      </a:tcStyle>
    </a:lastRow>
    <a:firstRow>
      <a:tcTxStyle b="on"/>
      <a:tcStyle>
        <a:tcBdr/>
        <a:fill>
          <a:solidFill>
            <a:schemeClr val="accent6">
              <a:tint val="20000"/>
            </a:schemeClr>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995" autoAdjust="0"/>
    <p:restoredTop sz="97155" autoAdjust="0"/>
  </p:normalViewPr>
  <p:slideViewPr>
    <p:cSldViewPr>
      <p:cViewPr varScale="1">
        <p:scale>
          <a:sx n="82" d="100"/>
          <a:sy n="82" d="100"/>
        </p:scale>
        <p:origin x="1502" y="72"/>
      </p:cViewPr>
      <p:guideLst>
        <p:guide orient="horz" pos="2160"/>
        <p:guide pos="2880"/>
      </p:guideLst>
    </p:cSldViewPr>
  </p:slideViewPr>
  <p:notesTextViewPr>
    <p:cViewPr>
      <p:scale>
        <a:sx n="1" d="1"/>
        <a:sy n="1" d="1"/>
      </p:scale>
      <p:origin x="0" y="0"/>
    </p:cViewPr>
  </p:notesTextViewPr>
  <p:notesViewPr>
    <p:cSldViewPr>
      <p:cViewPr varScale="1">
        <p:scale>
          <a:sx n="66" d="100"/>
          <a:sy n="66" d="100"/>
        </p:scale>
        <p:origin x="0" y="0"/>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viewProps" Target="view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handoutMaster" Target="handoutMasters/handout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notesMaster" Target="notesMasters/notesMaster1.xml"/><Relationship Id="rId28"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heme" Target="theme/theme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4818" name="Rectangle 2"/>
          <p:cNvSpPr>
            <a:spLocks noGrp="1" noChangeArrowheads="1"/>
          </p:cNvSpPr>
          <p:nvPr>
            <p:ph type="hdr" sz="quarter"/>
          </p:nvPr>
        </p:nvSpPr>
        <p:spPr bwMode="auto">
          <a:xfrm>
            <a:off x="0" y="0"/>
            <a:ext cx="3038475" cy="4651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3177" tIns="46589" rIns="93177" bIns="46589" numCol="1" anchor="t" anchorCtr="0" compatLnSpc="1">
            <a:prstTxWarp prst="textNoShape">
              <a:avLst/>
            </a:prstTxWarp>
          </a:bodyPr>
          <a:lstStyle>
            <a:lvl1pPr defTabSz="931863">
              <a:spcBef>
                <a:spcPct val="0"/>
              </a:spcBef>
              <a:buClrTx/>
              <a:buSzTx/>
              <a:buFontTx/>
              <a:buNone/>
              <a:defRPr sz="1200"/>
            </a:lvl1pPr>
          </a:lstStyle>
          <a:p>
            <a:endParaRPr lang="en-US" dirty="0"/>
          </a:p>
        </p:txBody>
      </p:sp>
      <p:sp>
        <p:nvSpPr>
          <p:cNvPr id="34819" name="Rectangle 3"/>
          <p:cNvSpPr>
            <a:spLocks noGrp="1" noChangeArrowheads="1"/>
          </p:cNvSpPr>
          <p:nvPr>
            <p:ph type="dt" sz="quarter" idx="1"/>
          </p:nvPr>
        </p:nvSpPr>
        <p:spPr bwMode="auto">
          <a:xfrm>
            <a:off x="3970338" y="0"/>
            <a:ext cx="3038475" cy="4651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3177" tIns="46589" rIns="93177" bIns="46589" numCol="1" anchor="t" anchorCtr="0" compatLnSpc="1">
            <a:prstTxWarp prst="textNoShape">
              <a:avLst/>
            </a:prstTxWarp>
          </a:bodyPr>
          <a:lstStyle>
            <a:lvl1pPr algn="r" defTabSz="931863">
              <a:spcBef>
                <a:spcPct val="0"/>
              </a:spcBef>
              <a:buClrTx/>
              <a:buSzTx/>
              <a:buFontTx/>
              <a:buNone/>
              <a:defRPr sz="1200"/>
            </a:lvl1pPr>
          </a:lstStyle>
          <a:p>
            <a:endParaRPr lang="en-US" dirty="0"/>
          </a:p>
        </p:txBody>
      </p:sp>
      <p:sp>
        <p:nvSpPr>
          <p:cNvPr id="34820" name="Rectangle 4"/>
          <p:cNvSpPr>
            <a:spLocks noGrp="1" noChangeArrowheads="1"/>
          </p:cNvSpPr>
          <p:nvPr>
            <p:ph type="ftr" sz="quarter" idx="2"/>
          </p:nvPr>
        </p:nvSpPr>
        <p:spPr bwMode="auto">
          <a:xfrm>
            <a:off x="0" y="8829675"/>
            <a:ext cx="3038475" cy="4651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3177" tIns="46589" rIns="93177" bIns="46589" numCol="1" anchor="b" anchorCtr="0" compatLnSpc="1">
            <a:prstTxWarp prst="textNoShape">
              <a:avLst/>
            </a:prstTxWarp>
          </a:bodyPr>
          <a:lstStyle>
            <a:lvl1pPr defTabSz="931863">
              <a:spcBef>
                <a:spcPct val="0"/>
              </a:spcBef>
              <a:buClrTx/>
              <a:buSzTx/>
              <a:buFontTx/>
              <a:buNone/>
              <a:defRPr sz="1200"/>
            </a:lvl1pPr>
          </a:lstStyle>
          <a:p>
            <a:endParaRPr lang="en-US" dirty="0"/>
          </a:p>
        </p:txBody>
      </p:sp>
      <p:sp>
        <p:nvSpPr>
          <p:cNvPr id="34821" name="Rectangle 5"/>
          <p:cNvSpPr>
            <a:spLocks noGrp="1" noChangeArrowheads="1"/>
          </p:cNvSpPr>
          <p:nvPr>
            <p:ph type="sldNum" sz="quarter" idx="3"/>
          </p:nvPr>
        </p:nvSpPr>
        <p:spPr bwMode="auto">
          <a:xfrm>
            <a:off x="3970338" y="8829675"/>
            <a:ext cx="3038475" cy="4651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3177" tIns="46589" rIns="93177" bIns="46589" numCol="1" anchor="b" anchorCtr="0" compatLnSpc="1">
            <a:prstTxWarp prst="textNoShape">
              <a:avLst/>
            </a:prstTxWarp>
          </a:bodyPr>
          <a:lstStyle>
            <a:lvl1pPr algn="r" defTabSz="931863">
              <a:spcBef>
                <a:spcPct val="0"/>
              </a:spcBef>
              <a:buClrTx/>
              <a:buSzTx/>
              <a:buFontTx/>
              <a:buNone/>
              <a:defRPr sz="1200"/>
            </a:lvl1pPr>
          </a:lstStyle>
          <a:p>
            <a:fld id="{F0B6EC5B-DE15-4B62-9DC0-DE1BD893DD16}" type="slidenum">
              <a:rPr lang="en-US"/>
              <a:pPr/>
              <a:t>‹#›</a:t>
            </a:fld>
            <a:endParaRPr lang="en-US" dirty="0"/>
          </a:p>
        </p:txBody>
      </p:sp>
    </p:spTree>
    <p:extLst>
      <p:ext uri="{BB962C8B-B14F-4D97-AF65-F5344CB8AC3E}">
        <p14:creationId xmlns:p14="http://schemas.microsoft.com/office/powerpoint/2010/main" val="1824868204"/>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6626" name="Rectangle 2"/>
          <p:cNvSpPr>
            <a:spLocks noGrp="1" noChangeArrowheads="1"/>
          </p:cNvSpPr>
          <p:nvPr>
            <p:ph type="hdr" sz="quarter"/>
          </p:nvPr>
        </p:nvSpPr>
        <p:spPr bwMode="auto">
          <a:xfrm>
            <a:off x="0" y="0"/>
            <a:ext cx="3038475" cy="4651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3177" tIns="46589" rIns="93177" bIns="46589" numCol="1" anchor="t" anchorCtr="0" compatLnSpc="1">
            <a:prstTxWarp prst="textNoShape">
              <a:avLst/>
            </a:prstTxWarp>
          </a:bodyPr>
          <a:lstStyle>
            <a:lvl1pPr defTabSz="931863">
              <a:spcBef>
                <a:spcPct val="0"/>
              </a:spcBef>
              <a:buClrTx/>
              <a:buSzTx/>
              <a:buFontTx/>
              <a:buNone/>
              <a:defRPr sz="1200"/>
            </a:lvl1pPr>
          </a:lstStyle>
          <a:p>
            <a:endParaRPr lang="en-US" dirty="0"/>
          </a:p>
        </p:txBody>
      </p:sp>
      <p:sp>
        <p:nvSpPr>
          <p:cNvPr id="26627" name="Rectangle 3"/>
          <p:cNvSpPr>
            <a:spLocks noGrp="1" noChangeArrowheads="1"/>
          </p:cNvSpPr>
          <p:nvPr>
            <p:ph type="dt" idx="1"/>
          </p:nvPr>
        </p:nvSpPr>
        <p:spPr bwMode="auto">
          <a:xfrm>
            <a:off x="3970338" y="0"/>
            <a:ext cx="3038475" cy="4651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3177" tIns="46589" rIns="93177" bIns="46589" numCol="1" anchor="t" anchorCtr="0" compatLnSpc="1">
            <a:prstTxWarp prst="textNoShape">
              <a:avLst/>
            </a:prstTxWarp>
          </a:bodyPr>
          <a:lstStyle>
            <a:lvl1pPr algn="r" defTabSz="931863">
              <a:spcBef>
                <a:spcPct val="0"/>
              </a:spcBef>
              <a:buClrTx/>
              <a:buSzTx/>
              <a:buFontTx/>
              <a:buNone/>
              <a:defRPr sz="1200"/>
            </a:lvl1pPr>
          </a:lstStyle>
          <a:p>
            <a:endParaRPr lang="en-US" dirty="0"/>
          </a:p>
        </p:txBody>
      </p:sp>
      <p:sp>
        <p:nvSpPr>
          <p:cNvPr id="26628" name="Rectangle 4"/>
          <p:cNvSpPr>
            <a:spLocks noGrp="1" noRot="1" noChangeAspect="1" noChangeArrowheads="1" noTextEdit="1"/>
          </p:cNvSpPr>
          <p:nvPr>
            <p:ph type="sldImg" idx="2"/>
          </p:nvPr>
        </p:nvSpPr>
        <p:spPr bwMode="auto">
          <a:xfrm>
            <a:off x="1181100" y="696913"/>
            <a:ext cx="4648200" cy="3486150"/>
          </a:xfrm>
          <a:prstGeom prst="rect">
            <a:avLst/>
          </a:prstGeom>
          <a:no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 uri="{53640926-AAD7-44D8-BBD7-CCE9431645EC}">
              <a14:shadowObscured xmlns:a14="http://schemas.microsoft.com/office/drawing/2010/main" val="1"/>
            </a:ext>
          </a:extLst>
        </p:spPr>
      </p:sp>
      <p:sp>
        <p:nvSpPr>
          <p:cNvPr id="26629" name="Rectangle 5"/>
          <p:cNvSpPr>
            <a:spLocks noGrp="1" noChangeArrowheads="1"/>
          </p:cNvSpPr>
          <p:nvPr>
            <p:ph type="body" sz="quarter" idx="3"/>
          </p:nvPr>
        </p:nvSpPr>
        <p:spPr bwMode="auto">
          <a:xfrm>
            <a:off x="701675" y="4416425"/>
            <a:ext cx="5607050" cy="41830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3177" tIns="46589" rIns="93177" bIns="46589" numCol="1" anchor="t" anchorCtr="0" compatLnSpc="1">
            <a:prstTxWarp prst="textNoShape">
              <a:avLst/>
            </a:prstTxWarp>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6630" name="Rectangle 6"/>
          <p:cNvSpPr>
            <a:spLocks noGrp="1" noChangeArrowheads="1"/>
          </p:cNvSpPr>
          <p:nvPr>
            <p:ph type="ftr" sz="quarter" idx="4"/>
          </p:nvPr>
        </p:nvSpPr>
        <p:spPr bwMode="auto">
          <a:xfrm>
            <a:off x="0" y="8829675"/>
            <a:ext cx="3038475" cy="4651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3177" tIns="46589" rIns="93177" bIns="46589" numCol="1" anchor="b" anchorCtr="0" compatLnSpc="1">
            <a:prstTxWarp prst="textNoShape">
              <a:avLst/>
            </a:prstTxWarp>
          </a:bodyPr>
          <a:lstStyle>
            <a:lvl1pPr defTabSz="931863">
              <a:spcBef>
                <a:spcPct val="0"/>
              </a:spcBef>
              <a:buClrTx/>
              <a:buSzTx/>
              <a:buFontTx/>
              <a:buNone/>
              <a:defRPr sz="1200"/>
            </a:lvl1pPr>
          </a:lstStyle>
          <a:p>
            <a:endParaRPr lang="en-US" dirty="0"/>
          </a:p>
        </p:txBody>
      </p:sp>
      <p:sp>
        <p:nvSpPr>
          <p:cNvPr id="26631" name="Rectangle 7"/>
          <p:cNvSpPr>
            <a:spLocks noGrp="1" noChangeArrowheads="1"/>
          </p:cNvSpPr>
          <p:nvPr>
            <p:ph type="sldNum" sz="quarter" idx="5"/>
          </p:nvPr>
        </p:nvSpPr>
        <p:spPr bwMode="auto">
          <a:xfrm>
            <a:off x="3970338" y="8829675"/>
            <a:ext cx="3038475" cy="4651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3177" tIns="46589" rIns="93177" bIns="46589" numCol="1" anchor="b" anchorCtr="0" compatLnSpc="1">
            <a:prstTxWarp prst="textNoShape">
              <a:avLst/>
            </a:prstTxWarp>
          </a:bodyPr>
          <a:lstStyle>
            <a:lvl1pPr algn="r" defTabSz="931863">
              <a:spcBef>
                <a:spcPct val="0"/>
              </a:spcBef>
              <a:buClrTx/>
              <a:buSzTx/>
              <a:buFontTx/>
              <a:buNone/>
              <a:defRPr sz="1200"/>
            </a:lvl1pPr>
          </a:lstStyle>
          <a:p>
            <a:fld id="{823FACB9-4E35-4CB3-835A-2EBF55FAEDE3}" type="slidenum">
              <a:rPr lang="en-US"/>
              <a:pPr/>
              <a:t>‹#›</a:t>
            </a:fld>
            <a:endParaRPr lang="en-US" dirty="0"/>
          </a:p>
        </p:txBody>
      </p:sp>
    </p:spTree>
    <p:extLst>
      <p:ext uri="{BB962C8B-B14F-4D97-AF65-F5344CB8AC3E}">
        <p14:creationId xmlns:p14="http://schemas.microsoft.com/office/powerpoint/2010/main" val="971869428"/>
      </p:ext>
    </p:extLst>
  </p:cSld>
  <p:clrMap bg1="lt1" tx1="dk1" bg2="lt2" tx2="dk2" accent1="accent1" accent2="accent2" accent3="accent3" accent4="accent4" accent5="accent5" accent6="accent6" hlink="hlink" folHlink="folHlink"/>
  <p:notesStyle>
    <a:lvl1pPr algn="l" rtl="0" fontAlgn="base">
      <a:spcBef>
        <a:spcPct val="30000"/>
      </a:spcBef>
      <a:spcAft>
        <a:spcPct val="0"/>
      </a:spcAft>
      <a:defRPr sz="1200" kern="1200">
        <a:solidFill>
          <a:schemeClr val="tx1"/>
        </a:solidFill>
        <a:latin typeface="Arial" charset="0"/>
        <a:ea typeface="+mn-ea"/>
        <a:cs typeface="Arial" charset="0"/>
      </a:defRPr>
    </a:lvl1pPr>
    <a:lvl2pPr marL="457200" algn="l" rtl="0" fontAlgn="base">
      <a:spcBef>
        <a:spcPct val="30000"/>
      </a:spcBef>
      <a:spcAft>
        <a:spcPct val="0"/>
      </a:spcAft>
      <a:defRPr sz="1200" kern="1200">
        <a:solidFill>
          <a:schemeClr val="tx1"/>
        </a:solidFill>
        <a:latin typeface="Arial" charset="0"/>
        <a:ea typeface="+mn-ea"/>
        <a:cs typeface="Arial" charset="0"/>
      </a:defRPr>
    </a:lvl2pPr>
    <a:lvl3pPr marL="914400" algn="l" rtl="0" fontAlgn="base">
      <a:spcBef>
        <a:spcPct val="30000"/>
      </a:spcBef>
      <a:spcAft>
        <a:spcPct val="0"/>
      </a:spcAft>
      <a:defRPr sz="1200" kern="1200">
        <a:solidFill>
          <a:schemeClr val="tx1"/>
        </a:solidFill>
        <a:latin typeface="Arial" charset="0"/>
        <a:ea typeface="+mn-ea"/>
        <a:cs typeface="Arial" charset="0"/>
      </a:defRPr>
    </a:lvl3pPr>
    <a:lvl4pPr marL="1371600" algn="l" rtl="0" fontAlgn="base">
      <a:spcBef>
        <a:spcPct val="30000"/>
      </a:spcBef>
      <a:spcAft>
        <a:spcPct val="0"/>
      </a:spcAft>
      <a:defRPr sz="1200" kern="1200">
        <a:solidFill>
          <a:schemeClr val="tx1"/>
        </a:solidFill>
        <a:latin typeface="Arial" charset="0"/>
        <a:ea typeface="+mn-ea"/>
        <a:cs typeface="Arial" charset="0"/>
      </a:defRPr>
    </a:lvl4pPr>
    <a:lvl5pPr marL="1828800" algn="l" rtl="0" fontAlgn="base">
      <a:spcBef>
        <a:spcPct val="30000"/>
      </a:spcBef>
      <a:spcAft>
        <a:spcPct val="0"/>
      </a:spcAft>
      <a:defRPr sz="1200" kern="1200">
        <a:solidFill>
          <a:schemeClr val="tx1"/>
        </a:solidFill>
        <a:latin typeface="Arial" charset="0"/>
        <a:ea typeface="+mn-ea"/>
        <a:cs typeface="Arial" charset="0"/>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47106" name="Line 2"/>
          <p:cNvSpPr>
            <a:spLocks noChangeShapeType="1"/>
          </p:cNvSpPr>
          <p:nvPr/>
        </p:nvSpPr>
        <p:spPr bwMode="auto">
          <a:xfrm>
            <a:off x="7315200" y="1066800"/>
            <a:ext cx="0" cy="44958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dirty="0"/>
          </a:p>
        </p:txBody>
      </p:sp>
      <p:grpSp>
        <p:nvGrpSpPr>
          <p:cNvPr id="47112" name="Group 8"/>
          <p:cNvGrpSpPr>
            <a:grpSpLocks/>
          </p:cNvGrpSpPr>
          <p:nvPr/>
        </p:nvGrpSpPr>
        <p:grpSpPr bwMode="auto">
          <a:xfrm>
            <a:off x="7493000" y="2992438"/>
            <a:ext cx="1338263" cy="2189162"/>
            <a:chOff x="4704" y="1885"/>
            <a:chExt cx="843" cy="1379"/>
          </a:xfrm>
        </p:grpSpPr>
        <p:sp>
          <p:nvSpPr>
            <p:cNvPr id="47113" name="Oval 9"/>
            <p:cNvSpPr>
              <a:spLocks noChangeArrowheads="1"/>
            </p:cNvSpPr>
            <p:nvPr/>
          </p:nvSpPr>
          <p:spPr bwMode="auto">
            <a:xfrm>
              <a:off x="4704" y="1885"/>
              <a:ext cx="127" cy="127"/>
            </a:xfrm>
            <a:prstGeom prst="ellipse">
              <a:avLst/>
            </a:prstGeom>
            <a:solidFill>
              <a:schemeClr val="tx2"/>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dirty="0"/>
            </a:p>
          </p:txBody>
        </p:sp>
        <p:sp>
          <p:nvSpPr>
            <p:cNvPr id="47114" name="Oval 10"/>
            <p:cNvSpPr>
              <a:spLocks noChangeArrowheads="1"/>
            </p:cNvSpPr>
            <p:nvPr/>
          </p:nvSpPr>
          <p:spPr bwMode="auto">
            <a:xfrm>
              <a:off x="4883" y="1885"/>
              <a:ext cx="127" cy="127"/>
            </a:xfrm>
            <a:prstGeom prst="ellipse">
              <a:avLst/>
            </a:prstGeom>
            <a:solidFill>
              <a:schemeClr val="tx2"/>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dirty="0"/>
            </a:p>
          </p:txBody>
        </p:sp>
        <p:sp>
          <p:nvSpPr>
            <p:cNvPr id="47115" name="Oval 11"/>
            <p:cNvSpPr>
              <a:spLocks noChangeArrowheads="1"/>
            </p:cNvSpPr>
            <p:nvPr/>
          </p:nvSpPr>
          <p:spPr bwMode="auto">
            <a:xfrm>
              <a:off x="5062" y="1885"/>
              <a:ext cx="127" cy="127"/>
            </a:xfrm>
            <a:prstGeom prst="ellipse">
              <a:avLst/>
            </a:prstGeom>
            <a:solidFill>
              <a:schemeClr val="tx2"/>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dirty="0"/>
            </a:p>
          </p:txBody>
        </p:sp>
        <p:sp>
          <p:nvSpPr>
            <p:cNvPr id="47116" name="Oval 12"/>
            <p:cNvSpPr>
              <a:spLocks noChangeArrowheads="1"/>
            </p:cNvSpPr>
            <p:nvPr/>
          </p:nvSpPr>
          <p:spPr bwMode="auto">
            <a:xfrm>
              <a:off x="4704" y="2064"/>
              <a:ext cx="127" cy="127"/>
            </a:xfrm>
            <a:prstGeom prst="ellipse">
              <a:avLst/>
            </a:prstGeom>
            <a:solidFill>
              <a:schemeClr val="tx2"/>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dirty="0"/>
            </a:p>
          </p:txBody>
        </p:sp>
        <p:sp>
          <p:nvSpPr>
            <p:cNvPr id="47117" name="Oval 13"/>
            <p:cNvSpPr>
              <a:spLocks noChangeArrowheads="1"/>
            </p:cNvSpPr>
            <p:nvPr/>
          </p:nvSpPr>
          <p:spPr bwMode="auto">
            <a:xfrm>
              <a:off x="4883" y="2064"/>
              <a:ext cx="127" cy="127"/>
            </a:xfrm>
            <a:prstGeom prst="ellipse">
              <a:avLst/>
            </a:prstGeom>
            <a:solidFill>
              <a:schemeClr val="tx2"/>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dirty="0"/>
            </a:p>
          </p:txBody>
        </p:sp>
        <p:sp>
          <p:nvSpPr>
            <p:cNvPr id="47118" name="Oval 14"/>
            <p:cNvSpPr>
              <a:spLocks noChangeArrowheads="1"/>
            </p:cNvSpPr>
            <p:nvPr/>
          </p:nvSpPr>
          <p:spPr bwMode="auto">
            <a:xfrm>
              <a:off x="5062" y="2064"/>
              <a:ext cx="127" cy="127"/>
            </a:xfrm>
            <a:prstGeom prst="ellipse">
              <a:avLst/>
            </a:prstGeom>
            <a:solidFill>
              <a:schemeClr val="tx2"/>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dirty="0"/>
            </a:p>
          </p:txBody>
        </p:sp>
        <p:sp>
          <p:nvSpPr>
            <p:cNvPr id="47119" name="Oval 15"/>
            <p:cNvSpPr>
              <a:spLocks noChangeArrowheads="1"/>
            </p:cNvSpPr>
            <p:nvPr/>
          </p:nvSpPr>
          <p:spPr bwMode="auto">
            <a:xfrm>
              <a:off x="5241" y="2064"/>
              <a:ext cx="127" cy="127"/>
            </a:xfrm>
            <a:prstGeom prst="ellipse">
              <a:avLst/>
            </a:prstGeom>
            <a:solidFill>
              <a:schemeClr val="accent2"/>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dirty="0"/>
            </a:p>
          </p:txBody>
        </p:sp>
        <p:sp>
          <p:nvSpPr>
            <p:cNvPr id="47120" name="Oval 16"/>
            <p:cNvSpPr>
              <a:spLocks noChangeArrowheads="1"/>
            </p:cNvSpPr>
            <p:nvPr/>
          </p:nvSpPr>
          <p:spPr bwMode="auto">
            <a:xfrm>
              <a:off x="4704" y="2243"/>
              <a:ext cx="127" cy="127"/>
            </a:xfrm>
            <a:prstGeom prst="ellipse">
              <a:avLst/>
            </a:prstGeom>
            <a:solidFill>
              <a:schemeClr val="tx2"/>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dirty="0"/>
            </a:p>
          </p:txBody>
        </p:sp>
        <p:sp>
          <p:nvSpPr>
            <p:cNvPr id="47121" name="Oval 17"/>
            <p:cNvSpPr>
              <a:spLocks noChangeArrowheads="1"/>
            </p:cNvSpPr>
            <p:nvPr/>
          </p:nvSpPr>
          <p:spPr bwMode="auto">
            <a:xfrm>
              <a:off x="4883" y="2243"/>
              <a:ext cx="127" cy="127"/>
            </a:xfrm>
            <a:prstGeom prst="ellipse">
              <a:avLst/>
            </a:prstGeom>
            <a:solidFill>
              <a:schemeClr val="tx2"/>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dirty="0"/>
            </a:p>
          </p:txBody>
        </p:sp>
        <p:sp>
          <p:nvSpPr>
            <p:cNvPr id="47122" name="Oval 18"/>
            <p:cNvSpPr>
              <a:spLocks noChangeArrowheads="1"/>
            </p:cNvSpPr>
            <p:nvPr/>
          </p:nvSpPr>
          <p:spPr bwMode="auto">
            <a:xfrm>
              <a:off x="5062" y="2243"/>
              <a:ext cx="127" cy="127"/>
            </a:xfrm>
            <a:prstGeom prst="ellipse">
              <a:avLst/>
            </a:prstGeom>
            <a:solidFill>
              <a:schemeClr val="accent2"/>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dirty="0"/>
            </a:p>
          </p:txBody>
        </p:sp>
        <p:sp>
          <p:nvSpPr>
            <p:cNvPr id="47123" name="Oval 19"/>
            <p:cNvSpPr>
              <a:spLocks noChangeArrowheads="1"/>
            </p:cNvSpPr>
            <p:nvPr/>
          </p:nvSpPr>
          <p:spPr bwMode="auto">
            <a:xfrm>
              <a:off x="5241" y="2243"/>
              <a:ext cx="127" cy="127"/>
            </a:xfrm>
            <a:prstGeom prst="ellipse">
              <a:avLst/>
            </a:prstGeom>
            <a:solidFill>
              <a:schemeClr val="accent2"/>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dirty="0"/>
            </a:p>
          </p:txBody>
        </p:sp>
        <p:sp>
          <p:nvSpPr>
            <p:cNvPr id="47124" name="Oval 20"/>
            <p:cNvSpPr>
              <a:spLocks noChangeArrowheads="1"/>
            </p:cNvSpPr>
            <p:nvPr/>
          </p:nvSpPr>
          <p:spPr bwMode="auto">
            <a:xfrm>
              <a:off x="5420" y="2243"/>
              <a:ext cx="127" cy="127"/>
            </a:xfrm>
            <a:prstGeom prst="ellipse">
              <a:avLst/>
            </a:prstGeom>
            <a:solidFill>
              <a:schemeClr val="accent1"/>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dirty="0"/>
            </a:p>
          </p:txBody>
        </p:sp>
        <p:sp>
          <p:nvSpPr>
            <p:cNvPr id="47125" name="Oval 21"/>
            <p:cNvSpPr>
              <a:spLocks noChangeArrowheads="1"/>
            </p:cNvSpPr>
            <p:nvPr/>
          </p:nvSpPr>
          <p:spPr bwMode="auto">
            <a:xfrm>
              <a:off x="4704" y="2421"/>
              <a:ext cx="127" cy="128"/>
            </a:xfrm>
            <a:prstGeom prst="ellipse">
              <a:avLst/>
            </a:prstGeom>
            <a:solidFill>
              <a:schemeClr val="tx2"/>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dirty="0"/>
            </a:p>
          </p:txBody>
        </p:sp>
        <p:sp>
          <p:nvSpPr>
            <p:cNvPr id="47126" name="Oval 22"/>
            <p:cNvSpPr>
              <a:spLocks noChangeArrowheads="1"/>
            </p:cNvSpPr>
            <p:nvPr/>
          </p:nvSpPr>
          <p:spPr bwMode="auto">
            <a:xfrm>
              <a:off x="4883" y="2421"/>
              <a:ext cx="127" cy="128"/>
            </a:xfrm>
            <a:prstGeom prst="ellipse">
              <a:avLst/>
            </a:prstGeom>
            <a:solidFill>
              <a:schemeClr val="accent2"/>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dirty="0"/>
            </a:p>
          </p:txBody>
        </p:sp>
        <p:sp>
          <p:nvSpPr>
            <p:cNvPr id="47127" name="Oval 23"/>
            <p:cNvSpPr>
              <a:spLocks noChangeArrowheads="1"/>
            </p:cNvSpPr>
            <p:nvPr/>
          </p:nvSpPr>
          <p:spPr bwMode="auto">
            <a:xfrm>
              <a:off x="5062" y="2421"/>
              <a:ext cx="127" cy="128"/>
            </a:xfrm>
            <a:prstGeom prst="ellipse">
              <a:avLst/>
            </a:prstGeom>
            <a:solidFill>
              <a:schemeClr val="accent2"/>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dirty="0"/>
            </a:p>
          </p:txBody>
        </p:sp>
        <p:sp>
          <p:nvSpPr>
            <p:cNvPr id="47128" name="Oval 24"/>
            <p:cNvSpPr>
              <a:spLocks noChangeArrowheads="1"/>
            </p:cNvSpPr>
            <p:nvPr/>
          </p:nvSpPr>
          <p:spPr bwMode="auto">
            <a:xfrm>
              <a:off x="5241" y="2421"/>
              <a:ext cx="127" cy="128"/>
            </a:xfrm>
            <a:prstGeom prst="ellipse">
              <a:avLst/>
            </a:prstGeom>
            <a:solidFill>
              <a:schemeClr val="accent1"/>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dirty="0"/>
            </a:p>
          </p:txBody>
        </p:sp>
        <p:sp>
          <p:nvSpPr>
            <p:cNvPr id="47129" name="Oval 25"/>
            <p:cNvSpPr>
              <a:spLocks noChangeArrowheads="1"/>
            </p:cNvSpPr>
            <p:nvPr/>
          </p:nvSpPr>
          <p:spPr bwMode="auto">
            <a:xfrm>
              <a:off x="4704" y="2600"/>
              <a:ext cx="127" cy="128"/>
            </a:xfrm>
            <a:prstGeom prst="ellipse">
              <a:avLst/>
            </a:prstGeom>
            <a:solidFill>
              <a:schemeClr val="accent2"/>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dirty="0"/>
            </a:p>
          </p:txBody>
        </p:sp>
        <p:sp>
          <p:nvSpPr>
            <p:cNvPr id="47130" name="Oval 26"/>
            <p:cNvSpPr>
              <a:spLocks noChangeArrowheads="1"/>
            </p:cNvSpPr>
            <p:nvPr/>
          </p:nvSpPr>
          <p:spPr bwMode="auto">
            <a:xfrm>
              <a:off x="4883" y="2600"/>
              <a:ext cx="127" cy="128"/>
            </a:xfrm>
            <a:prstGeom prst="ellipse">
              <a:avLst/>
            </a:prstGeom>
            <a:solidFill>
              <a:schemeClr val="accent2"/>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dirty="0"/>
            </a:p>
          </p:txBody>
        </p:sp>
        <p:sp>
          <p:nvSpPr>
            <p:cNvPr id="47131" name="Oval 27"/>
            <p:cNvSpPr>
              <a:spLocks noChangeArrowheads="1"/>
            </p:cNvSpPr>
            <p:nvPr/>
          </p:nvSpPr>
          <p:spPr bwMode="auto">
            <a:xfrm>
              <a:off x="5062" y="2600"/>
              <a:ext cx="127" cy="128"/>
            </a:xfrm>
            <a:prstGeom prst="ellipse">
              <a:avLst/>
            </a:prstGeom>
            <a:solidFill>
              <a:schemeClr val="accent1"/>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dirty="0"/>
            </a:p>
          </p:txBody>
        </p:sp>
        <p:sp>
          <p:nvSpPr>
            <p:cNvPr id="47132" name="Oval 28"/>
            <p:cNvSpPr>
              <a:spLocks noChangeArrowheads="1"/>
            </p:cNvSpPr>
            <p:nvPr/>
          </p:nvSpPr>
          <p:spPr bwMode="auto">
            <a:xfrm>
              <a:off x="5241" y="2600"/>
              <a:ext cx="127" cy="128"/>
            </a:xfrm>
            <a:prstGeom prst="ellipse">
              <a:avLst/>
            </a:prstGeom>
            <a:solidFill>
              <a:schemeClr val="accent1"/>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dirty="0"/>
            </a:p>
          </p:txBody>
        </p:sp>
        <p:sp>
          <p:nvSpPr>
            <p:cNvPr id="47133" name="Oval 29"/>
            <p:cNvSpPr>
              <a:spLocks noChangeArrowheads="1"/>
            </p:cNvSpPr>
            <p:nvPr/>
          </p:nvSpPr>
          <p:spPr bwMode="auto">
            <a:xfrm>
              <a:off x="5420" y="2600"/>
              <a:ext cx="127" cy="128"/>
            </a:xfrm>
            <a:prstGeom prst="ellipse">
              <a:avLst/>
            </a:prstGeom>
            <a:solidFill>
              <a:schemeClr val="folHlink"/>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dirty="0"/>
            </a:p>
          </p:txBody>
        </p:sp>
        <p:sp>
          <p:nvSpPr>
            <p:cNvPr id="47134" name="Oval 30"/>
            <p:cNvSpPr>
              <a:spLocks noChangeArrowheads="1"/>
            </p:cNvSpPr>
            <p:nvPr/>
          </p:nvSpPr>
          <p:spPr bwMode="auto">
            <a:xfrm>
              <a:off x="4704" y="2779"/>
              <a:ext cx="127" cy="127"/>
            </a:xfrm>
            <a:prstGeom prst="ellipse">
              <a:avLst/>
            </a:prstGeom>
            <a:solidFill>
              <a:schemeClr val="accent2"/>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dirty="0"/>
            </a:p>
          </p:txBody>
        </p:sp>
        <p:sp>
          <p:nvSpPr>
            <p:cNvPr id="47135" name="Oval 31"/>
            <p:cNvSpPr>
              <a:spLocks noChangeArrowheads="1"/>
            </p:cNvSpPr>
            <p:nvPr/>
          </p:nvSpPr>
          <p:spPr bwMode="auto">
            <a:xfrm>
              <a:off x="4883" y="2779"/>
              <a:ext cx="127" cy="127"/>
            </a:xfrm>
            <a:prstGeom prst="ellipse">
              <a:avLst/>
            </a:prstGeom>
            <a:solidFill>
              <a:schemeClr val="accent1"/>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dirty="0"/>
            </a:p>
          </p:txBody>
        </p:sp>
        <p:sp>
          <p:nvSpPr>
            <p:cNvPr id="47136" name="Oval 32"/>
            <p:cNvSpPr>
              <a:spLocks noChangeArrowheads="1"/>
            </p:cNvSpPr>
            <p:nvPr/>
          </p:nvSpPr>
          <p:spPr bwMode="auto">
            <a:xfrm>
              <a:off x="5062" y="2779"/>
              <a:ext cx="127" cy="127"/>
            </a:xfrm>
            <a:prstGeom prst="ellipse">
              <a:avLst/>
            </a:prstGeom>
            <a:solidFill>
              <a:schemeClr val="accent1"/>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dirty="0"/>
            </a:p>
          </p:txBody>
        </p:sp>
        <p:sp>
          <p:nvSpPr>
            <p:cNvPr id="47137" name="Oval 33"/>
            <p:cNvSpPr>
              <a:spLocks noChangeArrowheads="1"/>
            </p:cNvSpPr>
            <p:nvPr/>
          </p:nvSpPr>
          <p:spPr bwMode="auto">
            <a:xfrm>
              <a:off x="5241" y="2779"/>
              <a:ext cx="127" cy="127"/>
            </a:xfrm>
            <a:prstGeom prst="ellipse">
              <a:avLst/>
            </a:prstGeom>
            <a:solidFill>
              <a:schemeClr val="folHlink"/>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dirty="0"/>
            </a:p>
          </p:txBody>
        </p:sp>
        <p:sp>
          <p:nvSpPr>
            <p:cNvPr id="47138" name="Oval 34"/>
            <p:cNvSpPr>
              <a:spLocks noChangeArrowheads="1"/>
            </p:cNvSpPr>
            <p:nvPr/>
          </p:nvSpPr>
          <p:spPr bwMode="auto">
            <a:xfrm>
              <a:off x="4704" y="2958"/>
              <a:ext cx="127" cy="127"/>
            </a:xfrm>
            <a:prstGeom prst="ellipse">
              <a:avLst/>
            </a:prstGeom>
            <a:solidFill>
              <a:schemeClr val="accent1"/>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dirty="0"/>
            </a:p>
          </p:txBody>
        </p:sp>
        <p:sp>
          <p:nvSpPr>
            <p:cNvPr id="47139" name="Oval 35"/>
            <p:cNvSpPr>
              <a:spLocks noChangeArrowheads="1"/>
            </p:cNvSpPr>
            <p:nvPr/>
          </p:nvSpPr>
          <p:spPr bwMode="auto">
            <a:xfrm>
              <a:off x="4883" y="2958"/>
              <a:ext cx="127" cy="127"/>
            </a:xfrm>
            <a:prstGeom prst="ellipse">
              <a:avLst/>
            </a:prstGeom>
            <a:solidFill>
              <a:schemeClr val="accent1"/>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dirty="0"/>
            </a:p>
          </p:txBody>
        </p:sp>
        <p:sp>
          <p:nvSpPr>
            <p:cNvPr id="47140" name="Oval 36"/>
            <p:cNvSpPr>
              <a:spLocks noChangeArrowheads="1"/>
            </p:cNvSpPr>
            <p:nvPr/>
          </p:nvSpPr>
          <p:spPr bwMode="auto">
            <a:xfrm>
              <a:off x="5062" y="2958"/>
              <a:ext cx="127" cy="127"/>
            </a:xfrm>
            <a:prstGeom prst="ellipse">
              <a:avLst/>
            </a:prstGeom>
            <a:solidFill>
              <a:schemeClr val="folHlink"/>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dirty="0"/>
            </a:p>
          </p:txBody>
        </p:sp>
        <p:sp>
          <p:nvSpPr>
            <p:cNvPr id="47141" name="Oval 37"/>
            <p:cNvSpPr>
              <a:spLocks noChangeArrowheads="1"/>
            </p:cNvSpPr>
            <p:nvPr/>
          </p:nvSpPr>
          <p:spPr bwMode="auto">
            <a:xfrm>
              <a:off x="5241" y="2958"/>
              <a:ext cx="127" cy="127"/>
            </a:xfrm>
            <a:prstGeom prst="ellipse">
              <a:avLst/>
            </a:prstGeom>
            <a:solidFill>
              <a:schemeClr val="folHlink"/>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dirty="0"/>
            </a:p>
          </p:txBody>
        </p:sp>
        <p:sp>
          <p:nvSpPr>
            <p:cNvPr id="47142" name="Oval 38"/>
            <p:cNvSpPr>
              <a:spLocks noChangeArrowheads="1"/>
            </p:cNvSpPr>
            <p:nvPr/>
          </p:nvSpPr>
          <p:spPr bwMode="auto">
            <a:xfrm>
              <a:off x="4883" y="3137"/>
              <a:ext cx="127" cy="127"/>
            </a:xfrm>
            <a:prstGeom prst="ellipse">
              <a:avLst/>
            </a:prstGeom>
            <a:solidFill>
              <a:schemeClr val="folHlink"/>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dirty="0"/>
            </a:p>
          </p:txBody>
        </p:sp>
        <p:sp>
          <p:nvSpPr>
            <p:cNvPr id="47143" name="Oval 39"/>
            <p:cNvSpPr>
              <a:spLocks noChangeArrowheads="1"/>
            </p:cNvSpPr>
            <p:nvPr/>
          </p:nvSpPr>
          <p:spPr bwMode="auto">
            <a:xfrm>
              <a:off x="5241" y="3137"/>
              <a:ext cx="127" cy="127"/>
            </a:xfrm>
            <a:prstGeom prst="ellipse">
              <a:avLst/>
            </a:prstGeom>
            <a:solidFill>
              <a:schemeClr val="folHlink"/>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dirty="0"/>
            </a:p>
          </p:txBody>
        </p:sp>
      </p:grpSp>
      <p:sp>
        <p:nvSpPr>
          <p:cNvPr id="47144" name="Line 40"/>
          <p:cNvSpPr>
            <a:spLocks noChangeShapeType="1"/>
          </p:cNvSpPr>
          <p:nvPr/>
        </p:nvSpPr>
        <p:spPr bwMode="auto">
          <a:xfrm>
            <a:off x="304800" y="2819400"/>
            <a:ext cx="8229600" cy="0"/>
          </a:xfrm>
          <a:prstGeom prst="line">
            <a:avLst/>
          </a:prstGeom>
          <a:noFill/>
          <a:ln w="63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dirty="0"/>
          </a:p>
        </p:txBody>
      </p:sp>
      <p:sp>
        <p:nvSpPr>
          <p:cNvPr id="47107" name="Title Placeholder 1"/>
          <p:cNvSpPr>
            <a:spLocks noGrp="1" noChangeArrowheads="1"/>
          </p:cNvSpPr>
          <p:nvPr>
            <p:ph type="ctrTitle"/>
          </p:nvPr>
        </p:nvSpPr>
        <p:spPr>
          <a:xfrm>
            <a:off x="315913" y="466725"/>
            <a:ext cx="6781800" cy="2133600"/>
          </a:xfrm>
        </p:spPr>
        <p:txBody>
          <a:bodyPr/>
          <a:lstStyle>
            <a:lvl1pPr algn="r">
              <a:defRPr sz="4400"/>
            </a:lvl1pPr>
          </a:lstStyle>
          <a:p>
            <a:pPr lvl="0"/>
            <a:r>
              <a:rPr lang="en-US" altLang="en-US" noProof="0"/>
              <a:t>Click to edit Master title style</a:t>
            </a:r>
          </a:p>
        </p:txBody>
      </p:sp>
      <p:sp>
        <p:nvSpPr>
          <p:cNvPr id="47108" name="Text Placeholder 2"/>
          <p:cNvSpPr>
            <a:spLocks noGrp="1" noChangeArrowheads="1"/>
          </p:cNvSpPr>
          <p:nvPr>
            <p:ph type="subTitle" idx="1"/>
          </p:nvPr>
        </p:nvSpPr>
        <p:spPr>
          <a:xfrm>
            <a:off x="849313" y="3049588"/>
            <a:ext cx="6248400" cy="2362200"/>
          </a:xfrm>
        </p:spPr>
        <p:txBody>
          <a:bodyPr/>
          <a:lstStyle>
            <a:lvl1pPr marL="0" indent="0" algn="r">
              <a:buFontTx/>
              <a:buNone/>
              <a:defRPr sz="2900"/>
            </a:lvl1pPr>
          </a:lstStyle>
          <a:p>
            <a:pPr lvl="0"/>
            <a:r>
              <a:rPr lang="en-US" altLang="en-US" noProof="0"/>
              <a:t>Click to edit Master subtitle style</a:t>
            </a:r>
            <a:endParaRPr lang="en-US" altLang="en-US" noProof="0" dirty="0"/>
          </a:p>
        </p:txBody>
      </p:sp>
      <p:sp>
        <p:nvSpPr>
          <p:cNvPr id="47109" name="Date Placeholder 3"/>
          <p:cNvSpPr>
            <a:spLocks noGrp="1" noChangeArrowheads="1"/>
          </p:cNvSpPr>
          <p:nvPr>
            <p:ph type="dt" sz="half" idx="2"/>
          </p:nvPr>
        </p:nvSpPr>
        <p:spPr/>
        <p:txBody>
          <a:bodyPr/>
          <a:lstStyle>
            <a:lvl1pPr>
              <a:defRPr/>
            </a:lvl1pPr>
          </a:lstStyle>
          <a:p>
            <a:fld id="{6B3D86DF-D88D-4919-AE3E-70ED32C3AA5E}" type="datetime1">
              <a:rPr lang="en-US" altLang="en-US" smtClean="0"/>
              <a:t>8/12/2025</a:t>
            </a:fld>
            <a:endParaRPr lang="en-US" altLang="en-US" dirty="0"/>
          </a:p>
        </p:txBody>
      </p:sp>
      <p:sp>
        <p:nvSpPr>
          <p:cNvPr id="47110" name="Footer Placeholder 4"/>
          <p:cNvSpPr>
            <a:spLocks noGrp="1" noChangeArrowheads="1"/>
          </p:cNvSpPr>
          <p:nvPr>
            <p:ph type="ftr" sz="quarter" idx="3"/>
          </p:nvPr>
        </p:nvSpPr>
        <p:spPr/>
        <p:txBody>
          <a:bodyPr/>
          <a:lstStyle>
            <a:lvl1pPr>
              <a:defRPr/>
            </a:lvl1pPr>
          </a:lstStyle>
          <a:p>
            <a:r>
              <a:rPr lang="en-US" altLang="en-US"/>
              <a:t>Dr. Nabil Mahmood Hewaihi</a:t>
            </a:r>
            <a:endParaRPr lang="en-US" altLang="en-US" dirty="0"/>
          </a:p>
        </p:txBody>
      </p:sp>
      <p:sp>
        <p:nvSpPr>
          <p:cNvPr id="47111" name="Slide Number Placeholder 5"/>
          <p:cNvSpPr>
            <a:spLocks noGrp="1" noChangeArrowheads="1"/>
          </p:cNvSpPr>
          <p:nvPr>
            <p:ph type="sldNum" sz="quarter" idx="4"/>
          </p:nvPr>
        </p:nvSpPr>
        <p:spPr/>
        <p:txBody>
          <a:bodyPr/>
          <a:lstStyle>
            <a:lvl1pPr>
              <a:defRPr/>
            </a:lvl1pPr>
          </a:lstStyle>
          <a:p>
            <a:fld id="{E945280F-DE53-48B1-9FB9-96A39916642A}" type="slidenum">
              <a:rPr lang="en-US" altLang="en-US"/>
              <a:pPr/>
              <a:t>‹#›</a:t>
            </a:fld>
            <a:endParaRPr lang="en-US" alt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lvl1pPr marL="45720" indent="0">
              <a:buFontTx/>
              <a:buNone/>
              <a:defRPr/>
            </a:lvl1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lvl1pPr>
              <a:defRPr/>
            </a:lvl1pPr>
          </a:lstStyle>
          <a:p>
            <a:fld id="{BEE4193C-6532-468B-BFAD-A1A775482FC3}" type="datetime1">
              <a:rPr lang="en-US" altLang="en-US" smtClean="0"/>
              <a:t>8/12/2025</a:t>
            </a:fld>
            <a:endParaRPr lang="en-US" altLang="en-US" dirty="0"/>
          </a:p>
        </p:txBody>
      </p:sp>
      <p:sp>
        <p:nvSpPr>
          <p:cNvPr id="5" name="Footer Placeholder 4"/>
          <p:cNvSpPr>
            <a:spLocks noGrp="1"/>
          </p:cNvSpPr>
          <p:nvPr>
            <p:ph type="ftr" sz="quarter" idx="11"/>
          </p:nvPr>
        </p:nvSpPr>
        <p:spPr/>
        <p:txBody>
          <a:bodyPr/>
          <a:lstStyle>
            <a:lvl1pPr>
              <a:defRPr/>
            </a:lvl1pPr>
          </a:lstStyle>
          <a:p>
            <a:r>
              <a:rPr lang="en-US" altLang="en-US"/>
              <a:t>Dr. Nabil Mahmood Hewaihi</a:t>
            </a:r>
            <a:endParaRPr lang="en-US" altLang="en-US" dirty="0"/>
          </a:p>
        </p:txBody>
      </p:sp>
      <p:sp>
        <p:nvSpPr>
          <p:cNvPr id="6" name="Slide Number Placeholder 5"/>
          <p:cNvSpPr>
            <a:spLocks noGrp="1"/>
          </p:cNvSpPr>
          <p:nvPr>
            <p:ph type="sldNum" sz="quarter" idx="12"/>
          </p:nvPr>
        </p:nvSpPr>
        <p:spPr/>
        <p:txBody>
          <a:bodyPr/>
          <a:lstStyle>
            <a:lvl1pPr>
              <a:defRPr/>
            </a:lvl1pPr>
          </a:lstStyle>
          <a:p>
            <a:fld id="{71C6F290-D301-4864-9490-340EF11588D9}" type="slidenum">
              <a:rPr lang="en-US" altLang="en-US"/>
              <a:pPr/>
              <a:t>‹#›</a:t>
            </a:fld>
            <a:endParaRPr lang="en-US" altLang="en-US" dirty="0"/>
          </a:p>
        </p:txBody>
      </p:sp>
    </p:spTree>
    <p:extLst>
      <p:ext uri="{BB962C8B-B14F-4D97-AF65-F5344CB8AC3E}">
        <p14:creationId xmlns:p14="http://schemas.microsoft.com/office/powerpoint/2010/main" val="303607293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t>Click to edit Master text styles</a:t>
            </a:r>
          </a:p>
        </p:txBody>
      </p:sp>
      <p:sp>
        <p:nvSpPr>
          <p:cNvPr id="4" name="Date Placeholder 3"/>
          <p:cNvSpPr>
            <a:spLocks noGrp="1"/>
          </p:cNvSpPr>
          <p:nvPr>
            <p:ph type="dt" sz="half" idx="10"/>
          </p:nvPr>
        </p:nvSpPr>
        <p:spPr/>
        <p:txBody>
          <a:bodyPr/>
          <a:lstStyle>
            <a:lvl1pPr>
              <a:defRPr/>
            </a:lvl1pPr>
          </a:lstStyle>
          <a:p>
            <a:fld id="{60A6CD74-F769-49F1-A08E-80A1E1E40EB9}" type="datetime1">
              <a:rPr lang="en-US" altLang="en-US" smtClean="0"/>
              <a:t>8/12/2025</a:t>
            </a:fld>
            <a:endParaRPr lang="en-US" altLang="en-US" dirty="0"/>
          </a:p>
        </p:txBody>
      </p:sp>
      <p:sp>
        <p:nvSpPr>
          <p:cNvPr id="5" name="Footer Placeholder 4"/>
          <p:cNvSpPr>
            <a:spLocks noGrp="1"/>
          </p:cNvSpPr>
          <p:nvPr>
            <p:ph type="ftr" sz="quarter" idx="11"/>
          </p:nvPr>
        </p:nvSpPr>
        <p:spPr/>
        <p:txBody>
          <a:bodyPr/>
          <a:lstStyle>
            <a:lvl1pPr>
              <a:defRPr/>
            </a:lvl1pPr>
          </a:lstStyle>
          <a:p>
            <a:r>
              <a:rPr lang="en-US" altLang="en-US"/>
              <a:t>Dr. Nabil Mahmood Hewaihi</a:t>
            </a:r>
            <a:endParaRPr lang="en-US" altLang="en-US" dirty="0"/>
          </a:p>
        </p:txBody>
      </p:sp>
      <p:sp>
        <p:nvSpPr>
          <p:cNvPr id="6" name="Slide Number Placeholder 5"/>
          <p:cNvSpPr>
            <a:spLocks noGrp="1"/>
          </p:cNvSpPr>
          <p:nvPr>
            <p:ph type="sldNum" sz="quarter" idx="12"/>
          </p:nvPr>
        </p:nvSpPr>
        <p:spPr/>
        <p:txBody>
          <a:bodyPr/>
          <a:lstStyle>
            <a:lvl1pPr>
              <a:defRPr/>
            </a:lvl1pPr>
          </a:lstStyle>
          <a:p>
            <a:fld id="{D0208CE1-DD55-4A43-A479-EF83A2DC3985}" type="slidenum">
              <a:rPr lang="en-US" altLang="en-US"/>
              <a:pPr/>
              <a:t>‹#›</a:t>
            </a:fld>
            <a:endParaRPr lang="en-US" altLang="en-US" dirty="0"/>
          </a:p>
        </p:txBody>
      </p:sp>
    </p:spTree>
    <p:extLst>
      <p:ext uri="{BB962C8B-B14F-4D97-AF65-F5344CB8AC3E}">
        <p14:creationId xmlns:p14="http://schemas.microsoft.com/office/powerpoint/2010/main" val="162197526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1143000" y="1524000"/>
            <a:ext cx="3619500" cy="4411663"/>
          </a:xfrm>
        </p:spPr>
        <p:txBody>
          <a:bodyPr/>
          <a:lstStyle>
            <a:lvl1pPr marL="45720" indent="0">
              <a:buFontTx/>
              <a:buNone/>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4914900" y="1524000"/>
            <a:ext cx="3619500" cy="4411663"/>
          </a:xfrm>
        </p:spPr>
        <p:txBody>
          <a:bodyPr/>
          <a:lstStyle>
            <a:lvl1pPr marL="45720" indent="0">
              <a:buFontTx/>
              <a:buNone/>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lvl1pPr>
              <a:defRPr/>
            </a:lvl1pPr>
          </a:lstStyle>
          <a:p>
            <a:fld id="{C312E3F3-961E-4581-A7D9-042A6D53D211}" type="datetime1">
              <a:rPr lang="en-US" altLang="en-US" smtClean="0"/>
              <a:t>8/12/2025</a:t>
            </a:fld>
            <a:endParaRPr lang="en-US" altLang="en-US" dirty="0"/>
          </a:p>
        </p:txBody>
      </p:sp>
      <p:sp>
        <p:nvSpPr>
          <p:cNvPr id="6" name="Footer Placeholder 5"/>
          <p:cNvSpPr>
            <a:spLocks noGrp="1"/>
          </p:cNvSpPr>
          <p:nvPr>
            <p:ph type="ftr" sz="quarter" idx="11"/>
          </p:nvPr>
        </p:nvSpPr>
        <p:spPr/>
        <p:txBody>
          <a:bodyPr/>
          <a:lstStyle>
            <a:lvl1pPr>
              <a:defRPr/>
            </a:lvl1pPr>
          </a:lstStyle>
          <a:p>
            <a:r>
              <a:rPr lang="en-US" altLang="en-US"/>
              <a:t>Dr. Nabil Mahmood Hewaihi</a:t>
            </a:r>
            <a:endParaRPr lang="en-US" altLang="en-US" dirty="0"/>
          </a:p>
        </p:txBody>
      </p:sp>
      <p:sp>
        <p:nvSpPr>
          <p:cNvPr id="7" name="Slide Number Placeholder 6"/>
          <p:cNvSpPr>
            <a:spLocks noGrp="1"/>
          </p:cNvSpPr>
          <p:nvPr>
            <p:ph type="sldNum" sz="quarter" idx="12"/>
          </p:nvPr>
        </p:nvSpPr>
        <p:spPr/>
        <p:txBody>
          <a:bodyPr/>
          <a:lstStyle>
            <a:lvl1pPr>
              <a:defRPr/>
            </a:lvl1pPr>
          </a:lstStyle>
          <a:p>
            <a:fld id="{0927AF89-6755-46F5-BBCF-E571D7F311A5}" type="slidenum">
              <a:rPr lang="en-US" altLang="en-US"/>
              <a:pPr/>
              <a:t>‹#›</a:t>
            </a:fld>
            <a:endParaRPr lang="en-US" altLang="en-US" dirty="0"/>
          </a:p>
        </p:txBody>
      </p:sp>
    </p:spTree>
    <p:extLst>
      <p:ext uri="{BB962C8B-B14F-4D97-AF65-F5344CB8AC3E}">
        <p14:creationId xmlns:p14="http://schemas.microsoft.com/office/powerpoint/2010/main" val="103735823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marL="45720" indent="0">
              <a:buFontTx/>
              <a:buNone/>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marL="45720" indent="0">
              <a:buFontTx/>
              <a:buNone/>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lvl1pPr>
              <a:defRPr/>
            </a:lvl1pPr>
          </a:lstStyle>
          <a:p>
            <a:fld id="{BBF27A76-D8ED-439D-818C-63427DDEAE9F}" type="datetime1">
              <a:rPr lang="en-US" altLang="en-US" smtClean="0"/>
              <a:t>8/12/2025</a:t>
            </a:fld>
            <a:endParaRPr lang="en-US" altLang="en-US" dirty="0"/>
          </a:p>
        </p:txBody>
      </p:sp>
      <p:sp>
        <p:nvSpPr>
          <p:cNvPr id="8" name="Footer Placeholder 7"/>
          <p:cNvSpPr>
            <a:spLocks noGrp="1"/>
          </p:cNvSpPr>
          <p:nvPr>
            <p:ph type="ftr" sz="quarter" idx="11"/>
          </p:nvPr>
        </p:nvSpPr>
        <p:spPr/>
        <p:txBody>
          <a:bodyPr/>
          <a:lstStyle>
            <a:lvl1pPr>
              <a:defRPr/>
            </a:lvl1pPr>
          </a:lstStyle>
          <a:p>
            <a:r>
              <a:rPr lang="en-US" altLang="en-US"/>
              <a:t>Dr. Nabil Mahmood Hewaihi</a:t>
            </a:r>
            <a:endParaRPr lang="en-US" altLang="en-US" dirty="0"/>
          </a:p>
        </p:txBody>
      </p:sp>
      <p:sp>
        <p:nvSpPr>
          <p:cNvPr id="9" name="Slide Number Placeholder 8"/>
          <p:cNvSpPr>
            <a:spLocks noGrp="1"/>
          </p:cNvSpPr>
          <p:nvPr>
            <p:ph type="sldNum" sz="quarter" idx="12"/>
          </p:nvPr>
        </p:nvSpPr>
        <p:spPr/>
        <p:txBody>
          <a:bodyPr/>
          <a:lstStyle>
            <a:lvl1pPr>
              <a:defRPr/>
            </a:lvl1pPr>
          </a:lstStyle>
          <a:p>
            <a:fld id="{F76BE3C0-1208-4260-82C3-0EB040027195}" type="slidenum">
              <a:rPr lang="en-US" altLang="en-US"/>
              <a:pPr/>
              <a:t>‹#›</a:t>
            </a:fld>
            <a:endParaRPr lang="en-US" altLang="en-US" dirty="0"/>
          </a:p>
        </p:txBody>
      </p:sp>
    </p:spTree>
    <p:extLst>
      <p:ext uri="{BB962C8B-B14F-4D97-AF65-F5344CB8AC3E}">
        <p14:creationId xmlns:p14="http://schemas.microsoft.com/office/powerpoint/2010/main" val="139325387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lvl1pPr>
              <a:defRPr/>
            </a:lvl1pPr>
          </a:lstStyle>
          <a:p>
            <a:fld id="{FF30F976-C6C5-46AC-BF15-042DDB91640B}" type="datetime1">
              <a:rPr lang="en-US" altLang="en-US" smtClean="0"/>
              <a:t>8/12/2025</a:t>
            </a:fld>
            <a:endParaRPr lang="en-US" altLang="en-US" dirty="0"/>
          </a:p>
        </p:txBody>
      </p:sp>
      <p:sp>
        <p:nvSpPr>
          <p:cNvPr id="4" name="Footer Placeholder 3"/>
          <p:cNvSpPr>
            <a:spLocks noGrp="1"/>
          </p:cNvSpPr>
          <p:nvPr>
            <p:ph type="ftr" sz="quarter" idx="11"/>
          </p:nvPr>
        </p:nvSpPr>
        <p:spPr/>
        <p:txBody>
          <a:bodyPr/>
          <a:lstStyle>
            <a:lvl1pPr>
              <a:defRPr/>
            </a:lvl1pPr>
          </a:lstStyle>
          <a:p>
            <a:r>
              <a:rPr lang="en-US" altLang="en-US"/>
              <a:t>Dr. Nabil Mahmood Hewaihi</a:t>
            </a:r>
            <a:endParaRPr lang="en-US" altLang="en-US" dirty="0"/>
          </a:p>
        </p:txBody>
      </p:sp>
      <p:sp>
        <p:nvSpPr>
          <p:cNvPr id="5" name="Slide Number Placeholder 4"/>
          <p:cNvSpPr>
            <a:spLocks noGrp="1"/>
          </p:cNvSpPr>
          <p:nvPr>
            <p:ph type="sldNum" sz="quarter" idx="12"/>
          </p:nvPr>
        </p:nvSpPr>
        <p:spPr/>
        <p:txBody>
          <a:bodyPr/>
          <a:lstStyle>
            <a:lvl1pPr>
              <a:defRPr/>
            </a:lvl1pPr>
          </a:lstStyle>
          <a:p>
            <a:fld id="{D5F02DF6-5EF1-449D-8E8F-F40E7D2FCBCB}" type="slidenum">
              <a:rPr lang="en-US" altLang="en-US"/>
              <a:pPr/>
              <a:t>‹#›</a:t>
            </a:fld>
            <a:endParaRPr lang="en-US" altLang="en-US" dirty="0"/>
          </a:p>
        </p:txBody>
      </p:sp>
    </p:spTree>
    <p:extLst>
      <p:ext uri="{BB962C8B-B14F-4D97-AF65-F5344CB8AC3E}">
        <p14:creationId xmlns:p14="http://schemas.microsoft.com/office/powerpoint/2010/main" val="86736889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lvl1pPr>
              <a:defRPr/>
            </a:lvl1pPr>
          </a:lstStyle>
          <a:p>
            <a:fld id="{4EB39B33-8D7C-41EC-8450-3CBD5581B8E2}" type="datetime1">
              <a:rPr lang="en-US" altLang="en-US" smtClean="0"/>
              <a:t>8/12/2025</a:t>
            </a:fld>
            <a:endParaRPr lang="en-US" altLang="en-US" dirty="0"/>
          </a:p>
        </p:txBody>
      </p:sp>
      <p:sp>
        <p:nvSpPr>
          <p:cNvPr id="3" name="Footer Placeholder 2"/>
          <p:cNvSpPr>
            <a:spLocks noGrp="1"/>
          </p:cNvSpPr>
          <p:nvPr>
            <p:ph type="ftr" sz="quarter" idx="11"/>
          </p:nvPr>
        </p:nvSpPr>
        <p:spPr/>
        <p:txBody>
          <a:bodyPr/>
          <a:lstStyle>
            <a:lvl1pPr>
              <a:defRPr/>
            </a:lvl1pPr>
          </a:lstStyle>
          <a:p>
            <a:r>
              <a:rPr lang="en-US" altLang="en-US"/>
              <a:t>Dr. Nabil Mahmood Hewaihi</a:t>
            </a:r>
            <a:endParaRPr lang="en-US" altLang="en-US" dirty="0"/>
          </a:p>
        </p:txBody>
      </p:sp>
      <p:sp>
        <p:nvSpPr>
          <p:cNvPr id="4" name="Slide Number Placeholder 3"/>
          <p:cNvSpPr>
            <a:spLocks noGrp="1"/>
          </p:cNvSpPr>
          <p:nvPr>
            <p:ph type="sldNum" sz="quarter" idx="12"/>
          </p:nvPr>
        </p:nvSpPr>
        <p:spPr/>
        <p:txBody>
          <a:bodyPr/>
          <a:lstStyle>
            <a:lvl1pPr>
              <a:defRPr/>
            </a:lvl1pPr>
          </a:lstStyle>
          <a:p>
            <a:fld id="{AC3460AA-1533-4548-8781-A6D0EAE276D6}" type="slidenum">
              <a:rPr lang="en-US" altLang="en-US"/>
              <a:pPr/>
              <a:t>‹#›</a:t>
            </a:fld>
            <a:endParaRPr lang="en-US" altLang="en-US" dirty="0"/>
          </a:p>
        </p:txBody>
      </p:sp>
    </p:spTree>
    <p:extLst>
      <p:ext uri="{BB962C8B-B14F-4D97-AF65-F5344CB8AC3E}">
        <p14:creationId xmlns:p14="http://schemas.microsoft.com/office/powerpoint/2010/main" val="125109410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marL="45720" indent="0">
              <a:buFontTx/>
              <a:buNone/>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lvl1pPr>
              <a:defRPr/>
            </a:lvl1pPr>
          </a:lstStyle>
          <a:p>
            <a:fld id="{24392300-A72E-4F88-ACD3-3EE844BF72BA}" type="datetime1">
              <a:rPr lang="en-US" altLang="en-US" smtClean="0"/>
              <a:t>8/12/2025</a:t>
            </a:fld>
            <a:endParaRPr lang="en-US" altLang="en-US" dirty="0"/>
          </a:p>
        </p:txBody>
      </p:sp>
      <p:sp>
        <p:nvSpPr>
          <p:cNvPr id="6" name="Footer Placeholder 5"/>
          <p:cNvSpPr>
            <a:spLocks noGrp="1"/>
          </p:cNvSpPr>
          <p:nvPr>
            <p:ph type="ftr" sz="quarter" idx="11"/>
          </p:nvPr>
        </p:nvSpPr>
        <p:spPr/>
        <p:txBody>
          <a:bodyPr/>
          <a:lstStyle>
            <a:lvl1pPr>
              <a:defRPr/>
            </a:lvl1pPr>
          </a:lstStyle>
          <a:p>
            <a:r>
              <a:rPr lang="en-US" altLang="en-US"/>
              <a:t>Dr. Nabil Mahmood Hewaihi</a:t>
            </a:r>
            <a:endParaRPr lang="en-US" altLang="en-US" dirty="0"/>
          </a:p>
        </p:txBody>
      </p:sp>
      <p:sp>
        <p:nvSpPr>
          <p:cNvPr id="7" name="Slide Number Placeholder 6"/>
          <p:cNvSpPr>
            <a:spLocks noGrp="1"/>
          </p:cNvSpPr>
          <p:nvPr>
            <p:ph type="sldNum" sz="quarter" idx="12"/>
          </p:nvPr>
        </p:nvSpPr>
        <p:spPr/>
        <p:txBody>
          <a:bodyPr/>
          <a:lstStyle>
            <a:lvl1pPr>
              <a:defRPr/>
            </a:lvl1pPr>
          </a:lstStyle>
          <a:p>
            <a:fld id="{C6386842-FEC9-453F-B6F7-7C945F3A2D73}" type="slidenum">
              <a:rPr lang="en-US" altLang="en-US"/>
              <a:pPr/>
              <a:t>‹#›</a:t>
            </a:fld>
            <a:endParaRPr lang="en-US" altLang="en-US" dirty="0"/>
          </a:p>
        </p:txBody>
      </p:sp>
    </p:spTree>
    <p:extLst>
      <p:ext uri="{BB962C8B-B14F-4D97-AF65-F5344CB8AC3E}">
        <p14:creationId xmlns:p14="http://schemas.microsoft.com/office/powerpoint/2010/main" val="153092455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lstStyle>
            <a:lvl1pPr algn="l">
              <a:defRPr sz="2000" b="1"/>
            </a:lvl1pPr>
          </a:lstStyle>
          <a:p>
            <a:r>
              <a:rPr lang="en-US"/>
              <a:t>Click to edit Master title style</a:t>
            </a:r>
          </a:p>
        </p:txBody>
      </p:sp>
      <p:sp>
        <p:nvSpPr>
          <p:cNvPr id="3" name="Picture Placeholder 2" descr="An empty placeholder to add an image. Click on the placeholder and select the image that you wish to add"/>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lvl1pPr>
              <a:defRPr/>
            </a:lvl1pPr>
          </a:lstStyle>
          <a:p>
            <a:fld id="{4B844039-CC01-4C22-8E72-7F3F8D2079C3}" type="datetime1">
              <a:rPr lang="en-US" altLang="en-US" smtClean="0"/>
              <a:t>8/12/2025</a:t>
            </a:fld>
            <a:endParaRPr lang="en-US" altLang="en-US" dirty="0"/>
          </a:p>
        </p:txBody>
      </p:sp>
      <p:sp>
        <p:nvSpPr>
          <p:cNvPr id="6" name="Footer Placeholder 5"/>
          <p:cNvSpPr>
            <a:spLocks noGrp="1"/>
          </p:cNvSpPr>
          <p:nvPr>
            <p:ph type="ftr" sz="quarter" idx="11"/>
          </p:nvPr>
        </p:nvSpPr>
        <p:spPr/>
        <p:txBody>
          <a:bodyPr/>
          <a:lstStyle>
            <a:lvl1pPr>
              <a:defRPr/>
            </a:lvl1pPr>
          </a:lstStyle>
          <a:p>
            <a:r>
              <a:rPr lang="en-US" altLang="en-US"/>
              <a:t>Dr. Nabil Mahmood Hewaihi</a:t>
            </a:r>
            <a:endParaRPr lang="en-US" altLang="en-US" dirty="0"/>
          </a:p>
        </p:txBody>
      </p:sp>
      <p:sp>
        <p:nvSpPr>
          <p:cNvPr id="7" name="Slide Number Placeholder 6"/>
          <p:cNvSpPr>
            <a:spLocks noGrp="1"/>
          </p:cNvSpPr>
          <p:nvPr>
            <p:ph type="sldNum" sz="quarter" idx="12"/>
          </p:nvPr>
        </p:nvSpPr>
        <p:spPr/>
        <p:txBody>
          <a:bodyPr/>
          <a:lstStyle>
            <a:lvl1pPr>
              <a:defRPr/>
            </a:lvl1pPr>
          </a:lstStyle>
          <a:p>
            <a:fld id="{E96DA581-ADE3-4A40-91CB-711A776CAC29}" type="slidenum">
              <a:rPr lang="en-US" altLang="en-US"/>
              <a:pPr/>
              <a:t>‹#›</a:t>
            </a:fld>
            <a:endParaRPr lang="en-US" altLang="en-US" dirty="0"/>
          </a:p>
        </p:txBody>
      </p:sp>
    </p:spTree>
    <p:extLst>
      <p:ext uri="{BB962C8B-B14F-4D97-AF65-F5344CB8AC3E}">
        <p14:creationId xmlns:p14="http://schemas.microsoft.com/office/powerpoint/2010/main" val="291156625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lvl1pPr marL="45720" indent="0">
              <a:buFontTx/>
              <a:buNone/>
              <a:defRPr/>
            </a:lvl1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lvl1pPr>
              <a:defRPr/>
            </a:lvl1pPr>
          </a:lstStyle>
          <a:p>
            <a:fld id="{A013E083-DA48-4C9A-A43F-A1DBD108CEB1}" type="datetime1">
              <a:rPr lang="en-US" altLang="en-US" smtClean="0"/>
              <a:t>8/12/2025</a:t>
            </a:fld>
            <a:endParaRPr lang="en-US" altLang="en-US" dirty="0"/>
          </a:p>
        </p:txBody>
      </p:sp>
      <p:sp>
        <p:nvSpPr>
          <p:cNvPr id="5" name="Footer Placeholder 4"/>
          <p:cNvSpPr>
            <a:spLocks noGrp="1"/>
          </p:cNvSpPr>
          <p:nvPr>
            <p:ph type="ftr" sz="quarter" idx="11"/>
          </p:nvPr>
        </p:nvSpPr>
        <p:spPr/>
        <p:txBody>
          <a:bodyPr/>
          <a:lstStyle>
            <a:lvl1pPr>
              <a:defRPr/>
            </a:lvl1pPr>
          </a:lstStyle>
          <a:p>
            <a:r>
              <a:rPr lang="en-US" altLang="en-US"/>
              <a:t>Dr. Nabil Mahmood Hewaihi</a:t>
            </a:r>
            <a:endParaRPr lang="en-US" altLang="en-US" dirty="0"/>
          </a:p>
        </p:txBody>
      </p:sp>
      <p:sp>
        <p:nvSpPr>
          <p:cNvPr id="6" name="Slide Number Placeholder 5"/>
          <p:cNvSpPr>
            <a:spLocks noGrp="1"/>
          </p:cNvSpPr>
          <p:nvPr>
            <p:ph type="sldNum" sz="quarter" idx="12"/>
          </p:nvPr>
        </p:nvSpPr>
        <p:spPr/>
        <p:txBody>
          <a:bodyPr/>
          <a:lstStyle>
            <a:lvl1pPr>
              <a:defRPr/>
            </a:lvl1pPr>
          </a:lstStyle>
          <a:p>
            <a:fld id="{872E90EB-6CA4-453F-8712-C339590DE034}" type="slidenum">
              <a:rPr lang="en-US" altLang="en-US"/>
              <a:pPr/>
              <a:t>‹#›</a:t>
            </a:fld>
            <a:endParaRPr lang="en-US" altLang="en-US" dirty="0"/>
          </a:p>
        </p:txBody>
      </p:sp>
    </p:spTree>
    <p:extLst>
      <p:ext uri="{BB962C8B-B14F-4D97-AF65-F5344CB8AC3E}">
        <p14:creationId xmlns:p14="http://schemas.microsoft.com/office/powerpoint/2010/main" val="411312718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457950" y="228600"/>
            <a:ext cx="2076450" cy="5707063"/>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228600" y="228600"/>
            <a:ext cx="6076950" cy="5707063"/>
          </a:xfrm>
        </p:spPr>
        <p:txBody>
          <a:bodyPr vert="eaVert"/>
          <a:lstStyle>
            <a:lvl1pPr marL="45720" indent="0">
              <a:buFontTx/>
              <a:buNone/>
              <a:defRPr/>
            </a:lvl1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lvl1pPr>
              <a:defRPr/>
            </a:lvl1pPr>
          </a:lstStyle>
          <a:p>
            <a:fld id="{DE0A6D60-888E-4F3F-B3CE-7795256FE141}" type="datetime1">
              <a:rPr lang="en-US" altLang="en-US" smtClean="0"/>
              <a:t>8/12/2025</a:t>
            </a:fld>
            <a:endParaRPr lang="en-US" altLang="en-US" dirty="0"/>
          </a:p>
        </p:txBody>
      </p:sp>
      <p:sp>
        <p:nvSpPr>
          <p:cNvPr id="5" name="Footer Placeholder 4"/>
          <p:cNvSpPr>
            <a:spLocks noGrp="1"/>
          </p:cNvSpPr>
          <p:nvPr>
            <p:ph type="ftr" sz="quarter" idx="11"/>
          </p:nvPr>
        </p:nvSpPr>
        <p:spPr/>
        <p:txBody>
          <a:bodyPr/>
          <a:lstStyle>
            <a:lvl1pPr>
              <a:defRPr/>
            </a:lvl1pPr>
          </a:lstStyle>
          <a:p>
            <a:r>
              <a:rPr lang="en-US" altLang="en-US"/>
              <a:t>Dr. Nabil Mahmood Hewaihi</a:t>
            </a:r>
            <a:endParaRPr lang="en-US" altLang="en-US" dirty="0"/>
          </a:p>
        </p:txBody>
      </p:sp>
      <p:sp>
        <p:nvSpPr>
          <p:cNvPr id="6" name="Slide Number Placeholder 5"/>
          <p:cNvSpPr>
            <a:spLocks noGrp="1"/>
          </p:cNvSpPr>
          <p:nvPr>
            <p:ph type="sldNum" sz="quarter" idx="12"/>
          </p:nvPr>
        </p:nvSpPr>
        <p:spPr/>
        <p:txBody>
          <a:bodyPr/>
          <a:lstStyle>
            <a:lvl1pPr>
              <a:defRPr/>
            </a:lvl1pPr>
          </a:lstStyle>
          <a:p>
            <a:fld id="{26D251BA-4196-46F7-BF5E-DE37F6712AD1}" type="slidenum">
              <a:rPr lang="en-US" altLang="en-US"/>
              <a:pPr/>
              <a:t>‹#›</a:t>
            </a:fld>
            <a:endParaRPr lang="en-US" altLang="en-US" dirty="0"/>
          </a:p>
        </p:txBody>
      </p:sp>
    </p:spTree>
    <p:extLst>
      <p:ext uri="{BB962C8B-B14F-4D97-AF65-F5344CB8AC3E}">
        <p14:creationId xmlns:p14="http://schemas.microsoft.com/office/powerpoint/2010/main" val="32517017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6082" name="Line 2"/>
          <p:cNvSpPr>
            <a:spLocks noChangeShapeType="1"/>
          </p:cNvSpPr>
          <p:nvPr/>
        </p:nvSpPr>
        <p:spPr bwMode="auto">
          <a:xfrm>
            <a:off x="7962900" y="152400"/>
            <a:ext cx="0" cy="15240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dirty="0"/>
          </a:p>
        </p:txBody>
      </p:sp>
      <p:grpSp>
        <p:nvGrpSpPr>
          <p:cNvPr id="46088" name="Group 8"/>
          <p:cNvGrpSpPr>
            <a:grpSpLocks/>
          </p:cNvGrpSpPr>
          <p:nvPr/>
        </p:nvGrpSpPr>
        <p:grpSpPr bwMode="auto">
          <a:xfrm>
            <a:off x="8153400" y="152400"/>
            <a:ext cx="792163" cy="1295400"/>
            <a:chOff x="5136" y="960"/>
            <a:chExt cx="528" cy="864"/>
          </a:xfrm>
        </p:grpSpPr>
        <p:sp>
          <p:nvSpPr>
            <p:cNvPr id="46089" name="Oval 9"/>
            <p:cNvSpPr>
              <a:spLocks noChangeArrowheads="1"/>
            </p:cNvSpPr>
            <p:nvPr/>
          </p:nvSpPr>
          <p:spPr bwMode="auto">
            <a:xfrm>
              <a:off x="5136" y="960"/>
              <a:ext cx="80" cy="80"/>
            </a:xfrm>
            <a:prstGeom prst="ellipse">
              <a:avLst/>
            </a:prstGeom>
            <a:solidFill>
              <a:schemeClr val="tx2"/>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dirty="0"/>
            </a:p>
          </p:txBody>
        </p:sp>
        <p:sp>
          <p:nvSpPr>
            <p:cNvPr id="46090" name="Oval 10"/>
            <p:cNvSpPr>
              <a:spLocks noChangeArrowheads="1"/>
            </p:cNvSpPr>
            <p:nvPr/>
          </p:nvSpPr>
          <p:spPr bwMode="auto">
            <a:xfrm>
              <a:off x="5248" y="960"/>
              <a:ext cx="80" cy="80"/>
            </a:xfrm>
            <a:prstGeom prst="ellipse">
              <a:avLst/>
            </a:prstGeom>
            <a:solidFill>
              <a:schemeClr val="tx2"/>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dirty="0"/>
            </a:p>
          </p:txBody>
        </p:sp>
        <p:sp>
          <p:nvSpPr>
            <p:cNvPr id="46091" name="Oval 11"/>
            <p:cNvSpPr>
              <a:spLocks noChangeArrowheads="1"/>
            </p:cNvSpPr>
            <p:nvPr/>
          </p:nvSpPr>
          <p:spPr bwMode="auto">
            <a:xfrm>
              <a:off x="5360" y="960"/>
              <a:ext cx="80" cy="80"/>
            </a:xfrm>
            <a:prstGeom prst="ellipse">
              <a:avLst/>
            </a:prstGeom>
            <a:solidFill>
              <a:schemeClr val="tx2"/>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dirty="0"/>
            </a:p>
          </p:txBody>
        </p:sp>
        <p:sp>
          <p:nvSpPr>
            <p:cNvPr id="46092" name="Oval 12"/>
            <p:cNvSpPr>
              <a:spLocks noChangeArrowheads="1"/>
            </p:cNvSpPr>
            <p:nvPr/>
          </p:nvSpPr>
          <p:spPr bwMode="auto">
            <a:xfrm>
              <a:off x="5136" y="1072"/>
              <a:ext cx="80" cy="80"/>
            </a:xfrm>
            <a:prstGeom prst="ellipse">
              <a:avLst/>
            </a:prstGeom>
            <a:solidFill>
              <a:schemeClr val="tx2"/>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dirty="0"/>
            </a:p>
          </p:txBody>
        </p:sp>
        <p:sp>
          <p:nvSpPr>
            <p:cNvPr id="46093" name="Oval 13"/>
            <p:cNvSpPr>
              <a:spLocks noChangeArrowheads="1"/>
            </p:cNvSpPr>
            <p:nvPr/>
          </p:nvSpPr>
          <p:spPr bwMode="auto">
            <a:xfrm>
              <a:off x="5248" y="1072"/>
              <a:ext cx="80" cy="80"/>
            </a:xfrm>
            <a:prstGeom prst="ellipse">
              <a:avLst/>
            </a:prstGeom>
            <a:solidFill>
              <a:schemeClr val="tx2"/>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dirty="0"/>
            </a:p>
          </p:txBody>
        </p:sp>
        <p:sp>
          <p:nvSpPr>
            <p:cNvPr id="46094" name="Oval 14"/>
            <p:cNvSpPr>
              <a:spLocks noChangeArrowheads="1"/>
            </p:cNvSpPr>
            <p:nvPr/>
          </p:nvSpPr>
          <p:spPr bwMode="auto">
            <a:xfrm>
              <a:off x="5360" y="1072"/>
              <a:ext cx="80" cy="80"/>
            </a:xfrm>
            <a:prstGeom prst="ellipse">
              <a:avLst/>
            </a:prstGeom>
            <a:solidFill>
              <a:schemeClr val="tx2"/>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dirty="0"/>
            </a:p>
          </p:txBody>
        </p:sp>
        <p:sp>
          <p:nvSpPr>
            <p:cNvPr id="46095" name="Oval 15"/>
            <p:cNvSpPr>
              <a:spLocks noChangeArrowheads="1"/>
            </p:cNvSpPr>
            <p:nvPr/>
          </p:nvSpPr>
          <p:spPr bwMode="auto">
            <a:xfrm>
              <a:off x="5472" y="1072"/>
              <a:ext cx="80" cy="80"/>
            </a:xfrm>
            <a:prstGeom prst="ellipse">
              <a:avLst/>
            </a:prstGeom>
            <a:solidFill>
              <a:schemeClr val="accent2"/>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dirty="0"/>
            </a:p>
          </p:txBody>
        </p:sp>
        <p:sp>
          <p:nvSpPr>
            <p:cNvPr id="46096" name="Oval 16"/>
            <p:cNvSpPr>
              <a:spLocks noChangeArrowheads="1"/>
            </p:cNvSpPr>
            <p:nvPr/>
          </p:nvSpPr>
          <p:spPr bwMode="auto">
            <a:xfrm>
              <a:off x="5136" y="1184"/>
              <a:ext cx="80" cy="80"/>
            </a:xfrm>
            <a:prstGeom prst="ellipse">
              <a:avLst/>
            </a:prstGeom>
            <a:solidFill>
              <a:schemeClr val="tx2"/>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dirty="0"/>
            </a:p>
          </p:txBody>
        </p:sp>
        <p:sp>
          <p:nvSpPr>
            <p:cNvPr id="46097" name="Oval 17"/>
            <p:cNvSpPr>
              <a:spLocks noChangeArrowheads="1"/>
            </p:cNvSpPr>
            <p:nvPr/>
          </p:nvSpPr>
          <p:spPr bwMode="auto">
            <a:xfrm>
              <a:off x="5248" y="1184"/>
              <a:ext cx="80" cy="80"/>
            </a:xfrm>
            <a:prstGeom prst="ellipse">
              <a:avLst/>
            </a:prstGeom>
            <a:solidFill>
              <a:schemeClr val="tx2"/>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dirty="0"/>
            </a:p>
          </p:txBody>
        </p:sp>
        <p:sp>
          <p:nvSpPr>
            <p:cNvPr id="46098" name="Oval 18"/>
            <p:cNvSpPr>
              <a:spLocks noChangeArrowheads="1"/>
            </p:cNvSpPr>
            <p:nvPr/>
          </p:nvSpPr>
          <p:spPr bwMode="auto">
            <a:xfrm>
              <a:off x="5360" y="1184"/>
              <a:ext cx="80" cy="80"/>
            </a:xfrm>
            <a:prstGeom prst="ellipse">
              <a:avLst/>
            </a:prstGeom>
            <a:solidFill>
              <a:schemeClr val="accent2"/>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dirty="0"/>
            </a:p>
          </p:txBody>
        </p:sp>
        <p:sp>
          <p:nvSpPr>
            <p:cNvPr id="46099" name="Oval 19"/>
            <p:cNvSpPr>
              <a:spLocks noChangeArrowheads="1"/>
            </p:cNvSpPr>
            <p:nvPr/>
          </p:nvSpPr>
          <p:spPr bwMode="auto">
            <a:xfrm>
              <a:off x="5472" y="1184"/>
              <a:ext cx="80" cy="80"/>
            </a:xfrm>
            <a:prstGeom prst="ellipse">
              <a:avLst/>
            </a:prstGeom>
            <a:solidFill>
              <a:schemeClr val="accent2"/>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dirty="0"/>
            </a:p>
          </p:txBody>
        </p:sp>
        <p:sp>
          <p:nvSpPr>
            <p:cNvPr id="46100" name="Oval 20"/>
            <p:cNvSpPr>
              <a:spLocks noChangeArrowheads="1"/>
            </p:cNvSpPr>
            <p:nvPr/>
          </p:nvSpPr>
          <p:spPr bwMode="auto">
            <a:xfrm>
              <a:off x="5584" y="1184"/>
              <a:ext cx="80" cy="80"/>
            </a:xfrm>
            <a:prstGeom prst="ellipse">
              <a:avLst/>
            </a:prstGeom>
            <a:solidFill>
              <a:schemeClr val="accent1"/>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dirty="0"/>
            </a:p>
          </p:txBody>
        </p:sp>
        <p:sp>
          <p:nvSpPr>
            <p:cNvPr id="46101" name="Oval 21"/>
            <p:cNvSpPr>
              <a:spLocks noChangeArrowheads="1"/>
            </p:cNvSpPr>
            <p:nvPr/>
          </p:nvSpPr>
          <p:spPr bwMode="auto">
            <a:xfrm>
              <a:off x="5136" y="1296"/>
              <a:ext cx="80" cy="80"/>
            </a:xfrm>
            <a:prstGeom prst="ellipse">
              <a:avLst/>
            </a:prstGeom>
            <a:solidFill>
              <a:schemeClr val="tx2"/>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dirty="0"/>
            </a:p>
          </p:txBody>
        </p:sp>
        <p:sp>
          <p:nvSpPr>
            <p:cNvPr id="46102" name="Oval 22"/>
            <p:cNvSpPr>
              <a:spLocks noChangeArrowheads="1"/>
            </p:cNvSpPr>
            <p:nvPr/>
          </p:nvSpPr>
          <p:spPr bwMode="auto">
            <a:xfrm>
              <a:off x="5248" y="1296"/>
              <a:ext cx="80" cy="80"/>
            </a:xfrm>
            <a:prstGeom prst="ellipse">
              <a:avLst/>
            </a:prstGeom>
            <a:solidFill>
              <a:schemeClr val="accent2"/>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dirty="0"/>
            </a:p>
          </p:txBody>
        </p:sp>
        <p:sp>
          <p:nvSpPr>
            <p:cNvPr id="46103" name="Oval 23"/>
            <p:cNvSpPr>
              <a:spLocks noChangeArrowheads="1"/>
            </p:cNvSpPr>
            <p:nvPr/>
          </p:nvSpPr>
          <p:spPr bwMode="auto">
            <a:xfrm>
              <a:off x="5360" y="1296"/>
              <a:ext cx="80" cy="80"/>
            </a:xfrm>
            <a:prstGeom prst="ellipse">
              <a:avLst/>
            </a:prstGeom>
            <a:solidFill>
              <a:schemeClr val="accent2"/>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dirty="0"/>
            </a:p>
          </p:txBody>
        </p:sp>
        <p:sp>
          <p:nvSpPr>
            <p:cNvPr id="46104" name="Oval 24"/>
            <p:cNvSpPr>
              <a:spLocks noChangeArrowheads="1"/>
            </p:cNvSpPr>
            <p:nvPr/>
          </p:nvSpPr>
          <p:spPr bwMode="auto">
            <a:xfrm>
              <a:off x="5472" y="1296"/>
              <a:ext cx="80" cy="80"/>
            </a:xfrm>
            <a:prstGeom prst="ellipse">
              <a:avLst/>
            </a:prstGeom>
            <a:solidFill>
              <a:schemeClr val="accent1"/>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dirty="0"/>
            </a:p>
          </p:txBody>
        </p:sp>
        <p:sp>
          <p:nvSpPr>
            <p:cNvPr id="46105" name="Oval 25"/>
            <p:cNvSpPr>
              <a:spLocks noChangeArrowheads="1"/>
            </p:cNvSpPr>
            <p:nvPr/>
          </p:nvSpPr>
          <p:spPr bwMode="auto">
            <a:xfrm>
              <a:off x="5136" y="1408"/>
              <a:ext cx="80" cy="80"/>
            </a:xfrm>
            <a:prstGeom prst="ellipse">
              <a:avLst/>
            </a:prstGeom>
            <a:solidFill>
              <a:schemeClr val="accent2"/>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dirty="0"/>
            </a:p>
          </p:txBody>
        </p:sp>
        <p:sp>
          <p:nvSpPr>
            <p:cNvPr id="46106" name="Oval 26"/>
            <p:cNvSpPr>
              <a:spLocks noChangeArrowheads="1"/>
            </p:cNvSpPr>
            <p:nvPr/>
          </p:nvSpPr>
          <p:spPr bwMode="auto">
            <a:xfrm>
              <a:off x="5248" y="1408"/>
              <a:ext cx="80" cy="80"/>
            </a:xfrm>
            <a:prstGeom prst="ellipse">
              <a:avLst/>
            </a:prstGeom>
            <a:solidFill>
              <a:schemeClr val="accent2"/>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dirty="0"/>
            </a:p>
          </p:txBody>
        </p:sp>
        <p:sp>
          <p:nvSpPr>
            <p:cNvPr id="46107" name="Oval 27"/>
            <p:cNvSpPr>
              <a:spLocks noChangeArrowheads="1"/>
            </p:cNvSpPr>
            <p:nvPr/>
          </p:nvSpPr>
          <p:spPr bwMode="auto">
            <a:xfrm>
              <a:off x="5360" y="1408"/>
              <a:ext cx="80" cy="80"/>
            </a:xfrm>
            <a:prstGeom prst="ellipse">
              <a:avLst/>
            </a:prstGeom>
            <a:solidFill>
              <a:schemeClr val="accent1"/>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dirty="0"/>
            </a:p>
          </p:txBody>
        </p:sp>
        <p:sp>
          <p:nvSpPr>
            <p:cNvPr id="46108" name="Oval 28"/>
            <p:cNvSpPr>
              <a:spLocks noChangeArrowheads="1"/>
            </p:cNvSpPr>
            <p:nvPr/>
          </p:nvSpPr>
          <p:spPr bwMode="auto">
            <a:xfrm>
              <a:off x="5472" y="1408"/>
              <a:ext cx="80" cy="80"/>
            </a:xfrm>
            <a:prstGeom prst="ellipse">
              <a:avLst/>
            </a:prstGeom>
            <a:solidFill>
              <a:schemeClr val="accent1"/>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dirty="0"/>
            </a:p>
          </p:txBody>
        </p:sp>
        <p:sp>
          <p:nvSpPr>
            <p:cNvPr id="46109" name="Oval 29"/>
            <p:cNvSpPr>
              <a:spLocks noChangeArrowheads="1"/>
            </p:cNvSpPr>
            <p:nvPr/>
          </p:nvSpPr>
          <p:spPr bwMode="auto">
            <a:xfrm>
              <a:off x="5584" y="1408"/>
              <a:ext cx="80" cy="80"/>
            </a:xfrm>
            <a:prstGeom prst="ellipse">
              <a:avLst/>
            </a:prstGeom>
            <a:solidFill>
              <a:schemeClr val="folHlink"/>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dirty="0"/>
            </a:p>
          </p:txBody>
        </p:sp>
        <p:sp>
          <p:nvSpPr>
            <p:cNvPr id="46110" name="Oval 30"/>
            <p:cNvSpPr>
              <a:spLocks noChangeArrowheads="1"/>
            </p:cNvSpPr>
            <p:nvPr/>
          </p:nvSpPr>
          <p:spPr bwMode="auto">
            <a:xfrm>
              <a:off x="5136" y="1520"/>
              <a:ext cx="80" cy="80"/>
            </a:xfrm>
            <a:prstGeom prst="ellipse">
              <a:avLst/>
            </a:prstGeom>
            <a:solidFill>
              <a:schemeClr val="accent2"/>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dirty="0"/>
            </a:p>
          </p:txBody>
        </p:sp>
        <p:sp>
          <p:nvSpPr>
            <p:cNvPr id="46111" name="Oval 31"/>
            <p:cNvSpPr>
              <a:spLocks noChangeArrowheads="1"/>
            </p:cNvSpPr>
            <p:nvPr/>
          </p:nvSpPr>
          <p:spPr bwMode="auto">
            <a:xfrm>
              <a:off x="5248" y="1520"/>
              <a:ext cx="80" cy="80"/>
            </a:xfrm>
            <a:prstGeom prst="ellipse">
              <a:avLst/>
            </a:prstGeom>
            <a:solidFill>
              <a:schemeClr val="accent1"/>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dirty="0"/>
            </a:p>
          </p:txBody>
        </p:sp>
        <p:sp>
          <p:nvSpPr>
            <p:cNvPr id="46112" name="Oval 32"/>
            <p:cNvSpPr>
              <a:spLocks noChangeArrowheads="1"/>
            </p:cNvSpPr>
            <p:nvPr/>
          </p:nvSpPr>
          <p:spPr bwMode="auto">
            <a:xfrm>
              <a:off x="5360" y="1520"/>
              <a:ext cx="80" cy="80"/>
            </a:xfrm>
            <a:prstGeom prst="ellipse">
              <a:avLst/>
            </a:prstGeom>
            <a:solidFill>
              <a:schemeClr val="accent1"/>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dirty="0"/>
            </a:p>
          </p:txBody>
        </p:sp>
        <p:sp>
          <p:nvSpPr>
            <p:cNvPr id="46113" name="Oval 33"/>
            <p:cNvSpPr>
              <a:spLocks noChangeArrowheads="1"/>
            </p:cNvSpPr>
            <p:nvPr/>
          </p:nvSpPr>
          <p:spPr bwMode="auto">
            <a:xfrm>
              <a:off x="5472" y="1520"/>
              <a:ext cx="80" cy="80"/>
            </a:xfrm>
            <a:prstGeom prst="ellipse">
              <a:avLst/>
            </a:prstGeom>
            <a:solidFill>
              <a:schemeClr val="folHlink"/>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dirty="0"/>
            </a:p>
          </p:txBody>
        </p:sp>
        <p:sp>
          <p:nvSpPr>
            <p:cNvPr id="46114" name="Oval 34"/>
            <p:cNvSpPr>
              <a:spLocks noChangeArrowheads="1"/>
            </p:cNvSpPr>
            <p:nvPr/>
          </p:nvSpPr>
          <p:spPr bwMode="auto">
            <a:xfrm>
              <a:off x="5136" y="1632"/>
              <a:ext cx="80" cy="80"/>
            </a:xfrm>
            <a:prstGeom prst="ellipse">
              <a:avLst/>
            </a:prstGeom>
            <a:solidFill>
              <a:schemeClr val="accent1"/>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dirty="0"/>
            </a:p>
          </p:txBody>
        </p:sp>
        <p:sp>
          <p:nvSpPr>
            <p:cNvPr id="46115" name="Oval 35"/>
            <p:cNvSpPr>
              <a:spLocks noChangeArrowheads="1"/>
            </p:cNvSpPr>
            <p:nvPr/>
          </p:nvSpPr>
          <p:spPr bwMode="auto">
            <a:xfrm>
              <a:off x="5248" y="1632"/>
              <a:ext cx="80" cy="80"/>
            </a:xfrm>
            <a:prstGeom prst="ellipse">
              <a:avLst/>
            </a:prstGeom>
            <a:solidFill>
              <a:schemeClr val="accent1"/>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dirty="0"/>
            </a:p>
          </p:txBody>
        </p:sp>
        <p:sp>
          <p:nvSpPr>
            <p:cNvPr id="46116" name="Oval 36"/>
            <p:cNvSpPr>
              <a:spLocks noChangeArrowheads="1"/>
            </p:cNvSpPr>
            <p:nvPr/>
          </p:nvSpPr>
          <p:spPr bwMode="auto">
            <a:xfrm>
              <a:off x="5360" y="1632"/>
              <a:ext cx="80" cy="80"/>
            </a:xfrm>
            <a:prstGeom prst="ellipse">
              <a:avLst/>
            </a:prstGeom>
            <a:solidFill>
              <a:schemeClr val="folHlink"/>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dirty="0"/>
            </a:p>
          </p:txBody>
        </p:sp>
        <p:sp>
          <p:nvSpPr>
            <p:cNvPr id="46117" name="Oval 37"/>
            <p:cNvSpPr>
              <a:spLocks noChangeArrowheads="1"/>
            </p:cNvSpPr>
            <p:nvPr/>
          </p:nvSpPr>
          <p:spPr bwMode="auto">
            <a:xfrm>
              <a:off x="5472" y="1632"/>
              <a:ext cx="80" cy="80"/>
            </a:xfrm>
            <a:prstGeom prst="ellipse">
              <a:avLst/>
            </a:prstGeom>
            <a:solidFill>
              <a:schemeClr val="folHlink"/>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dirty="0"/>
            </a:p>
          </p:txBody>
        </p:sp>
        <p:sp>
          <p:nvSpPr>
            <p:cNvPr id="46118" name="Oval 38"/>
            <p:cNvSpPr>
              <a:spLocks noChangeArrowheads="1"/>
            </p:cNvSpPr>
            <p:nvPr/>
          </p:nvSpPr>
          <p:spPr bwMode="auto">
            <a:xfrm>
              <a:off x="5248" y="1744"/>
              <a:ext cx="80" cy="80"/>
            </a:xfrm>
            <a:prstGeom prst="ellipse">
              <a:avLst/>
            </a:prstGeom>
            <a:solidFill>
              <a:schemeClr val="folHlink"/>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dirty="0"/>
            </a:p>
          </p:txBody>
        </p:sp>
        <p:sp>
          <p:nvSpPr>
            <p:cNvPr id="46119" name="Oval 39"/>
            <p:cNvSpPr>
              <a:spLocks noChangeArrowheads="1"/>
            </p:cNvSpPr>
            <p:nvPr/>
          </p:nvSpPr>
          <p:spPr bwMode="auto">
            <a:xfrm>
              <a:off x="5472" y="1744"/>
              <a:ext cx="80" cy="80"/>
            </a:xfrm>
            <a:prstGeom prst="ellipse">
              <a:avLst/>
            </a:prstGeom>
            <a:solidFill>
              <a:schemeClr val="folHlink"/>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dirty="0"/>
            </a:p>
          </p:txBody>
        </p:sp>
      </p:grpSp>
      <p:sp>
        <p:nvSpPr>
          <p:cNvPr id="46083" name="Title Placeholder 1"/>
          <p:cNvSpPr>
            <a:spLocks noGrp="1" noChangeArrowheads="1"/>
          </p:cNvSpPr>
          <p:nvPr>
            <p:ph type="title"/>
          </p:nvPr>
        </p:nvSpPr>
        <p:spPr bwMode="auto">
          <a:xfrm>
            <a:off x="228600" y="228600"/>
            <a:ext cx="7696200" cy="1295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p>
            <a:pPr lvl="0"/>
            <a:r>
              <a:rPr lang="en-US" altLang="en-US"/>
              <a:t>Click to edit Master title style</a:t>
            </a:r>
          </a:p>
        </p:txBody>
      </p:sp>
      <p:sp>
        <p:nvSpPr>
          <p:cNvPr id="46084" name="Text Placeholder 2"/>
          <p:cNvSpPr>
            <a:spLocks noGrp="1" noChangeArrowheads="1"/>
          </p:cNvSpPr>
          <p:nvPr>
            <p:ph type="body" idx="1"/>
          </p:nvPr>
        </p:nvSpPr>
        <p:spPr bwMode="auto">
          <a:xfrm>
            <a:off x="1143000" y="1524000"/>
            <a:ext cx="7391400" cy="44116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normAutofit/>
          </a:bodyPr>
          <a:lstStyle/>
          <a:p>
            <a:pPr lvl="0"/>
            <a:r>
              <a:rPr lang="en-US" altLang="en-US"/>
              <a:t>Click to edit Master text styles</a:t>
            </a:r>
          </a:p>
          <a:p>
            <a:pPr lvl="1"/>
            <a:r>
              <a:rPr lang="en-US" altLang="en-US"/>
              <a:t>Second level</a:t>
            </a:r>
          </a:p>
          <a:p>
            <a:pPr lvl="2"/>
            <a:r>
              <a:rPr lang="en-US" altLang="en-US"/>
              <a:t>Third level</a:t>
            </a:r>
          </a:p>
          <a:p>
            <a:pPr lvl="3"/>
            <a:r>
              <a:rPr lang="en-US" altLang="en-US"/>
              <a:t>Fourth level</a:t>
            </a:r>
          </a:p>
          <a:p>
            <a:pPr lvl="4"/>
            <a:r>
              <a:rPr lang="en-US" altLang="en-US"/>
              <a:t>Fifth level</a:t>
            </a:r>
            <a:endParaRPr lang="en-US" altLang="en-US" dirty="0"/>
          </a:p>
        </p:txBody>
      </p:sp>
      <p:sp>
        <p:nvSpPr>
          <p:cNvPr id="46085" name="Date Placeholder 3"/>
          <p:cNvSpPr>
            <a:spLocks noGrp="1" noChangeArrowheads="1"/>
          </p:cNvSpPr>
          <p:nvPr>
            <p:ph type="dt" sz="half" idx="2"/>
          </p:nvPr>
        </p:nvSpPr>
        <p:spPr bwMode="auto">
          <a:xfrm>
            <a:off x="457200" y="6248400"/>
            <a:ext cx="21336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spcBef>
                <a:spcPct val="0"/>
              </a:spcBef>
              <a:buClrTx/>
              <a:buSzTx/>
              <a:buFontTx/>
              <a:buNone/>
              <a:defRPr sz="1000"/>
            </a:lvl1pPr>
          </a:lstStyle>
          <a:p>
            <a:fld id="{DAA47658-FA98-41C0-A0A1-70085A3B5D80}" type="datetime1">
              <a:rPr lang="en-US" altLang="en-US" smtClean="0"/>
              <a:t>8/12/2025</a:t>
            </a:fld>
            <a:endParaRPr lang="en-US" altLang="en-US" dirty="0"/>
          </a:p>
        </p:txBody>
      </p:sp>
      <p:sp>
        <p:nvSpPr>
          <p:cNvPr id="46086" name="Footer Placeholder 4"/>
          <p:cNvSpPr>
            <a:spLocks noGrp="1" noChangeArrowheads="1"/>
          </p:cNvSpPr>
          <p:nvPr>
            <p:ph type="ftr" sz="quarter" idx="3"/>
          </p:nvPr>
        </p:nvSpPr>
        <p:spPr bwMode="auto">
          <a:xfrm>
            <a:off x="3124200" y="6248400"/>
            <a:ext cx="28956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ctr">
              <a:spcBef>
                <a:spcPct val="0"/>
              </a:spcBef>
              <a:buClrTx/>
              <a:buSzTx/>
              <a:buFontTx/>
              <a:buNone/>
              <a:defRPr sz="1000"/>
            </a:lvl1pPr>
          </a:lstStyle>
          <a:p>
            <a:r>
              <a:rPr lang="en-US" altLang="en-US"/>
              <a:t>Dr. Nabil Mahmood Hewaihi</a:t>
            </a:r>
            <a:endParaRPr lang="en-US" altLang="en-US" dirty="0"/>
          </a:p>
        </p:txBody>
      </p:sp>
      <p:sp>
        <p:nvSpPr>
          <p:cNvPr id="46087" name="Slide Number Placeholder 5"/>
          <p:cNvSpPr>
            <a:spLocks noGrp="1" noChangeArrowheads="1"/>
          </p:cNvSpPr>
          <p:nvPr>
            <p:ph type="sldNum" sz="quarter" idx="4"/>
          </p:nvPr>
        </p:nvSpPr>
        <p:spPr bwMode="auto">
          <a:xfrm>
            <a:off x="6553200" y="6248400"/>
            <a:ext cx="21336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r">
              <a:spcBef>
                <a:spcPct val="0"/>
              </a:spcBef>
              <a:buClrTx/>
              <a:buSzTx/>
              <a:buFontTx/>
              <a:buNone/>
              <a:defRPr sz="1000"/>
            </a:lvl1pPr>
          </a:lstStyle>
          <a:p>
            <a:fld id="{D7E5119E-5338-4B55-81DC-57EAC9440FD0}" type="slidenum">
              <a:rPr lang="en-US" altLang="en-US"/>
              <a:pPr/>
              <a:t>‹#›</a:t>
            </a:fld>
            <a:endParaRPr lang="en-US" altLang="en-US" dirty="0"/>
          </a:p>
        </p:txBody>
      </p:sp>
    </p:spTree>
  </p:cSld>
  <p:clrMap bg1="lt1" tx1="dk1" bg2="lt2" tx2="dk2" accent1="accent1" accent2="accent2" accent3="accent3" accent4="accent4" accent5="accent5" accent6="accent6" hlink="hlink" folHlink="folHlink"/>
  <p:sldLayoutIdLst>
    <p:sldLayoutId id="2147483653" r:id="rId1"/>
    <p:sldLayoutId id="2147483654" r:id="rId2"/>
    <p:sldLayoutId id="2147483655" r:id="rId3"/>
    <p:sldLayoutId id="2147483656" r:id="rId4"/>
    <p:sldLayoutId id="2147483657" r:id="rId5"/>
    <p:sldLayoutId id="2147483658" r:id="rId6"/>
    <p:sldLayoutId id="2147483659" r:id="rId7"/>
    <p:sldLayoutId id="2147483660" r:id="rId8"/>
    <p:sldLayoutId id="2147483661" r:id="rId9"/>
    <p:sldLayoutId id="2147483662" r:id="rId10"/>
    <p:sldLayoutId id="2147483663" r:id="rId11"/>
  </p:sldLayoutIdLst>
  <p:hf hdr="0" ftr="0" dt="0"/>
  <p:txStyles>
    <p:titleStyle>
      <a:lvl1pPr algn="l" rtl="0" eaLnBrk="1" fontAlgn="base" hangingPunct="1">
        <a:spcBef>
          <a:spcPct val="0"/>
        </a:spcBef>
        <a:spcAft>
          <a:spcPct val="0"/>
        </a:spcAft>
        <a:defRPr sz="3600" b="1">
          <a:solidFill>
            <a:schemeClr val="tx2"/>
          </a:solidFill>
          <a:latin typeface="+mj-lt"/>
          <a:ea typeface="+mj-ea"/>
          <a:cs typeface="+mj-cs"/>
        </a:defRPr>
      </a:lvl1pPr>
      <a:lvl2pPr algn="l" rtl="0" eaLnBrk="1" fontAlgn="base" hangingPunct="1">
        <a:spcBef>
          <a:spcPct val="0"/>
        </a:spcBef>
        <a:spcAft>
          <a:spcPct val="0"/>
        </a:spcAft>
        <a:defRPr sz="3600" b="1">
          <a:solidFill>
            <a:schemeClr val="tx2"/>
          </a:solidFill>
          <a:latin typeface="Arial" charset="0"/>
        </a:defRPr>
      </a:lvl2pPr>
      <a:lvl3pPr algn="l" rtl="0" eaLnBrk="1" fontAlgn="base" hangingPunct="1">
        <a:spcBef>
          <a:spcPct val="0"/>
        </a:spcBef>
        <a:spcAft>
          <a:spcPct val="0"/>
        </a:spcAft>
        <a:defRPr sz="3600" b="1">
          <a:solidFill>
            <a:schemeClr val="tx2"/>
          </a:solidFill>
          <a:latin typeface="Arial" charset="0"/>
        </a:defRPr>
      </a:lvl3pPr>
      <a:lvl4pPr algn="l" rtl="0" eaLnBrk="1" fontAlgn="base" hangingPunct="1">
        <a:spcBef>
          <a:spcPct val="0"/>
        </a:spcBef>
        <a:spcAft>
          <a:spcPct val="0"/>
        </a:spcAft>
        <a:defRPr sz="3600" b="1">
          <a:solidFill>
            <a:schemeClr val="tx2"/>
          </a:solidFill>
          <a:latin typeface="Arial" charset="0"/>
        </a:defRPr>
      </a:lvl4pPr>
      <a:lvl5pPr algn="l" rtl="0" eaLnBrk="1" fontAlgn="base" hangingPunct="1">
        <a:spcBef>
          <a:spcPct val="0"/>
        </a:spcBef>
        <a:spcAft>
          <a:spcPct val="0"/>
        </a:spcAft>
        <a:defRPr sz="3600" b="1">
          <a:solidFill>
            <a:schemeClr val="tx2"/>
          </a:solidFill>
          <a:latin typeface="Arial" charset="0"/>
        </a:defRPr>
      </a:lvl5pPr>
      <a:lvl6pPr marL="457200" algn="l" rtl="0" eaLnBrk="1" fontAlgn="base" hangingPunct="1">
        <a:spcBef>
          <a:spcPct val="0"/>
        </a:spcBef>
        <a:spcAft>
          <a:spcPct val="0"/>
        </a:spcAft>
        <a:defRPr sz="3600" b="1">
          <a:solidFill>
            <a:schemeClr val="tx2"/>
          </a:solidFill>
          <a:latin typeface="Arial" charset="0"/>
        </a:defRPr>
      </a:lvl6pPr>
      <a:lvl7pPr marL="914400" algn="l" rtl="0" eaLnBrk="1" fontAlgn="base" hangingPunct="1">
        <a:spcBef>
          <a:spcPct val="0"/>
        </a:spcBef>
        <a:spcAft>
          <a:spcPct val="0"/>
        </a:spcAft>
        <a:defRPr sz="3600" b="1">
          <a:solidFill>
            <a:schemeClr val="tx2"/>
          </a:solidFill>
          <a:latin typeface="Arial" charset="0"/>
        </a:defRPr>
      </a:lvl7pPr>
      <a:lvl8pPr marL="1371600" algn="l" rtl="0" eaLnBrk="1" fontAlgn="base" hangingPunct="1">
        <a:spcBef>
          <a:spcPct val="0"/>
        </a:spcBef>
        <a:spcAft>
          <a:spcPct val="0"/>
        </a:spcAft>
        <a:defRPr sz="3600" b="1">
          <a:solidFill>
            <a:schemeClr val="tx2"/>
          </a:solidFill>
          <a:latin typeface="Arial" charset="0"/>
        </a:defRPr>
      </a:lvl8pPr>
      <a:lvl9pPr marL="1828800" algn="l" rtl="0" eaLnBrk="1" fontAlgn="base" hangingPunct="1">
        <a:spcBef>
          <a:spcPct val="0"/>
        </a:spcBef>
        <a:spcAft>
          <a:spcPct val="0"/>
        </a:spcAft>
        <a:defRPr sz="3600" b="1">
          <a:solidFill>
            <a:schemeClr val="tx2"/>
          </a:solidFill>
          <a:latin typeface="Arial" charset="0"/>
        </a:defRPr>
      </a:lvl9pPr>
    </p:titleStyle>
    <p:bodyStyle>
      <a:lvl1pPr marL="45720" indent="0" algn="l" rtl="0" eaLnBrk="1" fontAlgn="base" hangingPunct="1">
        <a:spcBef>
          <a:spcPct val="25000"/>
        </a:spcBef>
        <a:spcAft>
          <a:spcPct val="0"/>
        </a:spcAft>
        <a:buClr>
          <a:schemeClr val="tx2"/>
        </a:buClr>
        <a:buSzPct val="120000"/>
        <a:buFontTx/>
        <a:buNone/>
        <a:defRPr sz="2700">
          <a:solidFill>
            <a:schemeClr val="tx1"/>
          </a:solidFill>
          <a:latin typeface="+mn-lt"/>
          <a:ea typeface="+mn-ea"/>
          <a:cs typeface="+mn-cs"/>
        </a:defRPr>
      </a:lvl1pPr>
      <a:lvl2pPr marL="692150" indent="-347663" algn="l" rtl="0" eaLnBrk="1" fontAlgn="base" hangingPunct="1">
        <a:spcBef>
          <a:spcPct val="0"/>
        </a:spcBef>
        <a:spcAft>
          <a:spcPct val="25000"/>
        </a:spcAft>
        <a:buClr>
          <a:schemeClr val="accent2">
            <a:lumMod val="75000"/>
          </a:schemeClr>
        </a:buClr>
        <a:buSzPct val="55000"/>
        <a:buFont typeface="Wingdings" pitchFamily="2" charset="2"/>
        <a:buChar char="l"/>
        <a:defRPr sz="2400">
          <a:solidFill>
            <a:schemeClr val="tx1"/>
          </a:solidFill>
          <a:latin typeface="+mn-lt"/>
        </a:defRPr>
      </a:lvl2pPr>
      <a:lvl3pPr marL="987425" indent="-293688" algn="l" rtl="0" eaLnBrk="1" fontAlgn="base" hangingPunct="1">
        <a:spcBef>
          <a:spcPct val="0"/>
        </a:spcBef>
        <a:spcAft>
          <a:spcPct val="25000"/>
        </a:spcAft>
        <a:buClr>
          <a:schemeClr val="accent1">
            <a:lumMod val="50000"/>
          </a:schemeClr>
        </a:buClr>
        <a:buSzPct val="50000"/>
        <a:buFont typeface="Wingdings" pitchFamily="2" charset="2"/>
        <a:buChar char="l"/>
        <a:defRPr sz="2200">
          <a:solidFill>
            <a:schemeClr val="tx1"/>
          </a:solidFill>
          <a:latin typeface="+mn-lt"/>
        </a:defRPr>
      </a:lvl3pPr>
      <a:lvl4pPr marL="1281113" indent="-292100" algn="l" rtl="0" eaLnBrk="1" fontAlgn="base" hangingPunct="1">
        <a:spcBef>
          <a:spcPct val="20000"/>
        </a:spcBef>
        <a:spcAft>
          <a:spcPct val="0"/>
        </a:spcAft>
        <a:buClr>
          <a:schemeClr val="tx2">
            <a:lumMod val="75000"/>
          </a:schemeClr>
        </a:buClr>
        <a:buSzPct val="75000"/>
        <a:buFont typeface="Wingdings" pitchFamily="2" charset="2"/>
        <a:buChar char="§"/>
        <a:defRPr sz="2000">
          <a:solidFill>
            <a:schemeClr val="tx1"/>
          </a:solidFill>
          <a:latin typeface="+mn-lt"/>
        </a:defRPr>
      </a:lvl4pPr>
      <a:lvl5pPr marL="1598613" indent="-315913" algn="l" rtl="0" eaLnBrk="1" fontAlgn="base" hangingPunct="1">
        <a:spcBef>
          <a:spcPct val="20000"/>
        </a:spcBef>
        <a:spcAft>
          <a:spcPct val="0"/>
        </a:spcAft>
        <a:buClr>
          <a:schemeClr val="accent3">
            <a:lumMod val="50000"/>
          </a:schemeClr>
        </a:buClr>
        <a:buSzPct val="80000"/>
        <a:buFont typeface="Wingdings" pitchFamily="2" charset="2"/>
        <a:buChar char="§"/>
        <a:defRPr sz="2000">
          <a:solidFill>
            <a:schemeClr val="tx1"/>
          </a:solidFill>
          <a:latin typeface="+mn-lt"/>
        </a:defRPr>
      </a:lvl5pPr>
      <a:lvl6pPr marL="1920240" indent="-315913" algn="l" rtl="0" eaLnBrk="1" fontAlgn="base" hangingPunct="1">
        <a:spcBef>
          <a:spcPct val="20000"/>
        </a:spcBef>
        <a:spcAft>
          <a:spcPct val="0"/>
        </a:spcAft>
        <a:buClr>
          <a:schemeClr val="accent6">
            <a:lumMod val="50000"/>
          </a:schemeClr>
        </a:buClr>
        <a:buSzPct val="80000"/>
        <a:buFont typeface="Wingdings" pitchFamily="2" charset="2"/>
        <a:buChar char="§"/>
        <a:defRPr sz="2000">
          <a:solidFill>
            <a:schemeClr val="tx1"/>
          </a:solidFill>
          <a:latin typeface="+mn-lt"/>
        </a:defRPr>
      </a:lvl6pPr>
      <a:lvl7pPr marL="2240280" indent="-315913" algn="l" rtl="0" eaLnBrk="1" fontAlgn="base" hangingPunct="1">
        <a:spcBef>
          <a:spcPct val="20000"/>
        </a:spcBef>
        <a:spcAft>
          <a:spcPct val="0"/>
        </a:spcAft>
        <a:buClr>
          <a:schemeClr val="accent2">
            <a:lumMod val="50000"/>
          </a:schemeClr>
        </a:buClr>
        <a:buSzPct val="80000"/>
        <a:buFont typeface="Wingdings" pitchFamily="2" charset="2"/>
        <a:buChar char="§"/>
        <a:defRPr sz="2000">
          <a:solidFill>
            <a:schemeClr val="tx1"/>
          </a:solidFill>
          <a:latin typeface="+mn-lt"/>
        </a:defRPr>
      </a:lvl7pPr>
      <a:lvl8pPr marL="2651760" indent="-315913" algn="l" rtl="0" eaLnBrk="1" fontAlgn="base" hangingPunct="1">
        <a:spcBef>
          <a:spcPct val="20000"/>
        </a:spcBef>
        <a:spcAft>
          <a:spcPct val="0"/>
        </a:spcAft>
        <a:buClr>
          <a:schemeClr val="bg2">
            <a:lumMod val="75000"/>
          </a:schemeClr>
        </a:buClr>
        <a:buSzPct val="80000"/>
        <a:buFont typeface="Wingdings" pitchFamily="2" charset="2"/>
        <a:buChar char="§"/>
        <a:defRPr sz="2000">
          <a:solidFill>
            <a:schemeClr val="tx1"/>
          </a:solidFill>
          <a:latin typeface="+mn-lt"/>
        </a:defRPr>
      </a:lvl8pPr>
      <a:lvl9pPr marL="3108960" indent="-315913" algn="l" rtl="0" eaLnBrk="1" fontAlgn="base" hangingPunct="1">
        <a:spcBef>
          <a:spcPct val="20000"/>
        </a:spcBef>
        <a:spcAft>
          <a:spcPct val="0"/>
        </a:spcAft>
        <a:buClr>
          <a:schemeClr val="accent2">
            <a:lumMod val="50000"/>
          </a:schemeClr>
        </a:buClr>
        <a:buSzPct val="80000"/>
        <a:buFont typeface="Wingdings" pitchFamily="2" charset="2"/>
        <a:buChar char="§"/>
        <a:defRPr sz="20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5.emf"/><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7.emf"/><Relationship Id="rId2" Type="http://schemas.openxmlformats.org/officeDocument/2006/relationships/image" Target="../media/image6.emf"/><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10.emf"/><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14.emf"/><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70486D98-0B9B-4C4E-A25F-64BA4C5DBB94}"/>
              </a:ext>
            </a:extLst>
          </p:cNvPr>
          <p:cNvSpPr>
            <a:spLocks noGrp="1"/>
          </p:cNvSpPr>
          <p:nvPr>
            <p:ph type="ctrTitle"/>
          </p:nvPr>
        </p:nvSpPr>
        <p:spPr>
          <a:xfrm>
            <a:off x="315913" y="466725"/>
            <a:ext cx="6781800" cy="2133600"/>
          </a:xfrm>
        </p:spPr>
        <p:txBody>
          <a:bodyPr/>
          <a:lstStyle/>
          <a:p>
            <a:pPr algn="ctr"/>
            <a:r>
              <a:rPr lang="en-US" dirty="0"/>
              <a:t>Chapter 5</a:t>
            </a:r>
          </a:p>
        </p:txBody>
      </p:sp>
      <p:sp>
        <p:nvSpPr>
          <p:cNvPr id="5" name="Subtitle 4">
            <a:extLst>
              <a:ext uri="{FF2B5EF4-FFF2-40B4-BE49-F238E27FC236}">
                <a16:creationId xmlns:a16="http://schemas.microsoft.com/office/drawing/2014/main" id="{D655BBED-E65C-4B70-99E3-9318D4F249A0}"/>
              </a:ext>
            </a:extLst>
          </p:cNvPr>
          <p:cNvSpPr>
            <a:spLocks noGrp="1"/>
          </p:cNvSpPr>
          <p:nvPr>
            <p:ph type="subTitle" idx="1"/>
          </p:nvPr>
        </p:nvSpPr>
        <p:spPr>
          <a:xfrm>
            <a:off x="582613" y="3049588"/>
            <a:ext cx="6248400" cy="2362200"/>
          </a:xfrm>
        </p:spPr>
        <p:txBody>
          <a:bodyPr/>
          <a:lstStyle/>
          <a:p>
            <a:pPr algn="ctr"/>
            <a:r>
              <a:rPr lang="en-US" dirty="0"/>
              <a:t>Game Playing</a:t>
            </a:r>
          </a:p>
        </p:txBody>
      </p:sp>
      <p:sp>
        <p:nvSpPr>
          <p:cNvPr id="2" name="Slide Number Placeholder 1">
            <a:extLst>
              <a:ext uri="{FF2B5EF4-FFF2-40B4-BE49-F238E27FC236}">
                <a16:creationId xmlns:a16="http://schemas.microsoft.com/office/drawing/2014/main" id="{2FD4643F-6823-FFEE-93F8-706A515DF65B}"/>
              </a:ext>
            </a:extLst>
          </p:cNvPr>
          <p:cNvSpPr>
            <a:spLocks noGrp="1"/>
          </p:cNvSpPr>
          <p:nvPr>
            <p:ph type="sldNum" sz="quarter" idx="4"/>
          </p:nvPr>
        </p:nvSpPr>
        <p:spPr/>
        <p:txBody>
          <a:bodyPr/>
          <a:lstStyle/>
          <a:p>
            <a:fld id="{E945280F-DE53-48B1-9FB9-96A39916642A}" type="slidenum">
              <a:rPr lang="en-US" altLang="en-US" smtClean="0"/>
              <a:pPr/>
              <a:t>1</a:t>
            </a:fld>
            <a:endParaRPr lang="en-US" altLang="en-US" dirty="0"/>
          </a:p>
        </p:txBody>
      </p:sp>
    </p:spTree>
    <p:extLst>
      <p:ext uri="{BB962C8B-B14F-4D97-AF65-F5344CB8AC3E}">
        <p14:creationId xmlns:p14="http://schemas.microsoft.com/office/powerpoint/2010/main" val="342948480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EE2B656-4656-4646-A221-7C30814F2E69}"/>
              </a:ext>
            </a:extLst>
          </p:cNvPr>
          <p:cNvSpPr>
            <a:spLocks noGrp="1"/>
          </p:cNvSpPr>
          <p:nvPr>
            <p:ph type="title"/>
          </p:nvPr>
        </p:nvSpPr>
        <p:spPr/>
        <p:txBody>
          <a:bodyPr/>
          <a:lstStyle/>
          <a:p>
            <a:r>
              <a:rPr lang="en-US" altLang="en-US" dirty="0"/>
              <a:t>Roadmap</a:t>
            </a:r>
            <a:endParaRPr lang="en-US" dirty="0"/>
          </a:p>
        </p:txBody>
      </p:sp>
      <p:sp>
        <p:nvSpPr>
          <p:cNvPr id="3" name="Content Placeholder 2">
            <a:extLst>
              <a:ext uri="{FF2B5EF4-FFF2-40B4-BE49-F238E27FC236}">
                <a16:creationId xmlns:a16="http://schemas.microsoft.com/office/drawing/2014/main" id="{F6DABF9E-9B82-4C13-8452-952BD74F6DC7}"/>
              </a:ext>
            </a:extLst>
          </p:cNvPr>
          <p:cNvSpPr>
            <a:spLocks noGrp="1"/>
          </p:cNvSpPr>
          <p:nvPr>
            <p:ph idx="1"/>
          </p:nvPr>
        </p:nvSpPr>
        <p:spPr>
          <a:xfrm>
            <a:off x="609600" y="1684337"/>
            <a:ext cx="7391400" cy="4868863"/>
          </a:xfrm>
        </p:spPr>
        <p:txBody>
          <a:bodyPr>
            <a:normAutofit/>
          </a:bodyPr>
          <a:lstStyle/>
          <a:p>
            <a:pPr marL="514350" marR="0" lvl="0" indent="-514350" algn="l" defTabSz="914400" rtl="0" eaLnBrk="0" fontAlgn="base" latinLnBrk="0" hangingPunct="0">
              <a:lnSpc>
                <a:spcPct val="150000"/>
              </a:lnSpc>
              <a:spcBef>
                <a:spcPct val="0"/>
              </a:spcBef>
              <a:spcAft>
                <a:spcPct val="0"/>
              </a:spcAft>
              <a:buClrTx/>
              <a:buSzTx/>
              <a:buFont typeface="Wingdings" panose="05000000000000000000" pitchFamily="2" charset="2"/>
              <a:buChar char="q"/>
              <a:tabLst/>
            </a:pPr>
            <a:r>
              <a:rPr kumimoji="0" lang="en-US" altLang="en-US" sz="3200" i="0" u="none" strike="noStrike" cap="none" normalizeH="0" baseline="0" dirty="0">
                <a:ln>
                  <a:noFill/>
                </a:ln>
                <a:solidFill>
                  <a:schemeClr val="tx1"/>
                </a:solidFill>
                <a:effectLst/>
                <a:latin typeface="Arial" panose="020B0604020202020204" pitchFamily="34" charset="0"/>
              </a:rPr>
              <a:t>Minimax algorithm</a:t>
            </a:r>
          </a:p>
          <a:p>
            <a:pPr marL="514350" marR="0" lvl="0" indent="-514350" algn="l" defTabSz="914400" rtl="0" eaLnBrk="0" fontAlgn="base" latinLnBrk="0" hangingPunct="0">
              <a:lnSpc>
                <a:spcPct val="150000"/>
              </a:lnSpc>
              <a:spcBef>
                <a:spcPct val="0"/>
              </a:spcBef>
              <a:spcAft>
                <a:spcPct val="0"/>
              </a:spcAft>
              <a:buClrTx/>
              <a:buSzTx/>
              <a:buFont typeface="Wingdings" panose="05000000000000000000" pitchFamily="2" charset="2"/>
              <a:buChar char="q"/>
              <a:tabLst/>
            </a:pPr>
            <a:r>
              <a:rPr lang="en-US" altLang="en-US" sz="3200" dirty="0">
                <a:latin typeface="Arial" panose="020B0604020202020204" pitchFamily="34" charset="0"/>
              </a:rPr>
              <a:t>Minimax algorithm with Alpa-Beta cutoffs</a:t>
            </a:r>
            <a:endParaRPr kumimoji="0" lang="en-US" altLang="en-US" sz="3200" i="0" u="none" strike="noStrike" cap="none" normalizeH="0" baseline="0" dirty="0">
              <a:ln>
                <a:noFill/>
              </a:ln>
              <a:solidFill>
                <a:schemeClr val="tx1"/>
              </a:solidFill>
              <a:effectLst/>
              <a:latin typeface="Arial" panose="020B0604020202020204" pitchFamily="34" charset="0"/>
            </a:endParaRPr>
          </a:p>
        </p:txBody>
      </p:sp>
      <p:sp>
        <p:nvSpPr>
          <p:cNvPr id="4" name="Slide Number Placeholder 3">
            <a:extLst>
              <a:ext uri="{FF2B5EF4-FFF2-40B4-BE49-F238E27FC236}">
                <a16:creationId xmlns:a16="http://schemas.microsoft.com/office/drawing/2014/main" id="{80E4817F-40BE-85AB-A543-701D01A2C33D}"/>
              </a:ext>
            </a:extLst>
          </p:cNvPr>
          <p:cNvSpPr>
            <a:spLocks noGrp="1"/>
          </p:cNvSpPr>
          <p:nvPr>
            <p:ph type="sldNum" sz="quarter" idx="12"/>
          </p:nvPr>
        </p:nvSpPr>
        <p:spPr/>
        <p:txBody>
          <a:bodyPr/>
          <a:lstStyle/>
          <a:p>
            <a:fld id="{71C6F290-D301-4864-9490-340EF11588D9}" type="slidenum">
              <a:rPr lang="en-US" altLang="en-US" smtClean="0"/>
              <a:pPr/>
              <a:t>2</a:t>
            </a:fld>
            <a:endParaRPr lang="en-US" altLang="en-US" dirty="0"/>
          </a:p>
        </p:txBody>
      </p:sp>
    </p:spTree>
    <p:extLst>
      <p:ext uri="{BB962C8B-B14F-4D97-AF65-F5344CB8AC3E}">
        <p14:creationId xmlns:p14="http://schemas.microsoft.com/office/powerpoint/2010/main" val="319056604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1E03957-8706-8D0F-E70B-0B5BA444B4FB}"/>
              </a:ext>
            </a:extLst>
          </p:cNvPr>
          <p:cNvSpPr>
            <a:spLocks noGrp="1"/>
          </p:cNvSpPr>
          <p:nvPr>
            <p:ph type="title"/>
          </p:nvPr>
        </p:nvSpPr>
        <p:spPr>
          <a:xfrm>
            <a:off x="228600" y="228600"/>
            <a:ext cx="7696200" cy="609600"/>
          </a:xfrm>
        </p:spPr>
        <p:txBody>
          <a:bodyPr/>
          <a:lstStyle/>
          <a:p>
            <a:r>
              <a:rPr lang="en-US" dirty="0"/>
              <a:t>Game </a:t>
            </a:r>
            <a:r>
              <a:rPr lang="en-US" dirty="0" err="1"/>
              <a:t>Palying</a:t>
            </a:r>
            <a:endParaRPr lang="en-US" dirty="0"/>
          </a:p>
        </p:txBody>
      </p:sp>
      <p:sp>
        <p:nvSpPr>
          <p:cNvPr id="3" name="Content Placeholder 2">
            <a:extLst>
              <a:ext uri="{FF2B5EF4-FFF2-40B4-BE49-F238E27FC236}">
                <a16:creationId xmlns:a16="http://schemas.microsoft.com/office/drawing/2014/main" id="{159A7DE8-FC6C-D7FA-F57C-21EA89E3093D}"/>
              </a:ext>
            </a:extLst>
          </p:cNvPr>
          <p:cNvSpPr>
            <a:spLocks noGrp="1"/>
          </p:cNvSpPr>
          <p:nvPr>
            <p:ph idx="1"/>
          </p:nvPr>
        </p:nvSpPr>
        <p:spPr>
          <a:xfrm>
            <a:off x="304800" y="990600"/>
            <a:ext cx="8686800" cy="5173663"/>
          </a:xfrm>
        </p:spPr>
        <p:txBody>
          <a:bodyPr/>
          <a:lstStyle/>
          <a:p>
            <a:r>
              <a:rPr lang="en-US" dirty="0"/>
              <a:t>One of well-known algorithms in game playing is </a:t>
            </a:r>
            <a:r>
              <a:rPr lang="en-US" b="1" dirty="0"/>
              <a:t>Minimax Algorithm</a:t>
            </a:r>
            <a:r>
              <a:rPr lang="en-US" dirty="0"/>
              <a:t>. We mean by game playing is the games that are played by two players (the computer and the user). Games that can be played with the computer only is done by A* algorithm. </a:t>
            </a:r>
          </a:p>
          <a:p>
            <a:r>
              <a:rPr lang="en-US" dirty="0"/>
              <a:t> </a:t>
            </a:r>
          </a:p>
          <a:p>
            <a:endParaRPr lang="en-US" dirty="0"/>
          </a:p>
        </p:txBody>
      </p:sp>
      <p:sp>
        <p:nvSpPr>
          <p:cNvPr id="4" name="Slide Number Placeholder 3">
            <a:extLst>
              <a:ext uri="{FF2B5EF4-FFF2-40B4-BE49-F238E27FC236}">
                <a16:creationId xmlns:a16="http://schemas.microsoft.com/office/drawing/2014/main" id="{A04675F8-7005-229E-6B59-02753A1FCA3F}"/>
              </a:ext>
            </a:extLst>
          </p:cNvPr>
          <p:cNvSpPr>
            <a:spLocks noGrp="1"/>
          </p:cNvSpPr>
          <p:nvPr>
            <p:ph type="sldNum" sz="quarter" idx="12"/>
          </p:nvPr>
        </p:nvSpPr>
        <p:spPr/>
        <p:txBody>
          <a:bodyPr/>
          <a:lstStyle/>
          <a:p>
            <a:fld id="{71C6F290-D301-4864-9490-340EF11588D9}" type="slidenum">
              <a:rPr lang="en-US" altLang="en-US" smtClean="0"/>
              <a:pPr/>
              <a:t>3</a:t>
            </a:fld>
            <a:endParaRPr lang="en-US" altLang="en-US" dirty="0"/>
          </a:p>
        </p:txBody>
      </p:sp>
    </p:spTree>
    <p:extLst>
      <p:ext uri="{BB962C8B-B14F-4D97-AF65-F5344CB8AC3E}">
        <p14:creationId xmlns:p14="http://schemas.microsoft.com/office/powerpoint/2010/main" val="20534662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C0F9EF6-A191-6CC7-ED7C-207EB307D36E}"/>
              </a:ext>
            </a:extLst>
          </p:cNvPr>
          <p:cNvSpPr>
            <a:spLocks noGrp="1"/>
          </p:cNvSpPr>
          <p:nvPr>
            <p:ph type="title"/>
          </p:nvPr>
        </p:nvSpPr>
        <p:spPr/>
        <p:txBody>
          <a:bodyPr/>
          <a:lstStyle/>
          <a:p>
            <a:r>
              <a:rPr lang="en-US" i="1" dirty="0"/>
              <a:t>Minimax Algorithm </a:t>
            </a:r>
            <a:br>
              <a:rPr lang="en-US" dirty="0"/>
            </a:br>
            <a:endParaRPr lang="en-US" dirty="0"/>
          </a:p>
        </p:txBody>
      </p:sp>
      <p:sp>
        <p:nvSpPr>
          <p:cNvPr id="3" name="Content Placeholder 2">
            <a:extLst>
              <a:ext uri="{FF2B5EF4-FFF2-40B4-BE49-F238E27FC236}">
                <a16:creationId xmlns:a16="http://schemas.microsoft.com/office/drawing/2014/main" id="{9303976B-83D4-6382-179E-ECAAB70B6EE6}"/>
              </a:ext>
            </a:extLst>
          </p:cNvPr>
          <p:cNvSpPr>
            <a:spLocks noGrp="1"/>
          </p:cNvSpPr>
          <p:nvPr>
            <p:ph idx="1"/>
          </p:nvPr>
        </p:nvSpPr>
        <p:spPr>
          <a:xfrm>
            <a:off x="228600" y="1536441"/>
            <a:ext cx="8229600" cy="4711959"/>
          </a:xfrm>
        </p:spPr>
        <p:txBody>
          <a:bodyPr>
            <a:normAutofit fontScale="85000" lnSpcReduction="10000"/>
          </a:bodyPr>
          <a:lstStyle/>
          <a:p>
            <a:r>
              <a:rPr lang="en-US" dirty="0"/>
              <a:t> </a:t>
            </a:r>
          </a:p>
          <a:p>
            <a:r>
              <a:rPr lang="en-US" dirty="0"/>
              <a:t>It is a depth search with look a head. In general, and in any game, the more we can look a head, the more is our opportunity to win. In this algorithm we need</a:t>
            </a:r>
          </a:p>
          <a:p>
            <a:r>
              <a:rPr lang="en-US" dirty="0"/>
              <a:t> </a:t>
            </a:r>
          </a:p>
          <a:p>
            <a:r>
              <a:rPr lang="en-US" dirty="0"/>
              <a:t>1.  Node Generator                  2. Evaluation Function</a:t>
            </a:r>
          </a:p>
          <a:p>
            <a:r>
              <a:rPr lang="en-US" dirty="0"/>
              <a:t> </a:t>
            </a:r>
          </a:p>
          <a:p>
            <a:r>
              <a:rPr lang="en-US" dirty="0"/>
              <a:t>Node Generator is to explore the nodes that might immerge base on the current node. This works for both the players. </a:t>
            </a:r>
          </a:p>
          <a:p>
            <a:r>
              <a:rPr lang="en-US" dirty="0"/>
              <a:t> </a:t>
            </a:r>
          </a:p>
          <a:p>
            <a:r>
              <a:rPr lang="en-US" dirty="0"/>
              <a:t>Evaluation function is a function that can evaluate the current state of the node.</a:t>
            </a:r>
          </a:p>
          <a:p>
            <a:endParaRPr lang="en-US" dirty="0"/>
          </a:p>
        </p:txBody>
      </p:sp>
      <p:sp>
        <p:nvSpPr>
          <p:cNvPr id="4" name="Slide Number Placeholder 3">
            <a:extLst>
              <a:ext uri="{FF2B5EF4-FFF2-40B4-BE49-F238E27FC236}">
                <a16:creationId xmlns:a16="http://schemas.microsoft.com/office/drawing/2014/main" id="{CF9040B4-2C6E-0D5A-4F98-B4E625B77BBD}"/>
              </a:ext>
            </a:extLst>
          </p:cNvPr>
          <p:cNvSpPr>
            <a:spLocks noGrp="1"/>
          </p:cNvSpPr>
          <p:nvPr>
            <p:ph type="sldNum" sz="quarter" idx="12"/>
          </p:nvPr>
        </p:nvSpPr>
        <p:spPr/>
        <p:txBody>
          <a:bodyPr/>
          <a:lstStyle/>
          <a:p>
            <a:fld id="{71C6F290-D301-4864-9490-340EF11588D9}" type="slidenum">
              <a:rPr lang="en-US" altLang="en-US" smtClean="0"/>
              <a:pPr/>
              <a:t>4</a:t>
            </a:fld>
            <a:endParaRPr lang="en-US" altLang="en-US" dirty="0"/>
          </a:p>
        </p:txBody>
      </p:sp>
    </p:spTree>
    <p:extLst>
      <p:ext uri="{BB962C8B-B14F-4D97-AF65-F5344CB8AC3E}">
        <p14:creationId xmlns:p14="http://schemas.microsoft.com/office/powerpoint/2010/main" val="309181337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70A58E6-BA41-760E-3545-5D9BBE65CAE5}"/>
              </a:ext>
            </a:extLst>
          </p:cNvPr>
          <p:cNvSpPr>
            <a:spLocks noGrp="1"/>
          </p:cNvSpPr>
          <p:nvPr>
            <p:ph type="title"/>
          </p:nvPr>
        </p:nvSpPr>
        <p:spPr/>
        <p:txBody>
          <a:bodyPr/>
          <a:lstStyle/>
          <a:p>
            <a:r>
              <a:rPr lang="en-US" i="1" dirty="0"/>
              <a:t>Minimax Algorithm </a:t>
            </a:r>
            <a:br>
              <a:rPr lang="en-US" dirty="0"/>
            </a:br>
            <a:endParaRPr lang="en-US" dirty="0"/>
          </a:p>
        </p:txBody>
      </p:sp>
      <p:sp>
        <p:nvSpPr>
          <p:cNvPr id="3" name="Content Placeholder 2">
            <a:extLst>
              <a:ext uri="{FF2B5EF4-FFF2-40B4-BE49-F238E27FC236}">
                <a16:creationId xmlns:a16="http://schemas.microsoft.com/office/drawing/2014/main" id="{A5C1EC80-CBF3-6D59-C484-1A7755796559}"/>
              </a:ext>
            </a:extLst>
          </p:cNvPr>
          <p:cNvSpPr>
            <a:spLocks noGrp="1"/>
          </p:cNvSpPr>
          <p:nvPr>
            <p:ph idx="1"/>
          </p:nvPr>
        </p:nvSpPr>
        <p:spPr>
          <a:xfrm>
            <a:off x="228600" y="1711470"/>
            <a:ext cx="8305800" cy="4411663"/>
          </a:xfrm>
        </p:spPr>
        <p:txBody>
          <a:bodyPr>
            <a:normAutofit fontScale="85000" lnSpcReduction="20000"/>
          </a:bodyPr>
          <a:lstStyle/>
          <a:p>
            <a:r>
              <a:rPr lang="en-US" dirty="0"/>
              <a:t>The MAX represents the player trying to win, or to maximize his/her advantages. </a:t>
            </a:r>
          </a:p>
          <a:p>
            <a:endParaRPr lang="en-US" dirty="0"/>
          </a:p>
          <a:p>
            <a:r>
              <a:rPr lang="en-US" dirty="0"/>
              <a:t>MIN is the opponent who attempts to minimize MAX's score. We assume that MIN uses the same information and always attempts to move to a state that is worst for MAX. </a:t>
            </a:r>
          </a:p>
          <a:p>
            <a:endParaRPr lang="en-US" dirty="0"/>
          </a:p>
          <a:p>
            <a:r>
              <a:rPr lang="en-US" dirty="0"/>
              <a:t>What is Computer (Max or Min): If the parent state is MAX node, give it the maximum value among its children. If the parent is a MIN node, give it the minimum value of its children.</a:t>
            </a:r>
          </a:p>
          <a:p>
            <a:endParaRPr lang="en-US" dirty="0"/>
          </a:p>
          <a:p>
            <a:pPr algn="just"/>
            <a:r>
              <a:rPr lang="en-US" b="1" dirty="0">
                <a:solidFill>
                  <a:srgbClr val="0070C0"/>
                </a:solidFill>
              </a:rPr>
              <a:t>The method universally used (checkers, chess, go, </a:t>
            </a:r>
            <a:r>
              <a:rPr lang="en-US" b="1" dirty="0" err="1">
                <a:solidFill>
                  <a:srgbClr val="0070C0"/>
                </a:solidFill>
              </a:rPr>
              <a:t>othello</a:t>
            </a:r>
            <a:r>
              <a:rPr lang="en-US" b="1" dirty="0">
                <a:solidFill>
                  <a:srgbClr val="0070C0"/>
                </a:solidFill>
              </a:rPr>
              <a:t>...)  is  called  Minimax. </a:t>
            </a:r>
          </a:p>
          <a:p>
            <a:endParaRPr lang="en-US" dirty="0"/>
          </a:p>
          <a:p>
            <a:endParaRPr lang="en-US" dirty="0"/>
          </a:p>
          <a:p>
            <a:endParaRPr lang="en-US" dirty="0"/>
          </a:p>
        </p:txBody>
      </p:sp>
      <p:sp>
        <p:nvSpPr>
          <p:cNvPr id="4" name="Slide Number Placeholder 3">
            <a:extLst>
              <a:ext uri="{FF2B5EF4-FFF2-40B4-BE49-F238E27FC236}">
                <a16:creationId xmlns:a16="http://schemas.microsoft.com/office/drawing/2014/main" id="{643EBB07-A098-6F42-1A9F-B788B3A443C7}"/>
              </a:ext>
            </a:extLst>
          </p:cNvPr>
          <p:cNvSpPr>
            <a:spLocks noGrp="1"/>
          </p:cNvSpPr>
          <p:nvPr>
            <p:ph type="sldNum" sz="quarter" idx="12"/>
          </p:nvPr>
        </p:nvSpPr>
        <p:spPr/>
        <p:txBody>
          <a:bodyPr/>
          <a:lstStyle/>
          <a:p>
            <a:fld id="{71C6F290-D301-4864-9490-340EF11588D9}" type="slidenum">
              <a:rPr lang="en-US" altLang="en-US" smtClean="0"/>
              <a:pPr/>
              <a:t>5</a:t>
            </a:fld>
            <a:endParaRPr lang="en-US" altLang="en-US" dirty="0"/>
          </a:p>
        </p:txBody>
      </p:sp>
    </p:spTree>
    <p:extLst>
      <p:ext uri="{BB962C8B-B14F-4D97-AF65-F5344CB8AC3E}">
        <p14:creationId xmlns:p14="http://schemas.microsoft.com/office/powerpoint/2010/main" val="170271887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2DA4C5-C0C1-CDFD-A42F-C2DF19DD73F9}"/>
              </a:ext>
            </a:extLst>
          </p:cNvPr>
          <p:cNvSpPr>
            <a:spLocks noGrp="1"/>
          </p:cNvSpPr>
          <p:nvPr>
            <p:ph type="title"/>
          </p:nvPr>
        </p:nvSpPr>
        <p:spPr>
          <a:xfrm>
            <a:off x="228600" y="228600"/>
            <a:ext cx="7696200" cy="609600"/>
          </a:xfrm>
        </p:spPr>
        <p:txBody>
          <a:bodyPr/>
          <a:lstStyle/>
          <a:p>
            <a:r>
              <a:rPr lang="en-US" dirty="0"/>
              <a:t>Minimax Algorithm</a:t>
            </a:r>
          </a:p>
        </p:txBody>
      </p:sp>
      <p:pic>
        <p:nvPicPr>
          <p:cNvPr id="5" name="Content Placeholder 4">
            <a:extLst>
              <a:ext uri="{FF2B5EF4-FFF2-40B4-BE49-F238E27FC236}">
                <a16:creationId xmlns:a16="http://schemas.microsoft.com/office/drawing/2014/main" id="{721E88DC-8E03-16E7-A8DB-F88798914493}"/>
              </a:ext>
            </a:extLst>
          </p:cNvPr>
          <p:cNvPicPr>
            <a:picLocks noGrp="1" noChangeAspect="1"/>
          </p:cNvPicPr>
          <p:nvPr>
            <p:ph idx="1"/>
          </p:nvPr>
        </p:nvPicPr>
        <p:blipFill>
          <a:blip r:embed="rId2"/>
          <a:stretch>
            <a:fillRect/>
          </a:stretch>
        </p:blipFill>
        <p:spPr>
          <a:xfrm>
            <a:off x="304800" y="1371440"/>
            <a:ext cx="7620000" cy="4724559"/>
          </a:xfrm>
          <a:prstGeom prst="rect">
            <a:avLst/>
          </a:prstGeom>
        </p:spPr>
      </p:pic>
      <p:sp>
        <p:nvSpPr>
          <p:cNvPr id="4" name="Slide Number Placeholder 3">
            <a:extLst>
              <a:ext uri="{FF2B5EF4-FFF2-40B4-BE49-F238E27FC236}">
                <a16:creationId xmlns:a16="http://schemas.microsoft.com/office/drawing/2014/main" id="{A3736C57-08C9-42BE-5F27-AC383DF3D2CA}"/>
              </a:ext>
            </a:extLst>
          </p:cNvPr>
          <p:cNvSpPr>
            <a:spLocks noGrp="1"/>
          </p:cNvSpPr>
          <p:nvPr>
            <p:ph type="sldNum" sz="quarter" idx="12"/>
          </p:nvPr>
        </p:nvSpPr>
        <p:spPr/>
        <p:txBody>
          <a:bodyPr/>
          <a:lstStyle/>
          <a:p>
            <a:fld id="{71C6F290-D301-4864-9490-340EF11588D9}" type="slidenum">
              <a:rPr lang="en-US" altLang="en-US" smtClean="0"/>
              <a:pPr/>
              <a:t>6</a:t>
            </a:fld>
            <a:endParaRPr lang="en-US" altLang="en-US" dirty="0"/>
          </a:p>
        </p:txBody>
      </p:sp>
    </p:spTree>
    <p:extLst>
      <p:ext uri="{BB962C8B-B14F-4D97-AF65-F5344CB8AC3E}">
        <p14:creationId xmlns:p14="http://schemas.microsoft.com/office/powerpoint/2010/main" val="223826658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D414FA7-D46A-4DC9-BBA3-20CB4C1BCC78}"/>
              </a:ext>
            </a:extLst>
          </p:cNvPr>
          <p:cNvSpPr>
            <a:spLocks noGrp="1"/>
          </p:cNvSpPr>
          <p:nvPr>
            <p:ph type="title"/>
          </p:nvPr>
        </p:nvSpPr>
        <p:spPr/>
        <p:txBody>
          <a:bodyPr/>
          <a:lstStyle/>
          <a:p>
            <a:r>
              <a:rPr lang="en-US" dirty="0"/>
              <a:t>Minimax algorithm</a:t>
            </a:r>
          </a:p>
        </p:txBody>
      </p:sp>
      <p:sp>
        <p:nvSpPr>
          <p:cNvPr id="4" name="Slide Number Placeholder 3">
            <a:extLst>
              <a:ext uri="{FF2B5EF4-FFF2-40B4-BE49-F238E27FC236}">
                <a16:creationId xmlns:a16="http://schemas.microsoft.com/office/drawing/2014/main" id="{65BA4EB6-6FEE-8431-A1E5-189B9F31893E}"/>
              </a:ext>
            </a:extLst>
          </p:cNvPr>
          <p:cNvSpPr>
            <a:spLocks noGrp="1"/>
          </p:cNvSpPr>
          <p:nvPr>
            <p:ph type="sldNum" sz="quarter" idx="12"/>
          </p:nvPr>
        </p:nvSpPr>
        <p:spPr/>
        <p:txBody>
          <a:bodyPr/>
          <a:lstStyle/>
          <a:p>
            <a:fld id="{71C6F290-D301-4864-9490-340EF11588D9}" type="slidenum">
              <a:rPr lang="en-US" altLang="en-US" smtClean="0"/>
              <a:pPr/>
              <a:t>7</a:t>
            </a:fld>
            <a:endParaRPr lang="en-US" altLang="en-US" dirty="0"/>
          </a:p>
        </p:txBody>
      </p:sp>
      <p:pic>
        <p:nvPicPr>
          <p:cNvPr id="5" name="Picture 4">
            <a:extLst>
              <a:ext uri="{FF2B5EF4-FFF2-40B4-BE49-F238E27FC236}">
                <a16:creationId xmlns:a16="http://schemas.microsoft.com/office/drawing/2014/main" id="{90C04B8B-D498-F4D6-A5C5-30023467F29C}"/>
              </a:ext>
            </a:extLst>
          </p:cNvPr>
          <p:cNvPicPr>
            <a:picLocks noChangeAspect="1"/>
          </p:cNvPicPr>
          <p:nvPr/>
        </p:nvPicPr>
        <p:blipFill>
          <a:blip r:embed="rId2"/>
          <a:stretch>
            <a:fillRect/>
          </a:stretch>
        </p:blipFill>
        <p:spPr>
          <a:xfrm>
            <a:off x="609600" y="1981200"/>
            <a:ext cx="7696200" cy="3657600"/>
          </a:xfrm>
          <a:prstGeom prst="rect">
            <a:avLst/>
          </a:prstGeom>
        </p:spPr>
      </p:pic>
    </p:spTree>
    <p:extLst>
      <p:ext uri="{BB962C8B-B14F-4D97-AF65-F5344CB8AC3E}">
        <p14:creationId xmlns:p14="http://schemas.microsoft.com/office/powerpoint/2010/main" val="428454361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C8FCDAF-79B1-C56B-1827-7582D61D9C95}"/>
              </a:ext>
            </a:extLst>
          </p:cNvPr>
          <p:cNvSpPr>
            <a:spLocks noGrp="1"/>
          </p:cNvSpPr>
          <p:nvPr>
            <p:ph type="title"/>
          </p:nvPr>
        </p:nvSpPr>
        <p:spPr>
          <a:xfrm>
            <a:off x="228600" y="228600"/>
            <a:ext cx="7696200" cy="609600"/>
          </a:xfrm>
        </p:spPr>
        <p:txBody>
          <a:bodyPr/>
          <a:lstStyle/>
          <a:p>
            <a:r>
              <a:rPr lang="en-US" dirty="0"/>
              <a:t>Minimax algorithm</a:t>
            </a:r>
          </a:p>
        </p:txBody>
      </p:sp>
      <p:pic>
        <p:nvPicPr>
          <p:cNvPr id="5" name="Content Placeholder 4">
            <a:extLst>
              <a:ext uri="{FF2B5EF4-FFF2-40B4-BE49-F238E27FC236}">
                <a16:creationId xmlns:a16="http://schemas.microsoft.com/office/drawing/2014/main" id="{F5CF10C4-5D3A-117B-7485-A6061D795CDC}"/>
              </a:ext>
            </a:extLst>
          </p:cNvPr>
          <p:cNvPicPr>
            <a:picLocks noGrp="1" noChangeAspect="1"/>
          </p:cNvPicPr>
          <p:nvPr>
            <p:ph idx="1"/>
          </p:nvPr>
        </p:nvPicPr>
        <p:blipFill>
          <a:blip r:embed="rId2"/>
          <a:stretch>
            <a:fillRect/>
          </a:stretch>
        </p:blipFill>
        <p:spPr>
          <a:xfrm>
            <a:off x="533400" y="1143000"/>
            <a:ext cx="7696200" cy="3657600"/>
          </a:xfrm>
          <a:prstGeom prst="rect">
            <a:avLst/>
          </a:prstGeom>
        </p:spPr>
      </p:pic>
      <p:sp>
        <p:nvSpPr>
          <p:cNvPr id="4" name="Slide Number Placeholder 3">
            <a:extLst>
              <a:ext uri="{FF2B5EF4-FFF2-40B4-BE49-F238E27FC236}">
                <a16:creationId xmlns:a16="http://schemas.microsoft.com/office/drawing/2014/main" id="{2A63F3AC-54A4-43F9-DE93-D291148A4A1A}"/>
              </a:ext>
            </a:extLst>
          </p:cNvPr>
          <p:cNvSpPr>
            <a:spLocks noGrp="1"/>
          </p:cNvSpPr>
          <p:nvPr>
            <p:ph type="sldNum" sz="quarter" idx="12"/>
          </p:nvPr>
        </p:nvSpPr>
        <p:spPr/>
        <p:txBody>
          <a:bodyPr/>
          <a:lstStyle/>
          <a:p>
            <a:fld id="{71C6F290-D301-4864-9490-340EF11588D9}" type="slidenum">
              <a:rPr lang="en-US" altLang="en-US" smtClean="0"/>
              <a:pPr/>
              <a:t>8</a:t>
            </a:fld>
            <a:endParaRPr lang="en-US" altLang="en-US" dirty="0"/>
          </a:p>
        </p:txBody>
      </p:sp>
    </p:spTree>
    <p:extLst>
      <p:ext uri="{BB962C8B-B14F-4D97-AF65-F5344CB8AC3E}">
        <p14:creationId xmlns:p14="http://schemas.microsoft.com/office/powerpoint/2010/main" val="267461556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B40632-5DA7-C9CB-EB4F-9277C23366C0}"/>
              </a:ext>
            </a:extLst>
          </p:cNvPr>
          <p:cNvSpPr>
            <a:spLocks noGrp="1"/>
          </p:cNvSpPr>
          <p:nvPr>
            <p:ph type="title"/>
          </p:nvPr>
        </p:nvSpPr>
        <p:spPr>
          <a:xfrm>
            <a:off x="228600" y="228600"/>
            <a:ext cx="7696200" cy="762000"/>
          </a:xfrm>
        </p:spPr>
        <p:txBody>
          <a:bodyPr/>
          <a:lstStyle/>
          <a:p>
            <a:r>
              <a:rPr lang="en-US" dirty="0"/>
              <a:t>Minimax algorithm</a:t>
            </a:r>
          </a:p>
        </p:txBody>
      </p:sp>
      <p:pic>
        <p:nvPicPr>
          <p:cNvPr id="5" name="Content Placeholder 4">
            <a:extLst>
              <a:ext uri="{FF2B5EF4-FFF2-40B4-BE49-F238E27FC236}">
                <a16:creationId xmlns:a16="http://schemas.microsoft.com/office/drawing/2014/main" id="{5BF426E3-A556-FFA0-7E7A-2A802A1B6A1D}"/>
              </a:ext>
            </a:extLst>
          </p:cNvPr>
          <p:cNvPicPr>
            <a:picLocks noGrp="1" noChangeAspect="1"/>
          </p:cNvPicPr>
          <p:nvPr>
            <p:ph idx="1"/>
          </p:nvPr>
        </p:nvPicPr>
        <p:blipFill>
          <a:blip r:embed="rId2"/>
          <a:stretch>
            <a:fillRect/>
          </a:stretch>
        </p:blipFill>
        <p:spPr>
          <a:xfrm>
            <a:off x="609600" y="1524000"/>
            <a:ext cx="6857999" cy="3731250"/>
          </a:xfrm>
          <a:prstGeom prst="rect">
            <a:avLst/>
          </a:prstGeom>
        </p:spPr>
      </p:pic>
      <p:sp>
        <p:nvSpPr>
          <p:cNvPr id="4" name="Slide Number Placeholder 3">
            <a:extLst>
              <a:ext uri="{FF2B5EF4-FFF2-40B4-BE49-F238E27FC236}">
                <a16:creationId xmlns:a16="http://schemas.microsoft.com/office/drawing/2014/main" id="{74DF8262-1611-BDF6-AC20-36691A64746D}"/>
              </a:ext>
            </a:extLst>
          </p:cNvPr>
          <p:cNvSpPr>
            <a:spLocks noGrp="1"/>
          </p:cNvSpPr>
          <p:nvPr>
            <p:ph type="sldNum" sz="quarter" idx="12"/>
          </p:nvPr>
        </p:nvSpPr>
        <p:spPr/>
        <p:txBody>
          <a:bodyPr/>
          <a:lstStyle/>
          <a:p>
            <a:fld id="{71C6F290-D301-4864-9490-340EF11588D9}" type="slidenum">
              <a:rPr lang="en-US" altLang="en-US" smtClean="0"/>
              <a:pPr/>
              <a:t>9</a:t>
            </a:fld>
            <a:endParaRPr lang="en-US" altLang="en-US" dirty="0"/>
          </a:p>
        </p:txBody>
      </p:sp>
    </p:spTree>
    <p:extLst>
      <p:ext uri="{BB962C8B-B14F-4D97-AF65-F5344CB8AC3E}">
        <p14:creationId xmlns:p14="http://schemas.microsoft.com/office/powerpoint/2010/main" val="228850508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99E568C-2AA9-26A7-DC26-039E6D772AC5}"/>
              </a:ext>
            </a:extLst>
          </p:cNvPr>
          <p:cNvSpPr>
            <a:spLocks noGrp="1"/>
          </p:cNvSpPr>
          <p:nvPr>
            <p:ph type="title"/>
          </p:nvPr>
        </p:nvSpPr>
        <p:spPr>
          <a:xfrm>
            <a:off x="228600" y="228600"/>
            <a:ext cx="7696200" cy="685800"/>
          </a:xfrm>
        </p:spPr>
        <p:txBody>
          <a:bodyPr/>
          <a:lstStyle/>
          <a:p>
            <a:r>
              <a:rPr lang="en-US" dirty="0"/>
              <a:t>Minimax algorithm</a:t>
            </a:r>
          </a:p>
        </p:txBody>
      </p:sp>
      <p:pic>
        <p:nvPicPr>
          <p:cNvPr id="53" name="Content Placeholder 52">
            <a:extLst>
              <a:ext uri="{FF2B5EF4-FFF2-40B4-BE49-F238E27FC236}">
                <a16:creationId xmlns:a16="http://schemas.microsoft.com/office/drawing/2014/main" id="{2D1663D5-21F9-AC34-9542-81694B20514D}"/>
              </a:ext>
            </a:extLst>
          </p:cNvPr>
          <p:cNvPicPr>
            <a:picLocks noGrp="1" noChangeAspect="1"/>
          </p:cNvPicPr>
          <p:nvPr>
            <p:ph idx="1"/>
          </p:nvPr>
        </p:nvPicPr>
        <p:blipFill>
          <a:blip r:embed="rId2"/>
          <a:stretch>
            <a:fillRect/>
          </a:stretch>
        </p:blipFill>
        <p:spPr>
          <a:xfrm>
            <a:off x="838200" y="2133600"/>
            <a:ext cx="6919892" cy="3523329"/>
          </a:xfrm>
          <a:prstGeom prst="rect">
            <a:avLst/>
          </a:prstGeom>
        </p:spPr>
      </p:pic>
      <p:sp>
        <p:nvSpPr>
          <p:cNvPr id="4" name="Slide Number Placeholder 3">
            <a:extLst>
              <a:ext uri="{FF2B5EF4-FFF2-40B4-BE49-F238E27FC236}">
                <a16:creationId xmlns:a16="http://schemas.microsoft.com/office/drawing/2014/main" id="{A0E506D1-05B3-E861-7CAB-524E250D6050}"/>
              </a:ext>
            </a:extLst>
          </p:cNvPr>
          <p:cNvSpPr>
            <a:spLocks noGrp="1"/>
          </p:cNvSpPr>
          <p:nvPr>
            <p:ph type="sldNum" sz="quarter" idx="12"/>
          </p:nvPr>
        </p:nvSpPr>
        <p:spPr/>
        <p:txBody>
          <a:bodyPr/>
          <a:lstStyle/>
          <a:p>
            <a:fld id="{71C6F290-D301-4864-9490-340EF11588D9}" type="slidenum">
              <a:rPr lang="en-US" altLang="en-US" smtClean="0"/>
              <a:pPr/>
              <a:t>10</a:t>
            </a:fld>
            <a:endParaRPr lang="en-US" altLang="en-US" dirty="0"/>
          </a:p>
        </p:txBody>
      </p:sp>
    </p:spTree>
    <p:extLst>
      <p:ext uri="{BB962C8B-B14F-4D97-AF65-F5344CB8AC3E}">
        <p14:creationId xmlns:p14="http://schemas.microsoft.com/office/powerpoint/2010/main" val="308944621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A19EE0B-A4B5-7179-6BDE-0DCAE574A73B}"/>
              </a:ext>
            </a:extLst>
          </p:cNvPr>
          <p:cNvSpPr>
            <a:spLocks noGrp="1"/>
          </p:cNvSpPr>
          <p:nvPr>
            <p:ph type="title"/>
          </p:nvPr>
        </p:nvSpPr>
        <p:spPr>
          <a:xfrm>
            <a:off x="228600" y="228600"/>
            <a:ext cx="7696200" cy="609600"/>
          </a:xfrm>
        </p:spPr>
        <p:txBody>
          <a:bodyPr/>
          <a:lstStyle/>
          <a:p>
            <a:r>
              <a:rPr lang="en-US" dirty="0"/>
              <a:t>Minimax algorithm</a:t>
            </a:r>
          </a:p>
        </p:txBody>
      </p:sp>
      <p:pic>
        <p:nvPicPr>
          <p:cNvPr id="5" name="Content Placeholder 4">
            <a:extLst>
              <a:ext uri="{FF2B5EF4-FFF2-40B4-BE49-F238E27FC236}">
                <a16:creationId xmlns:a16="http://schemas.microsoft.com/office/drawing/2014/main" id="{94B1B0CD-33CC-5AFC-672B-2D31D62182BC}"/>
              </a:ext>
            </a:extLst>
          </p:cNvPr>
          <p:cNvPicPr>
            <a:picLocks noGrp="1" noChangeAspect="1"/>
          </p:cNvPicPr>
          <p:nvPr>
            <p:ph idx="1"/>
          </p:nvPr>
        </p:nvPicPr>
        <p:blipFill>
          <a:blip r:embed="rId2"/>
          <a:stretch>
            <a:fillRect/>
          </a:stretch>
        </p:blipFill>
        <p:spPr>
          <a:xfrm>
            <a:off x="1828800" y="1104122"/>
            <a:ext cx="5280660" cy="2209800"/>
          </a:xfrm>
          <a:prstGeom prst="rect">
            <a:avLst/>
          </a:prstGeom>
        </p:spPr>
      </p:pic>
      <p:sp>
        <p:nvSpPr>
          <p:cNvPr id="4" name="Slide Number Placeholder 3">
            <a:extLst>
              <a:ext uri="{FF2B5EF4-FFF2-40B4-BE49-F238E27FC236}">
                <a16:creationId xmlns:a16="http://schemas.microsoft.com/office/drawing/2014/main" id="{91BD3FD9-B45E-8F37-18D5-3FB36F6771FC}"/>
              </a:ext>
            </a:extLst>
          </p:cNvPr>
          <p:cNvSpPr>
            <a:spLocks noGrp="1"/>
          </p:cNvSpPr>
          <p:nvPr>
            <p:ph type="sldNum" sz="quarter" idx="12"/>
          </p:nvPr>
        </p:nvSpPr>
        <p:spPr/>
        <p:txBody>
          <a:bodyPr/>
          <a:lstStyle/>
          <a:p>
            <a:fld id="{71C6F290-D301-4864-9490-340EF11588D9}" type="slidenum">
              <a:rPr lang="en-US" altLang="en-US" smtClean="0"/>
              <a:pPr/>
              <a:t>11</a:t>
            </a:fld>
            <a:endParaRPr lang="en-US" altLang="en-US" dirty="0"/>
          </a:p>
        </p:txBody>
      </p:sp>
      <p:pic>
        <p:nvPicPr>
          <p:cNvPr id="6" name="Picture 5">
            <a:extLst>
              <a:ext uri="{FF2B5EF4-FFF2-40B4-BE49-F238E27FC236}">
                <a16:creationId xmlns:a16="http://schemas.microsoft.com/office/drawing/2014/main" id="{383DFDB3-58DC-56E2-B681-4158A0C6C9EF}"/>
              </a:ext>
            </a:extLst>
          </p:cNvPr>
          <p:cNvPicPr>
            <a:picLocks noChangeAspect="1"/>
          </p:cNvPicPr>
          <p:nvPr/>
        </p:nvPicPr>
        <p:blipFill>
          <a:blip r:embed="rId3"/>
          <a:stretch>
            <a:fillRect/>
          </a:stretch>
        </p:blipFill>
        <p:spPr>
          <a:xfrm>
            <a:off x="1931670" y="3772678"/>
            <a:ext cx="5280660" cy="2590800"/>
          </a:xfrm>
          <a:prstGeom prst="rect">
            <a:avLst/>
          </a:prstGeom>
        </p:spPr>
      </p:pic>
    </p:spTree>
    <p:extLst>
      <p:ext uri="{BB962C8B-B14F-4D97-AF65-F5344CB8AC3E}">
        <p14:creationId xmlns:p14="http://schemas.microsoft.com/office/powerpoint/2010/main" val="428080409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AF3D4F5-E8BF-C85B-A7C9-C0A09087DA6A}"/>
              </a:ext>
            </a:extLst>
          </p:cNvPr>
          <p:cNvSpPr>
            <a:spLocks noGrp="1"/>
          </p:cNvSpPr>
          <p:nvPr>
            <p:ph type="title"/>
          </p:nvPr>
        </p:nvSpPr>
        <p:spPr>
          <a:xfrm>
            <a:off x="228600" y="228600"/>
            <a:ext cx="7696200" cy="838200"/>
          </a:xfrm>
        </p:spPr>
        <p:txBody>
          <a:bodyPr/>
          <a:lstStyle/>
          <a:p>
            <a:r>
              <a:rPr lang="en-US" dirty="0"/>
              <a:t>Minimax algorithm</a:t>
            </a:r>
          </a:p>
        </p:txBody>
      </p:sp>
      <p:pic>
        <p:nvPicPr>
          <p:cNvPr id="5" name="Content Placeholder 4">
            <a:extLst>
              <a:ext uri="{FF2B5EF4-FFF2-40B4-BE49-F238E27FC236}">
                <a16:creationId xmlns:a16="http://schemas.microsoft.com/office/drawing/2014/main" id="{C745B6FA-42AC-756D-3060-359ECD1803E8}"/>
              </a:ext>
            </a:extLst>
          </p:cNvPr>
          <p:cNvPicPr>
            <a:picLocks noGrp="1" noChangeAspect="1"/>
          </p:cNvPicPr>
          <p:nvPr>
            <p:ph idx="1"/>
          </p:nvPr>
        </p:nvPicPr>
        <p:blipFill>
          <a:blip r:embed="rId2"/>
          <a:stretch>
            <a:fillRect/>
          </a:stretch>
        </p:blipFill>
        <p:spPr>
          <a:xfrm>
            <a:off x="533400" y="1711325"/>
            <a:ext cx="7315199" cy="4537075"/>
          </a:xfrm>
          <a:prstGeom prst="rect">
            <a:avLst/>
          </a:prstGeom>
        </p:spPr>
      </p:pic>
      <p:sp>
        <p:nvSpPr>
          <p:cNvPr id="4" name="Slide Number Placeholder 3">
            <a:extLst>
              <a:ext uri="{FF2B5EF4-FFF2-40B4-BE49-F238E27FC236}">
                <a16:creationId xmlns:a16="http://schemas.microsoft.com/office/drawing/2014/main" id="{AB2FFB70-53EA-9408-6669-2E749DA5FC00}"/>
              </a:ext>
            </a:extLst>
          </p:cNvPr>
          <p:cNvSpPr>
            <a:spLocks noGrp="1"/>
          </p:cNvSpPr>
          <p:nvPr>
            <p:ph type="sldNum" sz="quarter" idx="12"/>
          </p:nvPr>
        </p:nvSpPr>
        <p:spPr/>
        <p:txBody>
          <a:bodyPr/>
          <a:lstStyle/>
          <a:p>
            <a:fld id="{71C6F290-D301-4864-9490-340EF11588D9}" type="slidenum">
              <a:rPr lang="en-US" altLang="en-US" smtClean="0"/>
              <a:pPr/>
              <a:t>12</a:t>
            </a:fld>
            <a:endParaRPr lang="en-US" altLang="en-US" dirty="0"/>
          </a:p>
        </p:txBody>
      </p:sp>
    </p:spTree>
    <p:extLst>
      <p:ext uri="{BB962C8B-B14F-4D97-AF65-F5344CB8AC3E}">
        <p14:creationId xmlns:p14="http://schemas.microsoft.com/office/powerpoint/2010/main" val="69009797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73813B3-3040-48FF-C372-2F272751686E}"/>
              </a:ext>
            </a:extLst>
          </p:cNvPr>
          <p:cNvSpPr>
            <a:spLocks noGrp="1"/>
          </p:cNvSpPr>
          <p:nvPr>
            <p:ph type="title"/>
          </p:nvPr>
        </p:nvSpPr>
        <p:spPr>
          <a:xfrm>
            <a:off x="228600" y="228600"/>
            <a:ext cx="7696200" cy="685800"/>
          </a:xfrm>
        </p:spPr>
        <p:txBody>
          <a:bodyPr/>
          <a:lstStyle/>
          <a:p>
            <a:r>
              <a:rPr lang="en-US" dirty="0"/>
              <a:t>Minimax algorithm</a:t>
            </a:r>
          </a:p>
        </p:txBody>
      </p:sp>
      <p:pic>
        <p:nvPicPr>
          <p:cNvPr id="5" name="Content Placeholder 4">
            <a:extLst>
              <a:ext uri="{FF2B5EF4-FFF2-40B4-BE49-F238E27FC236}">
                <a16:creationId xmlns:a16="http://schemas.microsoft.com/office/drawing/2014/main" id="{1EBEC3BD-BE84-192B-C744-36740513F1B5}"/>
              </a:ext>
            </a:extLst>
          </p:cNvPr>
          <p:cNvPicPr>
            <a:picLocks noGrp="1" noChangeAspect="1"/>
          </p:cNvPicPr>
          <p:nvPr>
            <p:ph idx="1"/>
          </p:nvPr>
        </p:nvPicPr>
        <p:blipFill>
          <a:blip r:embed="rId2"/>
          <a:stretch>
            <a:fillRect/>
          </a:stretch>
        </p:blipFill>
        <p:spPr>
          <a:xfrm>
            <a:off x="457200" y="1676401"/>
            <a:ext cx="7162800" cy="4724400"/>
          </a:xfrm>
          <a:prstGeom prst="rect">
            <a:avLst/>
          </a:prstGeom>
        </p:spPr>
      </p:pic>
      <p:sp>
        <p:nvSpPr>
          <p:cNvPr id="4" name="Slide Number Placeholder 3">
            <a:extLst>
              <a:ext uri="{FF2B5EF4-FFF2-40B4-BE49-F238E27FC236}">
                <a16:creationId xmlns:a16="http://schemas.microsoft.com/office/drawing/2014/main" id="{7F427395-4B25-D998-024E-E856A73F0C14}"/>
              </a:ext>
            </a:extLst>
          </p:cNvPr>
          <p:cNvSpPr>
            <a:spLocks noGrp="1"/>
          </p:cNvSpPr>
          <p:nvPr>
            <p:ph type="sldNum" sz="quarter" idx="12"/>
          </p:nvPr>
        </p:nvSpPr>
        <p:spPr/>
        <p:txBody>
          <a:bodyPr/>
          <a:lstStyle/>
          <a:p>
            <a:fld id="{71C6F290-D301-4864-9490-340EF11588D9}" type="slidenum">
              <a:rPr lang="en-US" altLang="en-US" smtClean="0"/>
              <a:pPr/>
              <a:t>13</a:t>
            </a:fld>
            <a:endParaRPr lang="en-US" altLang="en-US" dirty="0"/>
          </a:p>
        </p:txBody>
      </p:sp>
    </p:spTree>
    <p:extLst>
      <p:ext uri="{BB962C8B-B14F-4D97-AF65-F5344CB8AC3E}">
        <p14:creationId xmlns:p14="http://schemas.microsoft.com/office/powerpoint/2010/main" val="52067626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A6FAABA-1632-B457-BF1E-72A4E9E2749D}"/>
              </a:ext>
            </a:extLst>
          </p:cNvPr>
          <p:cNvSpPr>
            <a:spLocks noGrp="1"/>
          </p:cNvSpPr>
          <p:nvPr>
            <p:ph type="title"/>
          </p:nvPr>
        </p:nvSpPr>
        <p:spPr>
          <a:xfrm>
            <a:off x="228600" y="12441"/>
            <a:ext cx="7696200" cy="673359"/>
          </a:xfrm>
        </p:spPr>
        <p:txBody>
          <a:bodyPr/>
          <a:lstStyle/>
          <a:p>
            <a:r>
              <a:rPr lang="en-US" dirty="0"/>
              <a:t>Alpha Beta Cutoffs </a:t>
            </a:r>
          </a:p>
        </p:txBody>
      </p:sp>
      <p:sp>
        <p:nvSpPr>
          <p:cNvPr id="3" name="Content Placeholder 2">
            <a:extLst>
              <a:ext uri="{FF2B5EF4-FFF2-40B4-BE49-F238E27FC236}">
                <a16:creationId xmlns:a16="http://schemas.microsoft.com/office/drawing/2014/main" id="{78663671-8540-E69F-A4B7-D8D5B6BA667C}"/>
              </a:ext>
            </a:extLst>
          </p:cNvPr>
          <p:cNvSpPr>
            <a:spLocks noGrp="1"/>
          </p:cNvSpPr>
          <p:nvPr>
            <p:ph idx="1"/>
          </p:nvPr>
        </p:nvSpPr>
        <p:spPr>
          <a:xfrm>
            <a:off x="152400" y="1219200"/>
            <a:ext cx="8839200" cy="5097463"/>
          </a:xfrm>
        </p:spPr>
        <p:txBody>
          <a:bodyPr>
            <a:normAutofit fontScale="92500" lnSpcReduction="20000"/>
          </a:bodyPr>
          <a:lstStyle/>
          <a:p>
            <a:pPr algn="just"/>
            <a:r>
              <a:rPr lang="en-US" dirty="0"/>
              <a:t>The idea is simple rather than searching the entire space to the ply depth, alpha-beta search proceeds in a depth first fashion. Two values, called alpha and beta are created during the search.  The alpha value, associated with max nodes, can never decrease, and the beta value, associated with Min nodes, can never increase. The rules are :</a:t>
            </a:r>
          </a:p>
          <a:p>
            <a:pPr algn="just"/>
            <a:endParaRPr lang="en-US" dirty="0"/>
          </a:p>
          <a:p>
            <a:pPr algn="just"/>
            <a:r>
              <a:rPr lang="en-US" dirty="0"/>
              <a:t>1.	Search can be stopped below any Min node having a beta value less than or equal to the alpha value of any of its Max ancestors.</a:t>
            </a:r>
          </a:p>
          <a:p>
            <a:pPr algn="just"/>
            <a:endParaRPr lang="en-US" dirty="0"/>
          </a:p>
          <a:p>
            <a:pPr algn="just"/>
            <a:r>
              <a:rPr lang="en-US" dirty="0"/>
              <a:t>2.	Search can be stopped below any Max node having any alpha value greater than or equal to the beta value of any of its Min node ancestors.</a:t>
            </a:r>
          </a:p>
          <a:p>
            <a:endParaRPr lang="en-US" dirty="0"/>
          </a:p>
        </p:txBody>
      </p:sp>
      <p:sp>
        <p:nvSpPr>
          <p:cNvPr id="4" name="Slide Number Placeholder 3">
            <a:extLst>
              <a:ext uri="{FF2B5EF4-FFF2-40B4-BE49-F238E27FC236}">
                <a16:creationId xmlns:a16="http://schemas.microsoft.com/office/drawing/2014/main" id="{13931376-96B4-6643-6615-DC3737D33D50}"/>
              </a:ext>
            </a:extLst>
          </p:cNvPr>
          <p:cNvSpPr>
            <a:spLocks noGrp="1"/>
          </p:cNvSpPr>
          <p:nvPr>
            <p:ph type="sldNum" sz="quarter" idx="12"/>
          </p:nvPr>
        </p:nvSpPr>
        <p:spPr/>
        <p:txBody>
          <a:bodyPr/>
          <a:lstStyle/>
          <a:p>
            <a:fld id="{71C6F290-D301-4864-9490-340EF11588D9}" type="slidenum">
              <a:rPr lang="en-US" altLang="en-US" smtClean="0"/>
              <a:pPr/>
              <a:t>14</a:t>
            </a:fld>
            <a:endParaRPr lang="en-US" altLang="en-US" dirty="0"/>
          </a:p>
        </p:txBody>
      </p:sp>
    </p:spTree>
    <p:extLst>
      <p:ext uri="{BB962C8B-B14F-4D97-AF65-F5344CB8AC3E}">
        <p14:creationId xmlns:p14="http://schemas.microsoft.com/office/powerpoint/2010/main" val="89893794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97F5D5B-0CF1-6B48-23EF-F1077855C421}"/>
              </a:ext>
            </a:extLst>
          </p:cNvPr>
          <p:cNvSpPr>
            <a:spLocks noGrp="1"/>
          </p:cNvSpPr>
          <p:nvPr>
            <p:ph type="title"/>
          </p:nvPr>
        </p:nvSpPr>
        <p:spPr>
          <a:xfrm>
            <a:off x="228600" y="228600"/>
            <a:ext cx="7696200" cy="685800"/>
          </a:xfrm>
        </p:spPr>
        <p:txBody>
          <a:bodyPr/>
          <a:lstStyle/>
          <a:p>
            <a:r>
              <a:rPr lang="en-US" dirty="0"/>
              <a:t>Minimax with alpha-Beta cutoffs</a:t>
            </a:r>
          </a:p>
        </p:txBody>
      </p:sp>
      <p:pic>
        <p:nvPicPr>
          <p:cNvPr id="5" name="Content Placeholder 4">
            <a:extLst>
              <a:ext uri="{FF2B5EF4-FFF2-40B4-BE49-F238E27FC236}">
                <a16:creationId xmlns:a16="http://schemas.microsoft.com/office/drawing/2014/main" id="{8A4D5CC5-2636-CCDF-2E43-A6593CE89F4D}"/>
              </a:ext>
            </a:extLst>
          </p:cNvPr>
          <p:cNvPicPr>
            <a:picLocks noGrp="1" noChangeAspect="1"/>
          </p:cNvPicPr>
          <p:nvPr>
            <p:ph idx="1"/>
          </p:nvPr>
        </p:nvPicPr>
        <p:blipFill>
          <a:blip r:embed="rId2"/>
          <a:stretch>
            <a:fillRect/>
          </a:stretch>
        </p:blipFill>
        <p:spPr>
          <a:xfrm>
            <a:off x="457200" y="1066800"/>
            <a:ext cx="7543800" cy="4716367"/>
          </a:xfrm>
          <a:prstGeom prst="rect">
            <a:avLst/>
          </a:prstGeom>
        </p:spPr>
      </p:pic>
      <p:sp>
        <p:nvSpPr>
          <p:cNvPr id="4" name="Slide Number Placeholder 3">
            <a:extLst>
              <a:ext uri="{FF2B5EF4-FFF2-40B4-BE49-F238E27FC236}">
                <a16:creationId xmlns:a16="http://schemas.microsoft.com/office/drawing/2014/main" id="{0BB1FDB0-034A-4CE6-F242-EA0661212093}"/>
              </a:ext>
            </a:extLst>
          </p:cNvPr>
          <p:cNvSpPr>
            <a:spLocks noGrp="1"/>
          </p:cNvSpPr>
          <p:nvPr>
            <p:ph type="sldNum" sz="quarter" idx="12"/>
          </p:nvPr>
        </p:nvSpPr>
        <p:spPr/>
        <p:txBody>
          <a:bodyPr/>
          <a:lstStyle/>
          <a:p>
            <a:fld id="{71C6F290-D301-4864-9490-340EF11588D9}" type="slidenum">
              <a:rPr lang="en-US" altLang="en-US" smtClean="0"/>
              <a:pPr/>
              <a:t>15</a:t>
            </a:fld>
            <a:endParaRPr lang="en-US" altLang="en-US" dirty="0"/>
          </a:p>
        </p:txBody>
      </p:sp>
    </p:spTree>
    <p:extLst>
      <p:ext uri="{BB962C8B-B14F-4D97-AF65-F5344CB8AC3E}">
        <p14:creationId xmlns:p14="http://schemas.microsoft.com/office/powerpoint/2010/main" val="217920586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D99DD5E-7AA6-C95C-7C27-A3880EE605CF}"/>
              </a:ext>
            </a:extLst>
          </p:cNvPr>
          <p:cNvSpPr>
            <a:spLocks noGrp="1"/>
          </p:cNvSpPr>
          <p:nvPr>
            <p:ph type="title"/>
          </p:nvPr>
        </p:nvSpPr>
        <p:spPr>
          <a:xfrm>
            <a:off x="228600" y="228600"/>
            <a:ext cx="7696200" cy="381000"/>
          </a:xfrm>
        </p:spPr>
        <p:txBody>
          <a:bodyPr/>
          <a:lstStyle/>
          <a:p>
            <a:r>
              <a:rPr lang="en-US" dirty="0"/>
              <a:t>Minimax with alpha-Beta cutoffs</a:t>
            </a:r>
          </a:p>
        </p:txBody>
      </p:sp>
      <p:pic>
        <p:nvPicPr>
          <p:cNvPr id="5" name="Content Placeholder 4">
            <a:extLst>
              <a:ext uri="{FF2B5EF4-FFF2-40B4-BE49-F238E27FC236}">
                <a16:creationId xmlns:a16="http://schemas.microsoft.com/office/drawing/2014/main" id="{2E94EA35-D9DF-92E4-3CBF-BD4D16BD2C5D}"/>
              </a:ext>
            </a:extLst>
          </p:cNvPr>
          <p:cNvPicPr>
            <a:picLocks noGrp="1" noChangeAspect="1"/>
          </p:cNvPicPr>
          <p:nvPr>
            <p:ph idx="1"/>
          </p:nvPr>
        </p:nvPicPr>
        <p:blipFill>
          <a:blip r:embed="rId2"/>
          <a:stretch>
            <a:fillRect/>
          </a:stretch>
        </p:blipFill>
        <p:spPr>
          <a:xfrm>
            <a:off x="1752600" y="1066800"/>
            <a:ext cx="5476190" cy="2885714"/>
          </a:xfrm>
          <a:prstGeom prst="rect">
            <a:avLst/>
          </a:prstGeom>
        </p:spPr>
      </p:pic>
      <p:sp>
        <p:nvSpPr>
          <p:cNvPr id="4" name="Slide Number Placeholder 3">
            <a:extLst>
              <a:ext uri="{FF2B5EF4-FFF2-40B4-BE49-F238E27FC236}">
                <a16:creationId xmlns:a16="http://schemas.microsoft.com/office/drawing/2014/main" id="{87EF339C-2F35-41E2-7B69-6D17A5743320}"/>
              </a:ext>
            </a:extLst>
          </p:cNvPr>
          <p:cNvSpPr>
            <a:spLocks noGrp="1"/>
          </p:cNvSpPr>
          <p:nvPr>
            <p:ph type="sldNum" sz="quarter" idx="12"/>
          </p:nvPr>
        </p:nvSpPr>
        <p:spPr/>
        <p:txBody>
          <a:bodyPr/>
          <a:lstStyle/>
          <a:p>
            <a:fld id="{71C6F290-D301-4864-9490-340EF11588D9}" type="slidenum">
              <a:rPr lang="en-US" altLang="en-US" smtClean="0"/>
              <a:pPr/>
              <a:t>16</a:t>
            </a:fld>
            <a:endParaRPr lang="en-US" altLang="en-US" dirty="0"/>
          </a:p>
        </p:txBody>
      </p:sp>
      <p:pic>
        <p:nvPicPr>
          <p:cNvPr id="6" name="Picture 5">
            <a:extLst>
              <a:ext uri="{FF2B5EF4-FFF2-40B4-BE49-F238E27FC236}">
                <a16:creationId xmlns:a16="http://schemas.microsoft.com/office/drawing/2014/main" id="{164EF4FB-7EE4-3D41-6129-8D63B1A4CAF2}"/>
              </a:ext>
            </a:extLst>
          </p:cNvPr>
          <p:cNvPicPr>
            <a:picLocks noChangeAspect="1"/>
          </p:cNvPicPr>
          <p:nvPr/>
        </p:nvPicPr>
        <p:blipFill>
          <a:blip r:embed="rId3"/>
          <a:stretch>
            <a:fillRect/>
          </a:stretch>
        </p:blipFill>
        <p:spPr>
          <a:xfrm>
            <a:off x="2139145" y="3819886"/>
            <a:ext cx="5476190" cy="2885714"/>
          </a:xfrm>
          <a:prstGeom prst="rect">
            <a:avLst/>
          </a:prstGeom>
        </p:spPr>
      </p:pic>
    </p:spTree>
    <p:extLst>
      <p:ext uri="{BB962C8B-B14F-4D97-AF65-F5344CB8AC3E}">
        <p14:creationId xmlns:p14="http://schemas.microsoft.com/office/powerpoint/2010/main" val="97869056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8D483C0-3298-5B2E-EDC9-E7A5812920A2}"/>
              </a:ext>
            </a:extLst>
          </p:cNvPr>
          <p:cNvSpPr>
            <a:spLocks noGrp="1"/>
          </p:cNvSpPr>
          <p:nvPr>
            <p:ph type="title"/>
          </p:nvPr>
        </p:nvSpPr>
        <p:spPr>
          <a:xfrm>
            <a:off x="228600" y="228600"/>
            <a:ext cx="7696200" cy="693737"/>
          </a:xfrm>
        </p:spPr>
        <p:txBody>
          <a:bodyPr/>
          <a:lstStyle/>
          <a:p>
            <a:r>
              <a:rPr lang="en-US" dirty="0"/>
              <a:t>Minimax with alpha-Beta cutoffs</a:t>
            </a:r>
          </a:p>
        </p:txBody>
      </p:sp>
      <p:pic>
        <p:nvPicPr>
          <p:cNvPr id="5" name="Content Placeholder 4">
            <a:extLst>
              <a:ext uri="{FF2B5EF4-FFF2-40B4-BE49-F238E27FC236}">
                <a16:creationId xmlns:a16="http://schemas.microsoft.com/office/drawing/2014/main" id="{EBD20556-DB31-4E81-C40B-F92DF2084EED}"/>
              </a:ext>
            </a:extLst>
          </p:cNvPr>
          <p:cNvPicPr>
            <a:picLocks noGrp="1" noChangeAspect="1"/>
          </p:cNvPicPr>
          <p:nvPr>
            <p:ph idx="1"/>
          </p:nvPr>
        </p:nvPicPr>
        <p:blipFill>
          <a:blip r:embed="rId2"/>
          <a:stretch>
            <a:fillRect/>
          </a:stretch>
        </p:blipFill>
        <p:spPr>
          <a:xfrm>
            <a:off x="1600200" y="1350204"/>
            <a:ext cx="5523809" cy="3171429"/>
          </a:xfrm>
          <a:prstGeom prst="rect">
            <a:avLst/>
          </a:prstGeom>
        </p:spPr>
      </p:pic>
      <p:sp>
        <p:nvSpPr>
          <p:cNvPr id="4" name="Slide Number Placeholder 3">
            <a:extLst>
              <a:ext uri="{FF2B5EF4-FFF2-40B4-BE49-F238E27FC236}">
                <a16:creationId xmlns:a16="http://schemas.microsoft.com/office/drawing/2014/main" id="{FF473233-65D1-B49F-1491-C9E4E193CDCE}"/>
              </a:ext>
            </a:extLst>
          </p:cNvPr>
          <p:cNvSpPr>
            <a:spLocks noGrp="1"/>
          </p:cNvSpPr>
          <p:nvPr>
            <p:ph type="sldNum" sz="quarter" idx="12"/>
          </p:nvPr>
        </p:nvSpPr>
        <p:spPr/>
        <p:txBody>
          <a:bodyPr/>
          <a:lstStyle/>
          <a:p>
            <a:fld id="{71C6F290-D301-4864-9490-340EF11588D9}" type="slidenum">
              <a:rPr lang="en-US" altLang="en-US" smtClean="0"/>
              <a:pPr/>
              <a:t>17</a:t>
            </a:fld>
            <a:endParaRPr lang="en-US" altLang="en-US" dirty="0"/>
          </a:p>
        </p:txBody>
      </p:sp>
      <p:pic>
        <p:nvPicPr>
          <p:cNvPr id="7" name="Picture 6">
            <a:extLst>
              <a:ext uri="{FF2B5EF4-FFF2-40B4-BE49-F238E27FC236}">
                <a16:creationId xmlns:a16="http://schemas.microsoft.com/office/drawing/2014/main" id="{04D72432-0B1D-E07F-BDCE-84EF9EAA086E}"/>
              </a:ext>
            </a:extLst>
          </p:cNvPr>
          <p:cNvPicPr>
            <a:picLocks noChangeAspect="1"/>
          </p:cNvPicPr>
          <p:nvPr/>
        </p:nvPicPr>
        <p:blipFill>
          <a:blip r:embed="rId3"/>
          <a:stretch>
            <a:fillRect/>
          </a:stretch>
        </p:blipFill>
        <p:spPr>
          <a:xfrm>
            <a:off x="1447800" y="4724400"/>
            <a:ext cx="7086600" cy="1020402"/>
          </a:xfrm>
          <a:prstGeom prst="rect">
            <a:avLst/>
          </a:prstGeom>
        </p:spPr>
      </p:pic>
    </p:spTree>
    <p:extLst>
      <p:ext uri="{BB962C8B-B14F-4D97-AF65-F5344CB8AC3E}">
        <p14:creationId xmlns:p14="http://schemas.microsoft.com/office/powerpoint/2010/main" val="403918896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D3B79C4-28F9-416B-7CA9-2F708F1A3729}"/>
              </a:ext>
            </a:extLst>
          </p:cNvPr>
          <p:cNvSpPr>
            <a:spLocks noGrp="1"/>
          </p:cNvSpPr>
          <p:nvPr>
            <p:ph type="title"/>
          </p:nvPr>
        </p:nvSpPr>
        <p:spPr>
          <a:xfrm>
            <a:off x="228600" y="228600"/>
            <a:ext cx="7696200" cy="537369"/>
          </a:xfrm>
        </p:spPr>
        <p:txBody>
          <a:bodyPr/>
          <a:lstStyle/>
          <a:p>
            <a:r>
              <a:rPr lang="en-US" dirty="0"/>
              <a:t>Minimax with alpha-Beta cutoffs</a:t>
            </a:r>
          </a:p>
        </p:txBody>
      </p:sp>
      <p:pic>
        <p:nvPicPr>
          <p:cNvPr id="5" name="Content Placeholder 4">
            <a:extLst>
              <a:ext uri="{FF2B5EF4-FFF2-40B4-BE49-F238E27FC236}">
                <a16:creationId xmlns:a16="http://schemas.microsoft.com/office/drawing/2014/main" id="{50FAD189-8AD1-D728-9E5E-1355F7236C69}"/>
              </a:ext>
            </a:extLst>
          </p:cNvPr>
          <p:cNvPicPr>
            <a:picLocks noGrp="1" noChangeAspect="1"/>
          </p:cNvPicPr>
          <p:nvPr>
            <p:ph idx="1"/>
          </p:nvPr>
        </p:nvPicPr>
        <p:blipFill>
          <a:blip r:embed="rId2"/>
          <a:stretch>
            <a:fillRect/>
          </a:stretch>
        </p:blipFill>
        <p:spPr>
          <a:xfrm>
            <a:off x="990600" y="1600200"/>
            <a:ext cx="7086600" cy="3733800"/>
          </a:xfrm>
          <a:prstGeom prst="rect">
            <a:avLst/>
          </a:prstGeom>
        </p:spPr>
      </p:pic>
      <p:sp>
        <p:nvSpPr>
          <p:cNvPr id="4" name="Slide Number Placeholder 3">
            <a:extLst>
              <a:ext uri="{FF2B5EF4-FFF2-40B4-BE49-F238E27FC236}">
                <a16:creationId xmlns:a16="http://schemas.microsoft.com/office/drawing/2014/main" id="{D2C7C6FD-E274-963E-7AFA-236C02485C8A}"/>
              </a:ext>
            </a:extLst>
          </p:cNvPr>
          <p:cNvSpPr>
            <a:spLocks noGrp="1"/>
          </p:cNvSpPr>
          <p:nvPr>
            <p:ph type="sldNum" sz="quarter" idx="12"/>
          </p:nvPr>
        </p:nvSpPr>
        <p:spPr/>
        <p:txBody>
          <a:bodyPr/>
          <a:lstStyle/>
          <a:p>
            <a:fld id="{71C6F290-D301-4864-9490-340EF11588D9}" type="slidenum">
              <a:rPr lang="en-US" altLang="en-US" smtClean="0"/>
              <a:pPr/>
              <a:t>18</a:t>
            </a:fld>
            <a:endParaRPr lang="en-US" altLang="en-US" dirty="0"/>
          </a:p>
        </p:txBody>
      </p:sp>
    </p:spTree>
    <p:extLst>
      <p:ext uri="{BB962C8B-B14F-4D97-AF65-F5344CB8AC3E}">
        <p14:creationId xmlns:p14="http://schemas.microsoft.com/office/powerpoint/2010/main" val="82438868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9B0695A-6645-D91A-5D48-C0E726565026}"/>
              </a:ext>
            </a:extLst>
          </p:cNvPr>
          <p:cNvSpPr>
            <a:spLocks noGrp="1"/>
          </p:cNvSpPr>
          <p:nvPr>
            <p:ph type="title"/>
          </p:nvPr>
        </p:nvSpPr>
        <p:spPr>
          <a:xfrm>
            <a:off x="228600" y="228600"/>
            <a:ext cx="7696200" cy="609600"/>
          </a:xfrm>
        </p:spPr>
        <p:txBody>
          <a:bodyPr/>
          <a:lstStyle/>
          <a:p>
            <a:r>
              <a:rPr lang="en-US" dirty="0"/>
              <a:t>Minimax with alpha-Beta cutoffs</a:t>
            </a:r>
          </a:p>
        </p:txBody>
      </p:sp>
      <p:pic>
        <p:nvPicPr>
          <p:cNvPr id="5" name="Content Placeholder 4">
            <a:extLst>
              <a:ext uri="{FF2B5EF4-FFF2-40B4-BE49-F238E27FC236}">
                <a16:creationId xmlns:a16="http://schemas.microsoft.com/office/drawing/2014/main" id="{D65D26A7-ABC4-2D4B-481C-0DD7FB3D1561}"/>
              </a:ext>
            </a:extLst>
          </p:cNvPr>
          <p:cNvPicPr>
            <a:picLocks noGrp="1" noChangeAspect="1"/>
          </p:cNvPicPr>
          <p:nvPr>
            <p:ph idx="1"/>
          </p:nvPr>
        </p:nvPicPr>
        <p:blipFill>
          <a:blip r:embed="rId2"/>
          <a:stretch>
            <a:fillRect/>
          </a:stretch>
        </p:blipFill>
        <p:spPr>
          <a:xfrm>
            <a:off x="1303253" y="929014"/>
            <a:ext cx="5285714" cy="2723809"/>
          </a:xfrm>
          <a:prstGeom prst="rect">
            <a:avLst/>
          </a:prstGeom>
        </p:spPr>
      </p:pic>
      <p:sp>
        <p:nvSpPr>
          <p:cNvPr id="4" name="Slide Number Placeholder 3">
            <a:extLst>
              <a:ext uri="{FF2B5EF4-FFF2-40B4-BE49-F238E27FC236}">
                <a16:creationId xmlns:a16="http://schemas.microsoft.com/office/drawing/2014/main" id="{C130B704-D44E-E1FF-5572-EF020BA95277}"/>
              </a:ext>
            </a:extLst>
          </p:cNvPr>
          <p:cNvSpPr>
            <a:spLocks noGrp="1"/>
          </p:cNvSpPr>
          <p:nvPr>
            <p:ph type="sldNum" sz="quarter" idx="12"/>
          </p:nvPr>
        </p:nvSpPr>
        <p:spPr/>
        <p:txBody>
          <a:bodyPr/>
          <a:lstStyle/>
          <a:p>
            <a:fld id="{71C6F290-D301-4864-9490-340EF11588D9}" type="slidenum">
              <a:rPr lang="en-US" altLang="en-US" smtClean="0"/>
              <a:pPr/>
              <a:t>19</a:t>
            </a:fld>
            <a:endParaRPr lang="en-US" altLang="en-US" dirty="0"/>
          </a:p>
        </p:txBody>
      </p:sp>
      <p:pic>
        <p:nvPicPr>
          <p:cNvPr id="6" name="Picture 5">
            <a:extLst>
              <a:ext uri="{FF2B5EF4-FFF2-40B4-BE49-F238E27FC236}">
                <a16:creationId xmlns:a16="http://schemas.microsoft.com/office/drawing/2014/main" id="{496B76A6-5E01-94DA-3B86-13152B726FC6}"/>
              </a:ext>
            </a:extLst>
          </p:cNvPr>
          <p:cNvPicPr>
            <a:picLocks noChangeAspect="1"/>
          </p:cNvPicPr>
          <p:nvPr/>
        </p:nvPicPr>
        <p:blipFill>
          <a:blip r:embed="rId3"/>
          <a:stretch>
            <a:fillRect/>
          </a:stretch>
        </p:blipFill>
        <p:spPr>
          <a:xfrm>
            <a:off x="990600" y="3743638"/>
            <a:ext cx="5285714" cy="2504762"/>
          </a:xfrm>
          <a:prstGeom prst="rect">
            <a:avLst/>
          </a:prstGeom>
        </p:spPr>
      </p:pic>
    </p:spTree>
    <p:extLst>
      <p:ext uri="{BB962C8B-B14F-4D97-AF65-F5344CB8AC3E}">
        <p14:creationId xmlns:p14="http://schemas.microsoft.com/office/powerpoint/2010/main" val="262357002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54346E-50E1-6E9A-B816-3E6B9C9E6358}"/>
              </a:ext>
            </a:extLst>
          </p:cNvPr>
          <p:cNvSpPr>
            <a:spLocks noGrp="1"/>
          </p:cNvSpPr>
          <p:nvPr>
            <p:ph type="title"/>
          </p:nvPr>
        </p:nvSpPr>
        <p:spPr>
          <a:xfrm>
            <a:off x="228600" y="228600"/>
            <a:ext cx="7696200" cy="685800"/>
          </a:xfrm>
        </p:spPr>
        <p:txBody>
          <a:bodyPr/>
          <a:lstStyle/>
          <a:p>
            <a:r>
              <a:rPr lang="en-US" dirty="0"/>
              <a:t>Minimax with alpha-Beta cutoffs</a:t>
            </a:r>
          </a:p>
        </p:txBody>
      </p:sp>
      <p:pic>
        <p:nvPicPr>
          <p:cNvPr id="5" name="Content Placeholder 4">
            <a:extLst>
              <a:ext uri="{FF2B5EF4-FFF2-40B4-BE49-F238E27FC236}">
                <a16:creationId xmlns:a16="http://schemas.microsoft.com/office/drawing/2014/main" id="{F2DA12BB-7C63-D448-97DD-B9DAB8C7D6B7}"/>
              </a:ext>
            </a:extLst>
          </p:cNvPr>
          <p:cNvPicPr>
            <a:picLocks noGrp="1" noChangeAspect="1"/>
          </p:cNvPicPr>
          <p:nvPr>
            <p:ph idx="1"/>
          </p:nvPr>
        </p:nvPicPr>
        <p:blipFill>
          <a:blip r:embed="rId2"/>
          <a:stretch>
            <a:fillRect/>
          </a:stretch>
        </p:blipFill>
        <p:spPr>
          <a:xfrm>
            <a:off x="228600" y="1752600"/>
            <a:ext cx="8000999" cy="4572000"/>
          </a:xfrm>
          <a:prstGeom prst="rect">
            <a:avLst/>
          </a:prstGeom>
        </p:spPr>
      </p:pic>
      <p:sp>
        <p:nvSpPr>
          <p:cNvPr id="4" name="Slide Number Placeholder 3">
            <a:extLst>
              <a:ext uri="{FF2B5EF4-FFF2-40B4-BE49-F238E27FC236}">
                <a16:creationId xmlns:a16="http://schemas.microsoft.com/office/drawing/2014/main" id="{CBF65313-144E-C679-B4D1-89201042C7E2}"/>
              </a:ext>
            </a:extLst>
          </p:cNvPr>
          <p:cNvSpPr>
            <a:spLocks noGrp="1"/>
          </p:cNvSpPr>
          <p:nvPr>
            <p:ph type="sldNum" sz="quarter" idx="12"/>
          </p:nvPr>
        </p:nvSpPr>
        <p:spPr/>
        <p:txBody>
          <a:bodyPr/>
          <a:lstStyle/>
          <a:p>
            <a:fld id="{71C6F290-D301-4864-9490-340EF11588D9}" type="slidenum">
              <a:rPr lang="en-US" altLang="en-US" smtClean="0"/>
              <a:pPr/>
              <a:t>20</a:t>
            </a:fld>
            <a:endParaRPr lang="en-US" altLang="en-US" dirty="0"/>
          </a:p>
        </p:txBody>
      </p:sp>
    </p:spTree>
    <p:extLst>
      <p:ext uri="{BB962C8B-B14F-4D97-AF65-F5344CB8AC3E}">
        <p14:creationId xmlns:p14="http://schemas.microsoft.com/office/powerpoint/2010/main" val="353208183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CB71235-193D-209C-C76F-1B89179DC9F0}"/>
              </a:ext>
            </a:extLst>
          </p:cNvPr>
          <p:cNvSpPr>
            <a:spLocks noGrp="1"/>
          </p:cNvSpPr>
          <p:nvPr>
            <p:ph type="title"/>
          </p:nvPr>
        </p:nvSpPr>
        <p:spPr>
          <a:xfrm>
            <a:off x="228600" y="228600"/>
            <a:ext cx="7696200" cy="762000"/>
          </a:xfrm>
        </p:spPr>
        <p:txBody>
          <a:bodyPr/>
          <a:lstStyle/>
          <a:p>
            <a:r>
              <a:rPr lang="en-US" dirty="0"/>
              <a:t>Minimax with alpha-Beta cutoffs</a:t>
            </a:r>
          </a:p>
        </p:txBody>
      </p:sp>
      <p:pic>
        <p:nvPicPr>
          <p:cNvPr id="5" name="Content Placeholder 4">
            <a:extLst>
              <a:ext uri="{FF2B5EF4-FFF2-40B4-BE49-F238E27FC236}">
                <a16:creationId xmlns:a16="http://schemas.microsoft.com/office/drawing/2014/main" id="{43E23B99-ED01-3A21-DA1B-9D070D96D828}"/>
              </a:ext>
            </a:extLst>
          </p:cNvPr>
          <p:cNvPicPr>
            <a:picLocks noGrp="1" noChangeAspect="1"/>
          </p:cNvPicPr>
          <p:nvPr>
            <p:ph idx="1"/>
          </p:nvPr>
        </p:nvPicPr>
        <p:blipFill>
          <a:blip r:embed="rId2"/>
          <a:stretch>
            <a:fillRect/>
          </a:stretch>
        </p:blipFill>
        <p:spPr>
          <a:xfrm>
            <a:off x="569167" y="1371600"/>
            <a:ext cx="7391400" cy="4724400"/>
          </a:xfrm>
          <a:prstGeom prst="rect">
            <a:avLst/>
          </a:prstGeom>
        </p:spPr>
      </p:pic>
      <p:sp>
        <p:nvSpPr>
          <p:cNvPr id="4" name="Slide Number Placeholder 3">
            <a:extLst>
              <a:ext uri="{FF2B5EF4-FFF2-40B4-BE49-F238E27FC236}">
                <a16:creationId xmlns:a16="http://schemas.microsoft.com/office/drawing/2014/main" id="{8F225373-9350-87AA-EA20-1E8004234258}"/>
              </a:ext>
            </a:extLst>
          </p:cNvPr>
          <p:cNvSpPr>
            <a:spLocks noGrp="1"/>
          </p:cNvSpPr>
          <p:nvPr>
            <p:ph type="sldNum" sz="quarter" idx="12"/>
          </p:nvPr>
        </p:nvSpPr>
        <p:spPr/>
        <p:txBody>
          <a:bodyPr/>
          <a:lstStyle/>
          <a:p>
            <a:fld id="{71C6F290-D301-4864-9490-340EF11588D9}" type="slidenum">
              <a:rPr lang="en-US" altLang="en-US" smtClean="0"/>
              <a:pPr/>
              <a:t>21</a:t>
            </a:fld>
            <a:endParaRPr lang="en-US" altLang="en-US" dirty="0"/>
          </a:p>
        </p:txBody>
      </p:sp>
    </p:spTree>
    <p:extLst>
      <p:ext uri="{BB962C8B-B14F-4D97-AF65-F5344CB8AC3E}">
        <p14:creationId xmlns:p14="http://schemas.microsoft.com/office/powerpoint/2010/main" val="915382407"/>
      </p:ext>
    </p:extLst>
  </p:cSld>
  <p:clrMapOvr>
    <a:masterClrMapping/>
  </p:clrMapOvr>
</p:sld>
</file>

<file path=ppt/theme/theme1.xml><?xml version="1.0" encoding="utf-8"?>
<a:theme xmlns:a="http://schemas.openxmlformats.org/drawingml/2006/main" name="Sales training presentation">
  <a:themeElements>
    <a:clrScheme name="Sales Training_final2 10">
      <a:dk1>
        <a:srgbClr val="000000"/>
      </a:dk1>
      <a:lt1>
        <a:srgbClr val="FFFFFF"/>
      </a:lt1>
      <a:dk2>
        <a:srgbClr val="330066"/>
      </a:dk2>
      <a:lt2>
        <a:srgbClr val="808080"/>
      </a:lt2>
      <a:accent1>
        <a:srgbClr val="CCCC00"/>
      </a:accent1>
      <a:accent2>
        <a:srgbClr val="669999"/>
      </a:accent2>
      <a:accent3>
        <a:srgbClr val="FFFFFF"/>
      </a:accent3>
      <a:accent4>
        <a:srgbClr val="000000"/>
      </a:accent4>
      <a:accent5>
        <a:srgbClr val="E2E2AA"/>
      </a:accent5>
      <a:accent6>
        <a:srgbClr val="5C8A8A"/>
      </a:accent6>
      <a:hlink>
        <a:srgbClr val="7E9CE8"/>
      </a:hlink>
      <a:folHlink>
        <a:srgbClr val="D8D8EC"/>
      </a:folHlink>
    </a:clrScheme>
    <a:fontScheme name="Sales Training_final2">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cap="flat" cmpd="sng" algn="ctr">
              <a:solidFill>
                <a:schemeClr val="tx1"/>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692150" marR="0" indent="-347663" algn="l" defTabSz="914400" rtl="0" eaLnBrk="1" fontAlgn="base" latinLnBrk="0" hangingPunct="1">
          <a:lnSpc>
            <a:spcPct val="100000"/>
          </a:lnSpc>
          <a:spcBef>
            <a:spcPct val="20000"/>
          </a:spcBef>
          <a:spcAft>
            <a:spcPct val="0"/>
          </a:spcAft>
          <a:buClr>
            <a:schemeClr val="accent2"/>
          </a:buClr>
          <a:buSzPct val="70000"/>
          <a:buFont typeface="Wingdings" pitchFamily="2" charset="2"/>
          <a:buChar char="l"/>
          <a:tabLst/>
          <a:defRPr kumimoji="0" lang="en-US" sz="2600" b="0" i="0" u="none" strike="noStrike" cap="none" normalizeH="0" baseline="0" smtClean="0">
            <a:ln>
              <a:noFill/>
            </a:ln>
            <a:solidFill>
              <a:schemeClr val="tx1"/>
            </a:solidFill>
            <a:effectLst/>
            <a:latin typeface="Arial" charset="0"/>
          </a:defRPr>
        </a:defPPr>
      </a:lstStyle>
    </a:spDef>
    <a:lnDef>
      <a:spPr bwMode="auto">
        <a:xfrm>
          <a:off x="0" y="0"/>
          <a:ext cx="1" cy="1"/>
        </a:xfrm>
        <a:custGeom>
          <a:avLst/>
          <a:gdLst/>
          <a:ahLst/>
          <a:cxnLst/>
          <a:rect l="0" t="0" r="0" b="0"/>
          <a:pathLst/>
        </a:cu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cap="flat" cmpd="sng" algn="ctr">
              <a:solidFill>
                <a:schemeClr val="tx1"/>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692150" marR="0" indent="-347663" algn="l" defTabSz="914400" rtl="0" eaLnBrk="1" fontAlgn="base" latinLnBrk="0" hangingPunct="1">
          <a:lnSpc>
            <a:spcPct val="100000"/>
          </a:lnSpc>
          <a:spcBef>
            <a:spcPct val="20000"/>
          </a:spcBef>
          <a:spcAft>
            <a:spcPct val="0"/>
          </a:spcAft>
          <a:buClr>
            <a:schemeClr val="accent2"/>
          </a:buClr>
          <a:buSzPct val="70000"/>
          <a:buFont typeface="Wingdings" pitchFamily="2" charset="2"/>
          <a:buChar char="l"/>
          <a:tabLst/>
          <a:defRPr kumimoji="0" lang="en-US" sz="2600" b="0" i="0" u="none" strike="noStrike" cap="none" normalizeH="0" baseline="0" smtClean="0">
            <a:ln>
              <a:noFill/>
            </a:ln>
            <a:solidFill>
              <a:schemeClr val="tx1"/>
            </a:solidFill>
            <a:effectLst/>
            <a:latin typeface="Arial" charset="0"/>
          </a:defRPr>
        </a:defPPr>
      </a:lstStyle>
    </a:lnDef>
  </a:objectDefaults>
  <a:extraClrSchemeLst>
    <a:extraClrScheme>
      <a:clrScheme name="Sales Training_final2 1">
        <a:dk1>
          <a:srgbClr val="4F747B"/>
        </a:dk1>
        <a:lt1>
          <a:srgbClr val="FFFFFF"/>
        </a:lt1>
        <a:dk2>
          <a:srgbClr val="000000"/>
        </a:dk2>
        <a:lt2>
          <a:srgbClr val="C0C0C0"/>
        </a:lt2>
        <a:accent1>
          <a:srgbClr val="859868"/>
        </a:accent1>
        <a:accent2>
          <a:srgbClr val="5F5F5F"/>
        </a:accent2>
        <a:accent3>
          <a:srgbClr val="AAAAAA"/>
        </a:accent3>
        <a:accent4>
          <a:srgbClr val="DADADA"/>
        </a:accent4>
        <a:accent5>
          <a:srgbClr val="C2CAB9"/>
        </a:accent5>
        <a:accent6>
          <a:srgbClr val="555555"/>
        </a:accent6>
        <a:hlink>
          <a:srgbClr val="5F5F5F"/>
        </a:hlink>
        <a:folHlink>
          <a:srgbClr val="BA1212"/>
        </a:folHlink>
      </a:clrScheme>
      <a:clrMap bg1="dk2" tx1="lt1" bg2="dk1" tx2="lt2" accent1="accent1" accent2="accent2" accent3="accent3" accent4="accent4" accent5="accent5" accent6="accent6" hlink="hlink" folHlink="folHlink"/>
    </a:extraClrScheme>
    <a:extraClrScheme>
      <a:clrScheme name="Sales Training_final2 2">
        <a:dk1>
          <a:srgbClr val="3C0000"/>
        </a:dk1>
        <a:lt1>
          <a:srgbClr val="FFFFFF"/>
        </a:lt1>
        <a:dk2>
          <a:srgbClr val="4D0B0B"/>
        </a:dk2>
        <a:lt2>
          <a:srgbClr val="FFFFFF"/>
        </a:lt2>
        <a:accent1>
          <a:srgbClr val="666633"/>
        </a:accent1>
        <a:accent2>
          <a:srgbClr val="CC3300"/>
        </a:accent2>
        <a:accent3>
          <a:srgbClr val="B2AAAA"/>
        </a:accent3>
        <a:accent4>
          <a:srgbClr val="DADADA"/>
        </a:accent4>
        <a:accent5>
          <a:srgbClr val="B8B8AD"/>
        </a:accent5>
        <a:accent6>
          <a:srgbClr val="B92D00"/>
        </a:accent6>
        <a:hlink>
          <a:srgbClr val="CC9900"/>
        </a:hlink>
        <a:folHlink>
          <a:srgbClr val="CCCC33"/>
        </a:folHlink>
      </a:clrScheme>
      <a:clrMap bg1="dk2" tx1="lt1" bg2="dk1" tx2="lt2" accent1="accent1" accent2="accent2" accent3="accent3" accent4="accent4" accent5="accent5" accent6="accent6" hlink="hlink" folHlink="folHlink"/>
    </a:extraClrScheme>
    <a:extraClrScheme>
      <a:clrScheme name="Sales Training_final2 3">
        <a:dk1>
          <a:srgbClr val="666699"/>
        </a:dk1>
        <a:lt1>
          <a:srgbClr val="FFFFFF"/>
        </a:lt1>
        <a:dk2>
          <a:srgbClr val="15192B"/>
        </a:dk2>
        <a:lt2>
          <a:srgbClr val="CCCCFF"/>
        </a:lt2>
        <a:accent1>
          <a:srgbClr val="4F893D"/>
        </a:accent1>
        <a:accent2>
          <a:srgbClr val="666699"/>
        </a:accent2>
        <a:accent3>
          <a:srgbClr val="AAABAC"/>
        </a:accent3>
        <a:accent4>
          <a:srgbClr val="DADADA"/>
        </a:accent4>
        <a:accent5>
          <a:srgbClr val="B2C4AF"/>
        </a:accent5>
        <a:accent6>
          <a:srgbClr val="5C5C8A"/>
        </a:accent6>
        <a:hlink>
          <a:srgbClr val="CC9900"/>
        </a:hlink>
        <a:folHlink>
          <a:srgbClr val="4837C7"/>
        </a:folHlink>
      </a:clrScheme>
      <a:clrMap bg1="dk2" tx1="lt1" bg2="dk1" tx2="lt2" accent1="accent1" accent2="accent2" accent3="accent3" accent4="accent4" accent5="accent5" accent6="accent6" hlink="hlink" folHlink="folHlink"/>
    </a:extraClrScheme>
    <a:extraClrScheme>
      <a:clrScheme name="Sales Training_final2 4">
        <a:dk1>
          <a:srgbClr val="666699"/>
        </a:dk1>
        <a:lt1>
          <a:srgbClr val="FFFFFF"/>
        </a:lt1>
        <a:dk2>
          <a:srgbClr val="86001A"/>
        </a:dk2>
        <a:lt2>
          <a:srgbClr val="CCCC66"/>
        </a:lt2>
        <a:accent1>
          <a:srgbClr val="FF3300"/>
        </a:accent1>
        <a:accent2>
          <a:srgbClr val="FF6600"/>
        </a:accent2>
        <a:accent3>
          <a:srgbClr val="C3AAAB"/>
        </a:accent3>
        <a:accent4>
          <a:srgbClr val="DADADA"/>
        </a:accent4>
        <a:accent5>
          <a:srgbClr val="FFADAA"/>
        </a:accent5>
        <a:accent6>
          <a:srgbClr val="E75C00"/>
        </a:accent6>
        <a:hlink>
          <a:srgbClr val="CC9900"/>
        </a:hlink>
        <a:folHlink>
          <a:srgbClr val="FF0000"/>
        </a:folHlink>
      </a:clrScheme>
      <a:clrMap bg1="dk2" tx1="lt1" bg2="dk1" tx2="lt2" accent1="accent1" accent2="accent2" accent3="accent3" accent4="accent4" accent5="accent5" accent6="accent6" hlink="hlink" folHlink="folHlink"/>
    </a:extraClrScheme>
    <a:extraClrScheme>
      <a:clrScheme name="Sales Training_final2 5">
        <a:dk1>
          <a:srgbClr val="666699"/>
        </a:dk1>
        <a:lt1>
          <a:srgbClr val="FFFFFF"/>
        </a:lt1>
        <a:dk2>
          <a:srgbClr val="000054"/>
        </a:dk2>
        <a:lt2>
          <a:srgbClr val="FFFFFF"/>
        </a:lt2>
        <a:accent1>
          <a:srgbClr val="3333FF"/>
        </a:accent1>
        <a:accent2>
          <a:srgbClr val="006699"/>
        </a:accent2>
        <a:accent3>
          <a:srgbClr val="AAAAB3"/>
        </a:accent3>
        <a:accent4>
          <a:srgbClr val="DADADA"/>
        </a:accent4>
        <a:accent5>
          <a:srgbClr val="ADADFF"/>
        </a:accent5>
        <a:accent6>
          <a:srgbClr val="005C8A"/>
        </a:accent6>
        <a:hlink>
          <a:srgbClr val="669900"/>
        </a:hlink>
        <a:folHlink>
          <a:srgbClr val="0000FF"/>
        </a:folHlink>
      </a:clrScheme>
      <a:clrMap bg1="dk2" tx1="lt1" bg2="dk1" tx2="lt2" accent1="accent1" accent2="accent2" accent3="accent3" accent4="accent4" accent5="accent5" accent6="accent6" hlink="hlink" folHlink="folHlink"/>
    </a:extraClrScheme>
    <a:extraClrScheme>
      <a:clrScheme name="Sales Training_final2 6">
        <a:dk1>
          <a:srgbClr val="808080"/>
        </a:dk1>
        <a:lt1>
          <a:srgbClr val="FFFFFF"/>
        </a:lt1>
        <a:dk2>
          <a:srgbClr val="30054B"/>
        </a:dk2>
        <a:lt2>
          <a:srgbClr val="FFFFFF"/>
        </a:lt2>
        <a:accent1>
          <a:srgbClr val="797B9B"/>
        </a:accent1>
        <a:accent2>
          <a:srgbClr val="6B4FB1"/>
        </a:accent2>
        <a:accent3>
          <a:srgbClr val="ADAAB1"/>
        </a:accent3>
        <a:accent4>
          <a:srgbClr val="DADADA"/>
        </a:accent4>
        <a:accent5>
          <a:srgbClr val="BEBFCB"/>
        </a:accent5>
        <a:accent6>
          <a:srgbClr val="6047A0"/>
        </a:accent6>
        <a:hlink>
          <a:srgbClr val="7AACCE"/>
        </a:hlink>
        <a:folHlink>
          <a:srgbClr val="D8D8EC"/>
        </a:folHlink>
      </a:clrScheme>
      <a:clrMap bg1="dk2" tx1="lt1" bg2="dk1" tx2="lt2" accent1="accent1" accent2="accent2" accent3="accent3" accent4="accent4" accent5="accent5" accent6="accent6" hlink="hlink" folHlink="folHlink"/>
    </a:extraClrScheme>
    <a:extraClrScheme>
      <a:clrScheme name="Sales Training_final2 7">
        <a:dk1>
          <a:srgbClr val="808080"/>
        </a:dk1>
        <a:lt1>
          <a:srgbClr val="FFFFCC"/>
        </a:lt1>
        <a:dk2>
          <a:srgbClr val="29527B"/>
        </a:dk2>
        <a:lt2>
          <a:srgbClr val="FFFFFF"/>
        </a:lt2>
        <a:accent1>
          <a:srgbClr val="CCCC00"/>
        </a:accent1>
        <a:accent2>
          <a:srgbClr val="669999"/>
        </a:accent2>
        <a:accent3>
          <a:srgbClr val="ACB3BF"/>
        </a:accent3>
        <a:accent4>
          <a:srgbClr val="DADAAE"/>
        </a:accent4>
        <a:accent5>
          <a:srgbClr val="E2E2AA"/>
        </a:accent5>
        <a:accent6>
          <a:srgbClr val="5C8A8A"/>
        </a:accent6>
        <a:hlink>
          <a:srgbClr val="D8D8EC"/>
        </a:hlink>
        <a:folHlink>
          <a:srgbClr val="B2B2B2"/>
        </a:folHlink>
      </a:clrScheme>
      <a:clrMap bg1="dk2" tx1="lt1" bg2="dk1" tx2="lt2" accent1="accent1" accent2="accent2" accent3="accent3" accent4="accent4" accent5="accent5" accent6="accent6" hlink="hlink" folHlink="folHlink"/>
    </a:extraClrScheme>
    <a:extraClrScheme>
      <a:clrScheme name="Sales Training_final2 8">
        <a:dk1>
          <a:srgbClr val="666699"/>
        </a:dk1>
        <a:lt1>
          <a:srgbClr val="FFFFFF"/>
        </a:lt1>
        <a:dk2>
          <a:srgbClr val="476949"/>
        </a:dk2>
        <a:lt2>
          <a:srgbClr val="FFFFFF"/>
        </a:lt2>
        <a:accent1>
          <a:srgbClr val="CC6600"/>
        </a:accent1>
        <a:accent2>
          <a:srgbClr val="CC9900"/>
        </a:accent2>
        <a:accent3>
          <a:srgbClr val="B1B9B1"/>
        </a:accent3>
        <a:accent4>
          <a:srgbClr val="DADADA"/>
        </a:accent4>
        <a:accent5>
          <a:srgbClr val="E2B8AA"/>
        </a:accent5>
        <a:accent6>
          <a:srgbClr val="B98A00"/>
        </a:accent6>
        <a:hlink>
          <a:srgbClr val="669900"/>
        </a:hlink>
        <a:folHlink>
          <a:srgbClr val="A45200"/>
        </a:folHlink>
      </a:clrScheme>
      <a:clrMap bg1="dk2" tx1="lt1" bg2="dk1" tx2="lt2" accent1="accent1" accent2="accent2" accent3="accent3" accent4="accent4" accent5="accent5" accent6="accent6" hlink="hlink" folHlink="folHlink"/>
    </a:extraClrScheme>
    <a:extraClrScheme>
      <a:clrScheme name="Sales Training_final2 9">
        <a:dk1>
          <a:srgbClr val="000000"/>
        </a:dk1>
        <a:lt1>
          <a:srgbClr val="FFFFFF"/>
        </a:lt1>
        <a:dk2>
          <a:srgbClr val="7C1302"/>
        </a:dk2>
        <a:lt2>
          <a:srgbClr val="CC9900"/>
        </a:lt2>
        <a:accent1>
          <a:srgbClr val="CC9900"/>
        </a:accent1>
        <a:accent2>
          <a:srgbClr val="CC3300"/>
        </a:accent2>
        <a:accent3>
          <a:srgbClr val="FFFFFF"/>
        </a:accent3>
        <a:accent4>
          <a:srgbClr val="000000"/>
        </a:accent4>
        <a:accent5>
          <a:srgbClr val="E2CAAA"/>
        </a:accent5>
        <a:accent6>
          <a:srgbClr val="B92D00"/>
        </a:accent6>
        <a:hlink>
          <a:srgbClr val="808080"/>
        </a:hlink>
        <a:folHlink>
          <a:srgbClr val="CCCC66"/>
        </a:folHlink>
      </a:clrScheme>
      <a:clrMap bg1="lt1" tx1="dk1" bg2="lt2" tx2="dk2" accent1="accent1" accent2="accent2" accent3="accent3" accent4="accent4" accent5="accent5" accent6="accent6" hlink="hlink" folHlink="folHlink"/>
    </a:extraClrScheme>
    <a:extraClrScheme>
      <a:clrScheme name="Sales Training_final2 10">
        <a:dk1>
          <a:srgbClr val="000000"/>
        </a:dk1>
        <a:lt1>
          <a:srgbClr val="FFFFFF"/>
        </a:lt1>
        <a:dk2>
          <a:srgbClr val="330066"/>
        </a:dk2>
        <a:lt2>
          <a:srgbClr val="808080"/>
        </a:lt2>
        <a:accent1>
          <a:srgbClr val="CCCC00"/>
        </a:accent1>
        <a:accent2>
          <a:srgbClr val="669999"/>
        </a:accent2>
        <a:accent3>
          <a:srgbClr val="FFFFFF"/>
        </a:accent3>
        <a:accent4>
          <a:srgbClr val="000000"/>
        </a:accent4>
        <a:accent5>
          <a:srgbClr val="E2E2AA"/>
        </a:accent5>
        <a:accent6>
          <a:srgbClr val="5C8A8A"/>
        </a:accent6>
        <a:hlink>
          <a:srgbClr val="7E9CE8"/>
        </a:hlink>
        <a:folHlink>
          <a:srgbClr val="D8D8EC"/>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Sales training presentation.potx" id="{3181A242-BAE2-485E-97E8-919259126601}" vid="{819B686A-E690-42F4-91DA-6D012EEA3935}"/>
    </a:ext>
  </a:ext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Sales training slides</Template>
  <TotalTime>645</TotalTime>
  <Words>464</Words>
  <Application>Microsoft Office PowerPoint</Application>
  <PresentationFormat>On-screen Show (4:3)</PresentationFormat>
  <Paragraphs>68</Paragraphs>
  <Slides>21</Slides>
  <Notes>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21</vt:i4>
      </vt:variant>
    </vt:vector>
  </HeadingPairs>
  <TitlesOfParts>
    <vt:vector size="24" baseType="lpstr">
      <vt:lpstr>Arial</vt:lpstr>
      <vt:lpstr>Wingdings</vt:lpstr>
      <vt:lpstr>Sales training presentation</vt:lpstr>
      <vt:lpstr>Chapter 5</vt:lpstr>
      <vt:lpstr>Roadmap</vt:lpstr>
      <vt:lpstr>Game Palying</vt:lpstr>
      <vt:lpstr>Minimax Algorithm  </vt:lpstr>
      <vt:lpstr>Minimax Algorithm  </vt:lpstr>
      <vt:lpstr>Minimax Algorithm</vt:lpstr>
      <vt:lpstr>Minimax algorithm</vt:lpstr>
      <vt:lpstr>Minimax algorithm</vt:lpstr>
      <vt:lpstr>Minimax algorithm</vt:lpstr>
      <vt:lpstr>Minimax algorithm</vt:lpstr>
      <vt:lpstr>Minimax algorithm</vt:lpstr>
      <vt:lpstr>Minimax algorithm</vt:lpstr>
      <vt:lpstr>Minimax algorithm</vt:lpstr>
      <vt:lpstr>Alpha Beta Cutoffs </vt:lpstr>
      <vt:lpstr>Minimax with alpha-Beta cutoffs</vt:lpstr>
      <vt:lpstr>Minimax with alpha-Beta cutoffs</vt:lpstr>
      <vt:lpstr>Minimax with alpha-Beta cutoffs</vt:lpstr>
      <vt:lpstr>Minimax with alpha-Beta cutoffs</vt:lpstr>
      <vt:lpstr>Minimax with alpha-Beta cutoffs</vt:lpstr>
      <vt:lpstr>Minimax with alpha-Beta cutoffs</vt:lpstr>
      <vt:lpstr>Minimax with alpha-Beta cutoffs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Ahmed Darwish</dc:creator>
  <cp:lastModifiedBy>Dr. NABIL M. A. HEWAHI</cp:lastModifiedBy>
  <cp:revision>507</cp:revision>
  <dcterms:created xsi:type="dcterms:W3CDTF">2025-04-22T07:31:40Z</dcterms:created>
  <dcterms:modified xsi:type="dcterms:W3CDTF">2025-08-12T14:23:49Z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0x010100AA3F7D94069FF64A86F7DFF56D60E3BE</vt:lpwstr>
  </property>
</Properties>
</file>