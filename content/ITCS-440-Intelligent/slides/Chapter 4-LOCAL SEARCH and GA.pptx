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Lst>
  <p:notesMasterIdLst>
    <p:notesMasterId r:id="rId38"/>
  </p:notesMasterIdLst>
  <p:handoutMasterIdLst>
    <p:handoutMasterId r:id="rId39"/>
  </p:handoutMasterIdLst>
  <p:sldIdLst>
    <p:sldId id="269" r:id="rId2"/>
    <p:sldId id="315" r:id="rId3"/>
    <p:sldId id="344" r:id="rId4"/>
    <p:sldId id="314" r:id="rId5"/>
    <p:sldId id="340" r:id="rId6"/>
    <p:sldId id="341" r:id="rId7"/>
    <p:sldId id="342" r:id="rId8"/>
    <p:sldId id="355" r:id="rId9"/>
    <p:sldId id="318" r:id="rId10"/>
    <p:sldId id="349" r:id="rId11"/>
    <p:sldId id="350" r:id="rId12"/>
    <p:sldId id="319" r:id="rId13"/>
    <p:sldId id="351" r:id="rId14"/>
    <p:sldId id="352" r:id="rId15"/>
    <p:sldId id="353" r:id="rId16"/>
    <p:sldId id="320" r:id="rId17"/>
    <p:sldId id="322" r:id="rId18"/>
    <p:sldId id="343" r:id="rId19"/>
    <p:sldId id="345" r:id="rId20"/>
    <p:sldId id="357" r:id="rId21"/>
    <p:sldId id="336" r:id="rId22"/>
    <p:sldId id="316" r:id="rId23"/>
    <p:sldId id="258" r:id="rId24"/>
    <p:sldId id="257" r:id="rId25"/>
    <p:sldId id="346" r:id="rId26"/>
    <p:sldId id="259" r:id="rId27"/>
    <p:sldId id="260" r:id="rId28"/>
    <p:sldId id="261" r:id="rId29"/>
    <p:sldId id="262" r:id="rId30"/>
    <p:sldId id="263" r:id="rId31"/>
    <p:sldId id="264" r:id="rId32"/>
    <p:sldId id="265" r:id="rId33"/>
    <p:sldId id="266" r:id="rId34"/>
    <p:sldId id="267" r:id="rId35"/>
    <p:sldId id="268" r:id="rId36"/>
    <p:sldId id="347" r:id="rId37"/>
  </p:sldIdLst>
  <p:sldSz cx="9144000" cy="6858000" type="screen4x3"/>
  <p:notesSz cx="7010400" cy="9296400"/>
  <p:defaultTextStyle>
    <a:defPPr>
      <a:defRPr lang="en-US"/>
    </a:defPPr>
    <a:lvl1pPr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1pPr>
    <a:lvl2pPr marL="4572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2pPr>
    <a:lvl3pPr marL="9144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3pPr>
    <a:lvl4pPr marL="13716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4pPr>
    <a:lvl5pPr marL="1828800" algn="l" rtl="0" fontAlgn="base">
      <a:spcBef>
        <a:spcPct val="20000"/>
      </a:spcBef>
      <a:spcAft>
        <a:spcPct val="0"/>
      </a:spcAft>
      <a:buClr>
        <a:schemeClr val="accent2"/>
      </a:buClr>
      <a:buSzPct val="70000"/>
      <a:buFont typeface="Wingdings" pitchFamily="2" charset="2"/>
      <a:buChar char="l"/>
      <a:defRPr sz="2600" kern="1200">
        <a:solidFill>
          <a:schemeClr val="tx1"/>
        </a:solidFill>
        <a:latin typeface="Arial" charset="0"/>
        <a:ea typeface="+mn-ea"/>
        <a:cs typeface="+mn-cs"/>
      </a:defRPr>
    </a:lvl5pPr>
    <a:lvl6pPr marL="2286000" algn="l" defTabSz="914400" rtl="0" eaLnBrk="1" latinLnBrk="0" hangingPunct="1">
      <a:defRPr sz="2600" kern="1200">
        <a:solidFill>
          <a:schemeClr val="tx1"/>
        </a:solidFill>
        <a:latin typeface="Arial" charset="0"/>
        <a:ea typeface="+mn-ea"/>
        <a:cs typeface="+mn-cs"/>
      </a:defRPr>
    </a:lvl6pPr>
    <a:lvl7pPr marL="2743200" algn="l" defTabSz="914400" rtl="0" eaLnBrk="1" latinLnBrk="0" hangingPunct="1">
      <a:defRPr sz="2600" kern="1200">
        <a:solidFill>
          <a:schemeClr val="tx1"/>
        </a:solidFill>
        <a:latin typeface="Arial" charset="0"/>
        <a:ea typeface="+mn-ea"/>
        <a:cs typeface="+mn-cs"/>
      </a:defRPr>
    </a:lvl7pPr>
    <a:lvl8pPr marL="3200400" algn="l" defTabSz="914400" rtl="0" eaLnBrk="1" latinLnBrk="0" hangingPunct="1">
      <a:defRPr sz="2600" kern="1200">
        <a:solidFill>
          <a:schemeClr val="tx1"/>
        </a:solidFill>
        <a:latin typeface="Arial" charset="0"/>
        <a:ea typeface="+mn-ea"/>
        <a:cs typeface="+mn-cs"/>
      </a:defRPr>
    </a:lvl8pPr>
    <a:lvl9pPr marL="3657600" algn="l" defTabSz="914400" rtl="0" eaLnBrk="1" latinLnBrk="0" hangingPunct="1">
      <a:defRPr sz="2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4917"/>
    <a:srgbClr val="C4E7F4"/>
    <a:srgbClr val="893611"/>
    <a:srgbClr val="A44114"/>
    <a:srgbClr val="F3B99F"/>
    <a:srgbClr val="FF6600"/>
    <a:srgbClr val="000066"/>
    <a:srgbClr val="0000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155" autoAdjust="0"/>
  </p:normalViewPr>
  <p:slideViewPr>
    <p:cSldViewPr>
      <p:cViewPr varScale="1">
        <p:scale>
          <a:sx n="82" d="100"/>
          <a:sy n="82" d="100"/>
        </p:scale>
        <p:origin x="1502" y="72"/>
      </p:cViewPr>
      <p:guideLst>
        <p:guide orient="horz" pos="2160"/>
        <p:guide pos="2880"/>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19"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34820"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34821"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F0B6EC5B-DE15-4B62-9DC0-DE1BD893DD16}" type="slidenum">
              <a:rPr lang="en-US"/>
              <a:pPr/>
              <a:t>‹#›</a:t>
            </a:fld>
            <a:endParaRPr lang="en-US" dirty="0"/>
          </a:p>
        </p:txBody>
      </p:sp>
    </p:spTree>
    <p:extLst>
      <p:ext uri="{BB962C8B-B14F-4D97-AF65-F5344CB8AC3E}">
        <p14:creationId xmlns:p14="http://schemas.microsoft.com/office/powerpoint/2010/main" val="182486820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06.722"/>
    </inkml:context>
    <inkml:brush xml:id="br0">
      <inkml:brushProperty name="width" value="0.05" units="cm"/>
      <inkml:brushProperty name="height" value="0.05" units="cm"/>
    </inkml:brush>
  </inkml:definitions>
  <inkml:trace contextRef="#ctx0" brushRef="#br0">233 5 24575,'0'-4'0,"-9"7"0,-3 12 0,-8 12 0,0 6 0,2 10 0,-4 12 0,2 5 0,-5 5 0,2 1 0,5-2 0,1-12 0,4-7 0,3-18 0,5-29 0,6-21 0,4-17 0,0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07.209"/>
    </inkml:context>
    <inkml:brush xml:id="br0">
      <inkml:brushProperty name="width" value="0.05" units="cm"/>
      <inkml:brushProperty name="height" value="0.05" units="cm"/>
    </inkml:brush>
  </inkml:definitions>
  <inkml:trace contextRef="#ctx0" brushRef="#br0">0 19 24575,'0'-1'0,"1"0"0,-1 0 0,0 0 0,1 0 0,-1 0 0,1 0 0,-1 0 0,1 0 0,0 1 0,-1-1 0,1 0 0,0 0 0,-1 1 0,1-1 0,0 0 0,0 1 0,0-1 0,-1 1 0,1-1 0,0 1 0,0-1 0,0 1 0,0 0 0,0-1 0,0 1 0,0 0 0,0 0 0,0 0 0,0 0 0,0 0 0,0 0 0,1 0 0,1 0 0,0 0 0,0 0 0,0 0 0,0 0 0,0 0 0,0 1 0,0-1 0,0 1 0,0 0 0,2 1 0,-1 1 0,0 0 0,0 1 0,-1-1 0,0 1 0,1 0 0,-2 0 0,1 0 0,0 0 0,-1 0 0,3 6 0,19 51 0,-20-51 0,27 107 0,-24-83 0,1-1 0,19 46 0,-4-24 0,21 44 0,-35-86-35,-3-14 122,0-22-1504,-4-10-5409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07.628"/>
    </inkml:context>
    <inkml:brush xml:id="br0">
      <inkml:brushProperty name="width" value="0.05" units="cm"/>
      <inkml:brushProperty name="height" value="0.05" units="cm"/>
    </inkml:brush>
  </inkml:definitions>
  <inkml:trace contextRef="#ctx0" brushRef="#br0">1 1 24575,'4'9'0,"15"2"0,9 0 0,8-2 0,7-2 0,9-3 0,9-2 0,-1-1 0,-11-6 0,-14-1-8191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12.155"/>
    </inkml:context>
    <inkml:brush xml:id="br0">
      <inkml:brushProperty name="width" value="0.05" units="cm"/>
      <inkml:brushProperty name="height" value="0.05" units="cm"/>
    </inkml:brush>
  </inkml:definitions>
  <inkml:trace contextRef="#ctx0" brushRef="#br0">47 1 24575,'0'8'0,"0"9"0,0 8 0,0 15 0,0 8 0,0 10 0,-4 8 0,-2-2 0,0-4 0,2-3 0,-4-12 0,0-3 0,2-19 0,1-13-8191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12.743"/>
    </inkml:context>
    <inkml:brush xml:id="br0">
      <inkml:brushProperty name="width" value="0.05" units="cm"/>
      <inkml:brushProperty name="height" value="0.05" units="cm"/>
    </inkml:brush>
  </inkml:definitions>
  <inkml:trace contextRef="#ctx0" brushRef="#br0">1 2 24575,'48'0'0,"6"-2"0,0 3 0,0 2 0,103 20 0,-142-19 0,0 1 0,0 0 0,0 1 0,-1 1 0,0 0 0,0 1 0,20 15 0,-25-16 0,-1 1 0,0 0 0,0 0 0,-1 1 0,0 0 0,-1 0 0,1 1 0,-2 0 0,0 0 0,0 0 0,6 20 0,-6-15 0,-1 0 0,-1 1 0,0-1 0,-2 0 0,1 1 0,-2-1 0,0 1 0,-1 0 0,-3 18 0,3-26 0,-1 1 0,-1-1 0,0 0 0,0 0 0,0 0 0,-1 0 0,0-1 0,-1 1 0,1-1 0,-1 0 0,-1 0 0,0-1 0,0 1 0,0-1 0,0-1 0,-1 1 0,0-1 0,-8 4 0,-8 3 0,-1-1 0,0-1 0,0-1 0,-1-1 0,0-1 0,-1-2 0,1 0 0,-1-2 0,0-1 0,0-1 0,-48-4 0,69 3-105,0 0 0,-1-1 0,1 0 0,0 0 0,0 0 0,0-1 0,0 0 0,0 0 0,0 0 0,0 0 0,1-1 0,-8-5 0,-12-15-6721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15.202"/>
    </inkml:context>
    <inkml:brush xml:id="br0">
      <inkml:brushProperty name="width" value="0.05" units="cm"/>
      <inkml:brushProperty name="height" value="0.05" units="cm"/>
    </inkml:brush>
  </inkml:definitions>
  <inkml:trace contextRef="#ctx0" brushRef="#br0">523 52 24575,'-6'-6'0,"0"1"0,-1 1 0,0-1 0,0 1 0,0 0 0,0 1 0,-1 0 0,1 0 0,-1 1 0,0-1 0,-13-1 0,3 2 0,0 0 0,0 1 0,0 0 0,-21 3 0,28 0 0,1 0 0,1 1 0,-1 0 0,0 0 0,1 1 0,-1 0 0,1 1 0,0 0 0,1 0 0,-1 1 0,1 0 0,-8 7 0,-11 13 0,-46 57 0,54-61 0,12-13 0,0 1 0,0 0 0,1 0 0,0 1 0,0 0 0,1 0 0,1 0 0,0 0 0,1 1 0,0-1 0,0 1 0,1 0 0,1 0 0,0 0 0,1 0 0,0 0 0,0 0 0,4 17 0,-3-24 0,1-1 0,-1 1 0,1-1 0,0 1 0,0-1 0,0 0 0,1 0 0,-1 0 0,1 0 0,0-1 0,0 1 0,0-1 0,1 1 0,-1-1 0,1 0 0,0-1 0,0 1 0,0-1 0,0 1 0,0-1 0,0 0 0,1-1 0,-1 1 0,7 1 0,9 2 0,1-1 0,0-1 0,0 0 0,24-2 0,-13 0 0,1-1 0,64-10 0,-82 7 0,-1-1 0,1 0 0,0-1 0,-1 0 0,0-1 0,0-1 0,-1 0 0,22-16 0,-6 0-1365,-1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17.157"/>
    </inkml:context>
    <inkml:brush xml:id="br0">
      <inkml:brushProperty name="width" value="0.05" units="cm"/>
      <inkml:brushProperty name="height" value="0.05" units="cm"/>
    </inkml:brush>
  </inkml:definitions>
  <inkml:trace contextRef="#ctx0" brushRef="#br0">219 12 24575,'0'-9'0,"0"6"0,-9 8 0,-2 16 0,-10 18 0,1 20 0,-7 9 0,2 1 0,-3-2 0,3-8 0,5-5 0,7-3 0,0-11 0,8-20 0,4-22 0,2-12-8191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17.858"/>
    </inkml:context>
    <inkml:brush xml:id="br0">
      <inkml:brushProperty name="width" value="0.05" units="cm"/>
      <inkml:brushProperty name="height" value="0.05" units="cm"/>
    </inkml:brush>
  </inkml:definitions>
  <inkml:trace contextRef="#ctx0" brushRef="#br0">0 24 24575,'132'-12'0,"-8"1"0,-120 11 0,0 0 0,0 0 0,0 0 0,0 0 0,0 1 0,0 0 0,0 0 0,0 0 0,0 0 0,-1 0 0,1 1 0,0 0 0,-1 0 0,1 0 0,-1 0 0,7 5 0,-8-4 0,0 0 0,0 0 0,-1 0 0,1 0 0,-1 0 0,1 1 0,-1-1 0,0 0 0,0 1 0,-1-1 0,1 1 0,-1-1 0,1 1 0,-1-1 0,0 1 0,0-1 0,-1 1 0,1-1 0,-3 7 0,2-2 0,-1 1 0,-1-1 0,0 0 0,0 0 0,0 0 0,-1-1 0,0 1 0,-1-1 0,1 0 0,-1 0 0,-1 0 0,0-1 0,1 1 0,-2-2 0,1 1 0,-14 9 0,2-4 0,-1-1 0,0-1 0,-1-1 0,0 0 0,-32 7 0,134-16 0,-64 0 0,0 2 0,0 0 0,-1 1 0,1 1 0,-1 0 0,31 11 0,-41-11 0,0-1 0,0 1 0,0 1 0,0-1 0,0 1 0,-1 1 0,0-1 0,1 1 0,-2 0 0,1 0 0,-1 1 0,1 0 0,-1 0 0,-1 0 0,1 0 0,-1 1 0,6 13 0,-9-18 0,-1 0 0,1-1 0,0 2 0,-1-1 0,1 0 0,-1 0 0,0 0 0,0 0 0,0 0 0,0 0 0,0 0 0,0 0 0,0 0 0,-1 0 0,1 0 0,-1 0 0,1 0 0,-1 0 0,0 0 0,0 0 0,0 0 0,0 0 0,0-1 0,0 1 0,0 0 0,-1-1 0,1 1 0,-1-1 0,1 1 0,-1-1 0,0 0 0,1 1 0,-1-1 0,0 0 0,0 0 0,0-1 0,0 1 0,-3 1 0,-8 2 0,0-1 0,0 0 0,0-1 0,-24 1 0,35-2 0,-1-1-18,-133 6 158,115-7-437,-1 0-1,1-1 1,0-1-1,-26-7 1,13-2-6529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23.571"/>
    </inkml:context>
    <inkml:brush xml:id="br0">
      <inkml:brushProperty name="width" value="0.05" units="cm"/>
      <inkml:brushProperty name="height" value="0.05" units="cm"/>
    </inkml:brush>
  </inkml:definitions>
  <inkml:trace contextRef="#ctx0" brushRef="#br0">101 10 24575,'17'-5'0,"-17"5"0,1-1 0,-1 1 0,1-1 0,-1 1 0,1 0 0,-1 0 0,1-1 0,-1 1 0,1 0 0,-1 0 0,1-1 0,0 1 0,-1 0 0,1 0 0,-1 0 0,1 0 0,-1 0 0,1 0 0,0 0 0,-1 0 0,1 0 0,-1 0 0,1 0 0,0 1 0,-1-1 0,1 0 0,-1 0 0,1 0 0,-1 1 0,1-1 0,-1 0 0,1 1 0,-1-1 0,1 1 0,-1-1 0,1 0 0,-1 1 0,0-1 0,1 1 0,-1-1 0,0 1 0,1-1 0,-1 1 0,0-1 0,0 1 0,1-1 0,-1 1 0,0 0 0,0-1 0,0 2 0,5 16 0,-1 0 0,-1 0 0,-1 0 0,0 1 0,-1-1 0,-3 31 0,1-11 0,2 213 0,-5 272 0,0-460 0,-3-1 0,-3 0 0,-3 0 0,-36 108 0,23-83 0,-11 30 0,32-111-26,4-16 89,5-19-1465,7-5-5424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30.690"/>
    </inkml:context>
    <inkml:brush xml:id="br0">
      <inkml:brushProperty name="width" value="0.05" units="cm"/>
      <inkml:brushProperty name="height" value="0.05" units="cm"/>
    </inkml:brush>
  </inkml:definitions>
  <inkml:trace contextRef="#ctx0" brushRef="#br0">112 18 24575,'0'-9'0,"0"2"0,0 6 0,-4 12 0,-2 18 0,1 12 0,-9 13 0,0 10 0,1-1 0,3-3 0,3 2 0,-6-10 0,-1-18 0,2-23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31.810"/>
    </inkml:context>
    <inkml:brush xml:id="br0">
      <inkml:brushProperty name="width" value="0.05" units="cm"/>
      <inkml:brushProperty name="height" value="0.05" units="cm"/>
    </inkml:brush>
  </inkml:definitions>
  <inkml:trace contextRef="#ctx0" brushRef="#br0">1 81 24575,'0'-1'0,"0"-1"0,1 0 0,-1 0 0,1 1 0,-1-1 0,1 0 0,0 1 0,0-1 0,-1 1 0,1-1 0,0 1 0,1-1 0,-1 1 0,0 0 0,0-1 0,1 1 0,-1 0 0,0 0 0,1 0 0,-1 0 0,1 0 0,2-1 0,39-15 0,-11 9 0,1 0 0,0 3 0,1 0 0,-1 2 0,1 2 0,48 4 0,-77-3 0,0 1 0,1 0 0,-1 0 0,0 1 0,0-1 0,0 1 0,0 1 0,-1-1 0,1 0 0,7 6 0,-10-6 0,0-1 0,-1 1 0,1 0 0,0-1 0,-1 1 0,1 0 0,-1 0 0,0 0 0,0 0 0,1 1 0,-1-1 0,-1 0 0,1 0 0,0 1 0,0-1 0,-1 0 0,0 1 0,1-1 0,-1 1 0,0-1 0,0 0 0,0 1 0,0-1 0,-1 1 0,0 2 0,-1 3 0,-1-1 0,0 0 0,0 0 0,-1 0 0,0 0 0,0 0 0,-1-1 0,1 0 0,-2 0 0,1 0 0,0-1 0,-1 1 0,-9 5 0,-11 8 0,-55 29 0,46-29 0,34-19 0,0 1 0,0-1 0,0 1 0,0-1 0,0 1 0,0 0 0,0-1 0,0 1 0,0 0 0,1 0 0,-1-1 0,0 1 0,0 0 0,1 0 0,-1 0 0,0 0 0,1 0 0,-1 0 0,1 0 0,-1 0 0,1 0 0,0 0 0,-1 0 0,1 1 0,0-1 0,0 0 0,0 0 0,0 0 0,0 0 0,0 0 0,0 1 0,0-1 0,0 0 0,1 0 0,-1 0 0,0 0 0,1 0 0,-1 0 0,1 0 0,-1 0 0,2 2 0,3 3 0,0 0 0,0 0 0,1-1 0,0 0 0,8 7 0,4 3 0,3 5 0,0 2 0,-2 0 0,-1 1 0,-1 1 0,-1 1 0,-1 1 0,14 30 0,-28-53 0,1 0 0,-1 0 0,0 0 0,-1 0 0,1 0 0,0 0 0,-1 0 0,0 0 0,0 0 0,0 0 0,0 0 0,0 0 0,0 0 0,-1 0 0,0 0 0,1 0 0,-1 0 0,0 0 0,-3 5 0,2-4 0,-1-1 0,0 0 0,0 0 0,0 0 0,0 0 0,0 0 0,0-1 0,-1 0 0,1 1 0,-1-1 0,0 0 0,-7 2 0,-3 0 0,0 0 0,0-1 0,0 0 0,0-2 0,0 1 0,0-2 0,-19-1 0,19 0 0,0-1 0,0 0 0,0-1 0,1-1 0,-22-8 0,30 10 0,0 0 0,0-1 0,1 0 0,-1 1 0,1-2 0,-1 1 0,1 0 0,0-1 0,0 0 0,1 0 0,-1 0 0,1 0 0,0-1 0,0 1 0,0-1 0,1 0 0,-3-6 0,3 4-227,0 0-1,1-1 1,-1 1-1,2 0 1,-1-8-1,5-35-6598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32.602"/>
    </inkml:context>
    <inkml:brush xml:id="br0">
      <inkml:brushProperty name="width" value="0.05" units="cm"/>
      <inkml:brushProperty name="height" value="0.05" units="cm"/>
    </inkml:brush>
  </inkml:definitions>
  <inkml:trace contextRef="#ctx0" brushRef="#br0">366 174 24575,'0'-7'0,"-1"-1"0,1 1 0,-2-1 0,1 1 0,-1-1 0,0 1 0,-1 0 0,0 0 0,0 0 0,0 0 0,-1 1 0,0-1 0,0 1 0,-1 0 0,1 0 0,-1 0 0,-1 1 0,1 0 0,-1 0 0,0 0 0,0 0 0,0 1 0,-14-6 0,13 7 0,1 0 0,-1 0 0,1 1 0,-1 0 0,0 1 0,0-1 0,0 2 0,0-1 0,0 1 0,0-1 0,-1 2 0,1-1 0,0 1 0,0 0 0,0 1 0,1 0 0,-1 0 0,0 0 0,1 1 0,-1 0 0,1 0 0,0 1 0,0-1 0,0 1 0,-10 9 0,8-5 0,1 0 0,0 1 0,1 0 0,0 0 0,0 0 0,0 1 0,1 0 0,1 0 0,0 0 0,0 0 0,-2 15 0,2-8 0,1 1 0,1-1 0,0 1 0,2 0 0,0 0 0,3 20 0,-3-32 5,1-1-1,0 0 1,0 1 0,1-1-1,-1 0 1,1 0-1,0 0 1,1 0 0,-1 0-1,1 0 1,0-1 0,0 1-1,0-1 1,1 0-1,0 0 1,-1 0 0,1-1-1,1 1 1,-1-1-1,0 0 1,1 0 0,0 0-1,0-1 1,0 1-1,5 1 1,7 0-217,1 0 0,-1 0 0,1-2-1,0 0 1,0-1 0,22-2 0,3 0-6614</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33.230"/>
    </inkml:context>
    <inkml:brush xml:id="br0">
      <inkml:brushProperty name="width" value="0.05" units="cm"/>
      <inkml:brushProperty name="height" value="0.05" units="cm"/>
    </inkml:brush>
  </inkml:definitions>
  <inkml:trace contextRef="#ctx0" brushRef="#br0">182 0 24575,'0'9'0,"-13"16"0,-5 13 0,-7 17 0,0 17 0,4 10 0,-3-1 0,3-5 0,5-7 0,4-10 0,6-16-8191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33.822"/>
    </inkml:context>
    <inkml:brush xml:id="br0">
      <inkml:brushProperty name="width" value="0.05" units="cm"/>
      <inkml:brushProperty name="height" value="0.05" units="cm"/>
    </inkml:brush>
  </inkml:definitions>
  <inkml:trace contextRef="#ctx0" brushRef="#br0">0 29 24575,'0'-1'0,"0"0"0,1 1 0,-1-1 0,0 0 0,0 1 0,0-1 0,1 0 0,-1 1 0,0-1 0,1 0 0,-1 1 0,1-1 0,-1 1 0,1-1 0,-1 1 0,1-1 0,-1 1 0,1-1 0,-1 1 0,1-1 0,0 1 0,-1 0 0,1-1 0,0 1 0,-1 0 0,1-1 0,1 1 0,22-5 0,-21 5 0,51-5 0,-1 2 0,0 2 0,63 8 0,-105-6 0,0 1 0,0 0 0,-1 0 0,0 1 0,1 1 0,-1 0 0,0 0 0,0 1 0,-1 0 0,0 1 0,12 8 0,-14-8 0,-1 0 0,0 1 0,0-1 0,-1 1 0,1 0 0,-1 1 0,-1-1 0,0 1 0,0 0 0,0 0 0,-1 1 0,0-1 0,-1 0 0,2 12 0,0 1 0,-2 0 0,-1 0 0,0 1 0,-2-1 0,-1 0 0,0 0 0,-1 0 0,-2 0 0,0 0 0,-1-1 0,-1 0 0,0 0 0,-2-1 0,-1 0 0,0 0 0,-1-1 0,-1 0 0,-18 20 0,1-3 0,8-8 0,-47 44 0,62-66 11,-1 0 0,0-1 0,0 0 0,0 0 0,-1 0 0,0-1-1,1 0 1,-1 0 0,0-1 0,-15 2 0,19-3-82,-1 0 1,1-1-1,0 0 0,-1 0 0,1 0 1,-1 0-1,1-1 0,-1 1 1,1-1-1,0 0 0,-1-1 0,1 1 1,0-1-1,0 0 0,0 0 1,0 0-1,0 0 0,1-1 0,-1 0 1,-5-5-1,-8-16-6755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38.123"/>
    </inkml:context>
    <inkml:brush xml:id="br0">
      <inkml:brushProperty name="width" value="0.05" units="cm"/>
      <inkml:brushProperty name="height" value="0.05" units="cm"/>
    </inkml:brush>
  </inkml:definitions>
  <inkml:trace contextRef="#ctx0" brushRef="#br0">1851 0 24575,'0'0'0,"1"0"0,-1 0 0,1 0 0,-1 0 0,0 0 0,1 1 0,-1-1 0,0 0 0,1 0 0,-1 0 0,0 0 0,1 0 0,-1 0 0,0 1 0,1-1 0,-1 0 0,0 0 0,0 0 0,1 1 0,-1-1 0,0 0 0,0 1 0,1-1 0,-1 0 0,0 0 0,0 1 0,0-1 0,0 0 0,1 1 0,-1-1 0,0 0 0,0 1 0,0-1 0,0 0 0,0 1 0,0-1 0,0 1 0,0-1 0,0 0 0,0 1 0,0-1 0,0 0 0,0 1 0,0-1 0,0 0 0,-1 1 0,1-1 0,0 0 0,0 1 0,0-1 0,0 0 0,-1 1 0,1-1 0,0 0 0,0 0 0,-1 1 0,1-1 0,0 0 0,-1 0 0,1 1 0,-1-1 0,-18 24 0,17-22 0,-51 52 0,-3-3 0,-81 58 0,43-48 0,63-42 0,1 1 0,-29 23 0,-147 122 0,22-19 0,151-118 0,-2 3 0,-1-1 0,-1-2 0,-1-2 0,-53 27 0,50-33 0,-12 4 0,-80 51 0,118-65 0,-25 16 0,1 2 0,-64 59 0,69-56 0,-62 45 0,15-14 0,66-51 0,1 0 0,-28 15 0,34-24-1365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42.339"/>
    </inkml:context>
    <inkml:brush xml:id="br0">
      <inkml:brushProperty name="width" value="0.05" units="cm"/>
      <inkml:brushProperty name="height" value="0.05" units="cm"/>
    </inkml:brush>
  </inkml:definitions>
  <inkml:trace contextRef="#ctx0" brushRef="#br0">0 10 24575,'9'0'0,"7"0"0,10 0 0,9 0 0,8 0 0,5 0 0,3 0 0,-7-4 0,-11-2-8191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43.331"/>
    </inkml:context>
    <inkml:brush xml:id="br0">
      <inkml:brushProperty name="width" value="0.05" units="cm"/>
      <inkml:brushProperty name="height" value="0.05" units="cm"/>
    </inkml:brush>
  </inkml:definitions>
  <inkml:trace contextRef="#ctx0" brushRef="#br0">105 0 24575,'-18'26'0,"2"1"0,-26 55 0,34-57 0,2 0 0,1 1 0,0-1 0,2 1 0,1 1 0,2 38 0,1-58 0,-1-1 0,1 1 0,1-1 0,-1 1 0,1-1 0,0 1 0,1-1 0,0 0 0,0 0 0,0 0 0,0-1 0,5 7 0,-6-10 0,-1 0 0,1-1 0,0 1 0,-1-1 0,1 1 0,0-1 0,0 1 0,0-1 0,0 0 0,0 0 0,0 0 0,0 0 0,0 0 0,1-1 0,-1 1 0,0-1 0,0 1 0,1-1 0,-1 0 0,0 0 0,1 0 0,-1 0 0,0 0 0,1 0 0,-1-1 0,0 1 0,0-1 0,1 0 0,-1 1 0,0-1 0,0 0 0,0 0 0,0-1 0,0 1 0,0 0 0,3-3 0,5-5 0,0 0 0,-1 0 0,0-1 0,0 0 0,-1 0 0,0-1 0,-1 0 0,-1-1 0,1 0 0,-2 0 0,0 0 0,0 0 0,-1-1 0,4-23 0,-8 34 0,1 0 0,-1 0 0,0 0 0,-1 0 0,1 0 0,0 0 0,0 0 0,-1 0 0,1 0 0,-1 0 0,0 0 0,0 0 0,1 0 0,-1 1 0,0-1 0,-1 0 0,1 0 0,0 1 0,0-1 0,-1 1 0,-1-2 0,0 1 0,0-1 0,-1 1 0,1 1 0,-1-1 0,1 0 0,-1 1 0,0 0 0,1-1 0,-1 2 0,-6-2 0,1 1 0,-1 0 0,1 1 0,-1 0 0,1 1 0,-1 0 0,1 0 0,-1 1 0,-12 4 0,-3 7-1365,10 1-5461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44.215"/>
    </inkml:context>
    <inkml:brush xml:id="br0">
      <inkml:brushProperty name="width" value="0.05" units="cm"/>
      <inkml:brushProperty name="height" value="0.05" units="cm"/>
    </inkml:brush>
  </inkml:definitions>
  <inkml:trace contextRef="#ctx0" brushRef="#br0">1046 135 24575,'0'-5'0,"0"0"0,0 1 0,-1-1 0,1 0 0,-1 1 0,0-1 0,-1 1 0,1 0 0,-1-1 0,0 1 0,0 0 0,0 0 0,-1 0 0,1 0 0,-5-5 0,2 5 0,0-1 0,0 1 0,0 0 0,0 1 0,-1-1 0,1 1 0,-1 0 0,0 0 0,-11-3 0,-8 0 0,1 1 0,0 2 0,-1 0 0,-38 1 0,34 1 0,0 1 0,-1 2 0,1 1 0,0 1 0,0 1 0,0 2 0,-46 17 0,44-9 0,1 1 0,0 1 0,2 1 0,0 1 0,1 2 0,1 1 0,-31 34 0,27-26 0,1 1 0,2 2 0,1 1 0,2 1 0,2 0 0,0 2 0,-30 76 0,45-87 0,1 1 0,1 0 0,2 0 0,0 0 0,2 0 0,1 0 0,5 39 0,-4-56 0,0 1 0,1-2 0,1 1 0,-1 0 0,1 0 0,1-1 0,0 1 0,0-1 0,1 0 0,0-1 0,1 1 0,0-1 0,0 0 0,10 9 0,-7-8 0,1-1 0,0 0 0,1 0 0,0-1 0,0-1 0,0 0 0,1 0 0,0-1 0,0-1 0,25 7 0,109 15 0,0-6 0,2-7 0,190-7 0,-323-6 0,0-2 0,-1 0 0,1-1 0,-1 0 0,0-2 0,0 1 0,0-2 0,0 1 0,-1-2 0,0 0 0,0-1 0,20-16 0,-2-2 0,-2 0 0,-1-2 0,38-50 0,-48 56 0,-2-1 0,-1 0 0,0-2 0,21-50 0,-30 58 0,0 1 0,-1-1 0,-1-1 0,-1 1 0,0-1 0,-2 1 0,0-1 0,-2-35 0,-1 36 0,0-1 0,-2 1 0,0-1 0,-1 1 0,0 0 0,-13-26 0,13 34 0,0 0 0,-1 1 0,0 0 0,0 0 0,-1 0 0,0 0 0,-1 1 0,1 0 0,-1 1 0,-1 0 0,1 0 0,-18-8 0,7 6-227,0 1-1,0 0 1,-1 2-1,0 0 1,-34-3-1,8 4-6598</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50.730"/>
    </inkml:context>
    <inkml:brush xml:id="br0">
      <inkml:brushProperty name="width" value="0.05" units="cm"/>
      <inkml:brushProperty name="height" value="0.05" units="cm"/>
    </inkml:brush>
  </inkml:definitions>
  <inkml:trace contextRef="#ctx0" brushRef="#br0">0 1 24575,'5'0'0,"18"0"0,15 0 0,10 0 0,0 0 0,2 0 0,1 0 0,0 0 0,-8 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51.570"/>
    </inkml:context>
    <inkml:brush xml:id="br0">
      <inkml:brushProperty name="width" value="0.05" units="cm"/>
      <inkml:brushProperty name="height" value="0.05" units="cm"/>
    </inkml:brush>
  </inkml:definitions>
  <inkml:trace contextRef="#ctx0" brushRef="#br0">0 3 24575,'32'-1'0,"-15"0"0,-1 1 0,1 0 0,28 5 0,-41-4 0,0 0 0,-1 0 0,1 0 0,-1 0 0,1 0 0,-1 1 0,0 0 0,0-1 0,1 1 0,-1 1 0,0-1 0,-1 0 0,1 1 0,0-1 0,-1 1 0,1 0 0,-1 0 0,0 0 0,0 0 0,0 0 0,2 7 0,-3-7 0,0 1 0,-1-1 0,1 1 0,-1-1 0,0 1 0,0-1 0,0 1 0,-1-1 0,1 0 0,-1 1 0,0-1 0,0 1 0,0-1 0,0 0 0,-1 0 0,0 0 0,1 1 0,-1-1 0,0-1 0,0 1 0,0 0 0,-1 0 0,-2 2 0,-6 6 0,-1 0 0,0 0 0,-21 13 0,19-15 0,-20 13 0,33-21 0,-1 0 0,0 0 0,1 1 0,-1-1 0,1 1 0,0-1 0,-1 1 0,1-1 0,0 1 0,0 0 0,0-1 0,0 1 0,-1 3 0,2-3 0,1-1 0,0 0 0,0 1 0,0-1 0,-1 0 0,1 0 0,0 1 0,1-1 0,-1 0 0,0 0 0,0 0 0,0-1 0,1 1 0,-1 0 0,0 0 0,1-1 0,-1 1 0,0-1 0,1 1 0,1 0 0,1 1 0,14 5 0,1-1 0,0 0 0,27 4 0,-32-8 0,1 1 0,-2 0 0,1 1 0,0 1 0,-1 0 0,1 1 0,-2 0 0,16 10 0,-25-14 0,-1-1 0,0 1 0,0-1 0,0 1 0,0 0 0,0 0 0,0 0 0,0 0 0,-1 0 0,1 0 0,-1 0 0,1 1 0,-1-1 0,0 0 0,0 1 0,0-1 0,0 1 0,0 0 0,-1-1 0,1 1 0,-1 0 0,0-1 0,1 1 0,-1 0 0,-1-1 0,1 1 0,0 0 0,-1-1 0,1 1 0,-1 0 0,0-1 0,0 1 0,0-1 0,0 1 0,0-1 0,0 1 0,-4 3 0,0 0 0,0 0 0,-1 0 0,0 0 0,0-1 0,0 0 0,-1 0 0,0-1 0,0 0 0,0 0 0,0 0 0,-13 4 0,8-4-114,-1-1 1,1 0-1,-1 0 0,0-1 0,0-1 1,1 0-1,-1-1 0,0 0 0,0-1 1,0 0-1,-19-5 0,0-6-6712</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3:53.316"/>
    </inkml:context>
    <inkml:brush xml:id="br0">
      <inkml:brushProperty name="width" value="0.05" units="cm"/>
      <inkml:brushProperty name="height" value="0.05" units="cm"/>
    </inkml:brush>
  </inkml:definitions>
  <inkml:trace contextRef="#ctx0" brushRef="#br0">1277 162 24575,'1'0'0,"1"0"0,-1 0 0,0 0 0,1 0 0,-1 0 0,0 0 0,1-1 0,-1 1 0,0 0 0,1-1 0,-1 1 0,0-1 0,0 0 0,0 1 0,1-1 0,-1 0 0,1 0 0,-2 0 0,1 0 0,-1 1 0,1-1 0,-1 0 0,0 0 0,1 1 0,-1-1 0,0 0 0,0 0 0,0 0 0,1 1 0,-1-1 0,0 0 0,0 0 0,0 0 0,0 1 0,0-1 0,0 0 0,-1 0 0,1-1 0,-1-2 0,-1 1 0,1 0 0,-1 0 0,0-1 0,0 1 0,0 0 0,0 0 0,0 1 0,-1-1 0,1 0 0,-5-2 0,-10-7 0,-1 0 0,0 2 0,0 0 0,-1 1 0,0 1 0,-1 1 0,0 1 0,0 0 0,0 2 0,-36-4 0,-20 2 0,-125 8 0,90 2 0,107-4 0,-58 0 0,-109 15 0,151-11 0,0 0 0,-1 2 0,2 0 0,-1 1 0,1 1 0,0 1 0,0 1 0,1 1 0,-20 15 0,20-10 0,2 2 0,0-1 0,1 2 0,0 0 0,-11 22 0,7-12 0,10-14 0,0 0 0,1 0 0,0 1 0,2 1 0,0-1 0,0 1 0,2 0 0,0 0 0,1 0 0,1 1 0,0-1 0,1 20 0,2-22 0,0-1 0,1 1 0,0-1 0,1 1 0,0-1 0,1 0 0,1-1 0,1 1 0,0-1 0,0 0 0,1 0 0,1-1 0,0 0 0,1 0 0,10 11 0,12 5 0,0-2 0,2 0 0,1-2 0,1-2 0,1-1 0,65 27 0,-43-25 0,1-3 0,69 15 0,-89-28 0,-1-2 0,69 2 0,78-13 0,-163 3 0,0-1 0,0 0 0,0-2 0,-1 0 0,1-1 0,-2-1 0,1-2 0,-1 0 0,0-1 0,-1 0 0,-1-2 0,0 0 0,0-1 0,-2-1 0,0-1 0,0 0 0,-1-1 0,14-22 0,-21 26 0,0-1 0,-1 0 0,0 0 0,-1-1 0,-1 0 0,0 0 0,-1-1 0,-1 1 0,0-1 0,-1 0 0,0-23 0,-2 22 0,0 0 0,-2 0 0,0-1 0,-1 2 0,0-1 0,-2 0 0,0 1 0,0-1 0,-2 1 0,-11-21 0,15 32-114,0 1 1,-1-1-1,0 0 0,0 1 0,0 0 1,0-1-1,-1 2 0,0-1 0,1 1 1,-1-1-1,-10-3 0,-21-8-6712</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04.927"/>
    </inkml:context>
    <inkml:brush xml:id="br0">
      <inkml:brushProperty name="width" value="0.05" units="cm"/>
      <inkml:brushProperty name="height" value="0.05" units="cm"/>
    </inkml:brush>
  </inkml:definitions>
  <inkml:trace contextRef="#ctx0" brushRef="#br0">203 7 24575,'-3'-7'0,"-5"12"0,-6 15 0,-5 13 0,3 1 0,0 0 0,-19 66 0,-18 113 0,53-211 0,-10 39 0,2-9 0,1 0 0,2 1 0,-3 52 0,8-85 0,0 0-1,0 0 0,0 0 1,0 0-1,0 1 1,0-1-1,0 0 0,0 0 1,0 0-1,0 1 0,0-1 1,0 0-1,0 0 1,0 0-1,0 1 0,0-1 1,0 0-1,0 0 0,0 0 1,0 1-1,0-1 1,0 0-1,0 0 0,0 0 1,0 0-1,0 1 0,0-1 1,1 0-1,-1 0 1,0 0-1,0 0 0,0 1 1,0-1-1,0 0 1,1 0-1,-1 0 0,0 0 1,0 0-1,0 0 0,0 0 1,1 0-1,-1 0 1,0 1-1,0-1 0,0 0 1,1 0-1,-1 0 0,0 0 1,0 0-1,0 0 1,1 0-1,-1 0 0,10-11 82,7-19-1494,-2-3-5413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05.444"/>
    </inkml:context>
    <inkml:brush xml:id="br0">
      <inkml:brushProperty name="width" value="0.05" units="cm"/>
      <inkml:brushProperty name="height" value="0.05" units="cm"/>
    </inkml:brush>
  </inkml:definitions>
  <inkml:trace contextRef="#ctx0" brushRef="#br0">0 0 24575,'0'5'0,"9"1"0,3 13 0,8 3 0,5 11 0,-1 5 0,7-5 0,0 6 0,2 4 0,-3 1 0,-8 0 0,-7 7 0,-6-2 0,-5-13 0,-2-25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05.817"/>
    </inkml:context>
    <inkml:brush xml:id="br0">
      <inkml:brushProperty name="width" value="0.05" units="cm"/>
      <inkml:brushProperty name="height" value="0.05" units="cm"/>
    </inkml:brush>
  </inkml:definitions>
  <inkml:trace contextRef="#ctx0" brushRef="#br0">1 0 24575,'0'4'0,"13"2"0,13 0 0,11-2 0,9-1 0,-5-1-8191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06.967"/>
    </inkml:context>
    <inkml:brush xml:id="br0">
      <inkml:brushProperty name="width" value="0.05" units="cm"/>
      <inkml:brushProperty name="height" value="0.05" units="cm"/>
    </inkml:brush>
  </inkml:definitions>
  <inkml:trace contextRef="#ctx0" brushRef="#br0">1 10 24575,'0'-9'0,"0"10"0,0 10 0,0 11 0,0 11 0,0 5 0,0 4 0,0-1 0,0 2 0,0 2 0,0-1 0,0-1 0,0-2 0,0-18 0,0-16 0,0-19 0,0-7-8191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07.524"/>
    </inkml:context>
    <inkml:brush xml:id="br0">
      <inkml:brushProperty name="width" value="0.05" units="cm"/>
      <inkml:brushProperty name="height" value="0.05" units="cm"/>
    </inkml:brush>
  </inkml:definitions>
  <inkml:trace contextRef="#ctx0" brushRef="#br0">100 1 24575,'26'0'0,"0"0"0,0 2 0,0 1 0,0 1 0,-1 1 0,1 1 0,-1 1 0,-1 1 0,48 24 0,-58-25 0,-1 1 0,0 0 0,0 1 0,19 17 0,-27-21 0,0 1 0,0 1 0,-1-1 0,1 0 0,-1 1 0,-1 0 0,1 0 0,-1 0 0,-1 0 0,1 1 0,1 9 0,1 10 0,0 0 0,-2 0 0,0 40 0,-3-53 0,-1 0 0,0-1 0,-1 1 0,0-1 0,-1 1 0,-1-1 0,0 0 0,-11 23 0,9-27 0,-1 0 0,0 0 0,0-1 0,-1 0 0,1 0 0,-2-1 0,1 0 0,-1-1 0,0 0 0,-1 0 0,0-1 0,1 0 0,-13 4 0,-18 6 0,-80 17 0,119-31 0,-26 5 0,-51 5 0,71-10 0,-1-1 0,1 1 0,-1-2 0,1 1 0,-1-1 0,1 0 0,0-1 0,0 0 0,-1 0 0,1 0 0,0-1 0,-6-4 0,11 6 4,0 0 0,1 0 0,-1 0-1,1 0 1,0 0 0,-1-1 0,1 1-1,0 0 1,0-1 0,-1 0 0,1 1-1,1-1 1,-1 1 0,0-1 0,0 0-1,0 0 1,1 1 0,-1-1 0,1 0 0,0 0-1,-1 0 1,1 0 0,0 0 0,0 1-1,0-1 1,0 0 0,1 0 0,-1 0-1,1-2 1,1-1-168,0 0 0,0 0-1,0 0 1,1 0 0,0 0 0,0 1-1,0-1 1,8-7 0,16-15-6662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08.931"/>
    </inkml:context>
    <inkml:brush xml:id="br0">
      <inkml:brushProperty name="width" value="0.05" units="cm"/>
      <inkml:brushProperty name="height" value="0.05" units="cm"/>
    </inkml:brush>
  </inkml:definitions>
  <inkml:trace contextRef="#ctx0" brushRef="#br0">80 9 24575,'4'0'0,"2"-9"0,-1 11 0,-4 18 0,-4 14 0,-1 15 0,-8 12 0,-2 4 0,1 5 0,3 4 0,-2-3 0,2-8 0,3-6 0,1-22 0,3-21 0,2-22 0,0-10-8191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09.600"/>
    </inkml:context>
    <inkml:brush xml:id="br0">
      <inkml:brushProperty name="width" value="0.05" units="cm"/>
      <inkml:brushProperty name="height" value="0.05" units="cm"/>
    </inkml:brush>
  </inkml:definitions>
  <inkml:trace contextRef="#ctx0" brushRef="#br0">76 53 24575,'0'-2'0,"0"1"0,1-1 0,0 0 0,-1 0 0,1 1 0,0-1 0,0 0 0,0 1 0,0-1 0,0 1 0,0-1 0,0 1 0,1-1 0,-1 1 0,0 0 0,1 0 0,-1 0 0,1 0 0,0 0 0,-1 0 0,1 0 0,0 0 0,-1 1 0,1-1 0,0 1 0,3-1 0,55-11 0,-54 12 0,12-3 0,0 1 0,-1 1 0,1 1 0,0 0 0,23 5 0,-37-5 0,0 1 0,0 0 0,-1 0 0,1 1 0,0-1 0,0 1 0,-1 0 0,1 0 0,-1 0 0,0 0 0,1 1 0,-1-1 0,0 1 0,0 0 0,-1 0 0,1 0 0,-1 0 0,1 0 0,-1 1 0,0-1 0,0 1 0,0 0 0,-1-1 0,0 1 0,1 0 0,-1 0 0,0 0 0,-1 0 0,1 5 0,0-2 0,-1 0 0,0 0 0,0 1 0,0-1 0,-1 0 0,0 1 0,-1-1 0,0 0 0,0 0 0,0 0 0,-1-1 0,0 1 0,0 0 0,-1-1 0,0 0 0,-7 10 0,-5 2 0,-1-1 0,0-1 0,-33 24 0,27-22 0,21-17 0,1 0 0,-1 0 0,1 1 0,0-1 0,-1 0 0,1 0 0,0 1 0,0-1 0,0 1 0,0-1 0,0 1 0,0 0 0,0-1 0,0 1 0,0 2 0,1-4 0,0 1 0,0-1 0,0 1 0,0-1 0,1 1 0,-1 0 0,0-1 0,0 1 0,1-1 0,-1 1 0,0-1 0,1 1 0,-1-1 0,0 1 0,1-1 0,-1 0 0,1 1 0,-1-1 0,1 1 0,-1-1 0,1 0 0,-1 1 0,1-1 0,-1 0 0,1 0 0,-1 0 0,1 1 0,0-1 0,0 0 0,9 2 0,0 0 0,0-1 0,0-1 0,12 0 0,-6 1 0,-3-1 0,-1 1 0,1 1 0,-1 0 0,21 7 0,-30-8 0,1 0 0,0 0 0,-1 1 0,1 0 0,-1 0 0,0 0 0,1 0 0,-1 0 0,0 1 0,0-1 0,0 1 0,-1 0 0,1 0 0,-1 0 0,1 0 0,-1 0 0,0 1 0,0-1 0,1 6 0,-2-7 0,-1 0 0,1 0 0,-1 1 0,0-1 0,0 0 0,0 0 0,0 1 0,0-1 0,-1 0 0,1 1 0,-1-1 0,1 0 0,-1 0 0,0 0 0,0 0 0,0 0 0,0 0 0,0 0 0,0 0 0,-1 0 0,1 0 0,-1 0 0,1-1 0,-1 1 0,0-1 0,1 1 0,-3 0 0,-7 6 0,0 0 0,0-2 0,-19 10 0,23-13 0,4-2 0,-36 18 0,-60 21 0,88-36 0,0-1 0,-1 0 0,1-1 0,0 0 0,-1-1 0,0 0 0,1-1 0,-1 0 0,0-1 0,-20-4 0,29 4-72,0 0 1,0 0-1,1 0 0,-1 0 0,0 0 0,1-1 0,0 1 0,-1-1 1,1 1-1,0-1 0,-1 0 0,1 0 0,0 0 0,1 0 0,-1-1 1,0 1-1,1 0 0,-3-5 0,-10-24-6754</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10.428"/>
    </inkml:context>
    <inkml:brush xml:id="br0">
      <inkml:brushProperty name="width" value="0.05" units="cm"/>
      <inkml:brushProperty name="height" value="0.05" units="cm"/>
    </inkml:brush>
  </inkml:definitions>
  <inkml:trace contextRef="#ctx0" brushRef="#br0">317 79 24575,'0'-1'0,"1"0"0,-1-1 0,1 1 0,-1 0 0,1 0 0,0-1 0,-1 1 0,1 0 0,0 0 0,0 0 0,0 0 0,0 0 0,0 0 0,2-1 0,-2 1 0,0 1 0,0-1 0,0 0 0,0 1 0,0-1 0,-1 0 0,1 1 0,0-1 0,0 0 0,-1 0 0,1 0 0,-1 0 0,1 1 0,0-1 0,-1 0 0,1 0 0,-1 0 0,0 0 0,1 0 0,-1 0 0,0 0 0,0-1 0,0 1 0,0 0 0,0 0 0,0 0 0,0 0 0,0 0 0,0 0 0,0 0 0,0 0 0,-1 0 0,1 0 0,0 0 0,-1 0 0,0-2 0,-1 1 0,0 0 0,0 1 0,0-1 0,0 1 0,-1-1 0,1 1 0,0 0 0,-1 0 0,1 0 0,0 0 0,-1 0 0,0 1 0,-4-2 0,-40-2 0,33 3 0,-3 0 0,-1 0 0,0 1 0,1 1 0,-1 1 0,-28 6 0,40-7 0,1 1 0,-1 0 0,1 0 0,0 0 0,0 1 0,0-1 0,0 1 0,0 0 0,1 1 0,-1-1 0,1 1 0,0 0 0,0 0 0,1 0 0,-1 1 0,1-1 0,0 1 0,0 0 0,0 0 0,0 0 0,-1 7 0,0 3 0,0-1 0,2 0 0,0 1 0,1 0 0,0-1 0,1 1 0,2 21 0,2-10 0,0 0 0,1-1 0,12 34 0,-13-50 0,0 1 0,0-1 0,1 1 0,0-2 0,1 1 0,0 0 0,0-1 0,1 0 0,0-1 0,0 1 0,13 8 0,-8-7 0,1-1 0,-1-1 0,1 0 0,1-1 0,0 0 0,-1-1 0,21 5 0,-4-4 0,1-2 0,-1-1 0,1-1 0,0-1 0,0-2 0,0-1 0,31-6 0,-54 6-136,1 1-1,-1-1 1,-1 0-1,1-1 1,0 0-1,0 0 1,-1-1-1,0 1 0,8-7 1,9-11-6690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48.087"/>
    </inkml:context>
    <inkml:brush xml:id="br0">
      <inkml:brushProperty name="width" value="0.05" units="cm"/>
      <inkml:brushProperty name="height" value="0.05" units="cm"/>
    </inkml:brush>
  </inkml:definitions>
  <inkml:trace contextRef="#ctx0" brushRef="#br0">215 0 24575,'-19'0'0,"-1"1"0,1 0 0,-35 8 0,49-8 0,0 0 0,0 1 0,0-1 0,1 1 0,-1 0 0,1 1 0,-1-1 0,1 1 0,0 0 0,0 0 0,0 0 0,0 0 0,1 1 0,-1-1 0,1 1 0,0 0 0,0 0 0,0 0 0,0 1 0,-1 4 0,0 2 0,0 0 0,1 1 0,1 0 0,0-1 0,0 1 0,1 0 0,1 0 0,0 0 0,0 0 0,1 0 0,1 0 0,5 21 0,-4-25 0,-1-1 0,1 1 0,0-1 0,0 0 0,1 0 0,0 0 0,0 0 0,1-1 0,0 0 0,0 0 0,0 0 0,1 0 0,0-1 0,0 0 0,0 0 0,0-1 0,1 1 0,0-1 0,0-1 0,8 4 0,1-2 0,-1-1 0,0-1 0,1 0 0,-1-1 0,1-1 0,0 0 0,0-1 0,-1 0 0,1-2 0,0 0 0,-1 0 0,26-9 0,-33 9 0,0-1 0,0-1 0,0 1 0,-1-1 0,1 0 0,-1-1 0,0 0 0,-1 0 0,1 0 0,-1-1 0,0 0 0,0 0 0,-1-1 0,0 1 0,0-1 0,0 0 0,-1-1 0,0 1 0,-1-1 0,1 0 0,-2 0 0,1 0 0,-1 0 0,0 0 0,1-11 0,-3 13 9,0 1-1,-1-1 1,1 1-1,-1-1 1,0 1 0,0-1-1,-1 1 1,0 0-1,0 0 1,0-1-1,-1 2 1,1-1-1,-7-9 1,-1 1-380,0 0-1,-1 1 1,-18-16 0,7 10-6455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51.167"/>
    </inkml:context>
    <inkml:brush xml:id="br0">
      <inkml:brushProperty name="width" value="0.05" units="cm"/>
      <inkml:brushProperty name="height" value="0.05" units="cm"/>
    </inkml:brush>
  </inkml:definitions>
  <inkml:trace contextRef="#ctx0" brushRef="#br0">395 28 24575,'-306'0'0,"580"0"0,-450 0 0,208 0 0,15 1 0,0-2 0,-1-2 0,53-11 0,-89 10 0,-19 1 0,-23 0 0,31 3 0,-308-1 0,405 2 0,-55-1 0,-33 0 0,-11 0 0,-255 0 0,403 0 0,-151 1 0,-1 0 0,1 1 0,0 0 0,-1 0 0,-5 3 0,-6 2 0,9-4 0,5-2 0,0 0 0,1 0 0,-1 0 0,1 1 0,0-1 0,-1 1 0,1 0 0,0 0 0,-3 3 0,6-5 0,-1 0 0,1 0 0,0 0 0,0 0 0,0 0 0,0 0 0,0 1 0,0-1 0,0 0 0,0 0 0,0 0 0,0 0 0,0 0 0,0 1 0,0-1 0,0 0 0,0 0 0,0 0 0,0 0 0,0 1 0,0-1 0,0 0 0,0 0 0,0 0 0,0 0 0,0 0 0,0 1 0,0-1 0,0 0 0,0 0 0,1 0 0,-1 0 0,0 0 0,0 0 0,0 1 0,0-1 0,0 0 0,0 0 0,0 0 0,1 0 0,-1 0 0,0 0 0,0 0 0,0 0 0,0 0 0,0 0 0,1 0 0,-1 0 0,14 4 0,14-1 0,2-2-455,-1-1 0,33-4 0,-24-3-6371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52.398"/>
    </inkml:context>
    <inkml:brush xml:id="br0">
      <inkml:brushProperty name="width" value="0.05" units="cm"/>
      <inkml:brushProperty name="height" value="0.05" units="cm"/>
    </inkml:brush>
  </inkml:definitions>
  <inkml:trace contextRef="#ctx0" brushRef="#br0">0 148 24575,'3'-4'0,"0"1"0,0-2 0,0 1 0,-1 0 0,1 0 0,-1-1 0,2-5 0,13-22 0,-17 32 0,0 0 0,0-1 0,0 1 0,0 0 0,0 0 0,1 0 0,-1 0 0,0 0 0,0 0 0,0 0 0,0 0 0,0-1 0,0 1 0,0 0 0,1 0 0,-1 0 0,0 0 0,0 0 0,0 0 0,0 0 0,0 0 0,1 0 0,-1 0 0,0 0 0,0 0 0,0 0 0,0 0 0,0 0 0,0 0 0,1 0 0,-1 0 0,0 0 0,0 0 0,0 0 0,0 0 0,0 0 0,1 0 0,-1 0 0,0 1 0,0-1 0,0 0 0,0 0 0,0 0 0,0 0 0,0 0 0,0 0 0,1 0 0,-1 0 0,0 1 0,0-1 0,0 0 0,4 12 0,-1 12 0,-3 224 0,-2-178 0,2-472 0,0 470 0,2 0 0,17 95 0,-13-125 0,-6-27 0,2 0 0,0 0 0,0 0 0,1-1 0,0 1 0,9 19 0,-12-30 0,1 0 0,-1 0 0,0 0 0,0 1 0,0-1 0,0 0 0,0 0 0,0 1 0,0-1 0,0 0 0,0 0 0,1 0 0,-1 0 0,0 1 0,0-1 0,0 0 0,0 0 0,1 0 0,-1 0 0,0 1 0,0-1 0,0 0 0,1 0 0,-1 0 0,0 0 0,0 0 0,1 0 0,-1 0 0,0 0 0,0 0 0,1 0 0,-1 0 0,0 0 0,0 0 0,0 0 0,1 0 0,-1 0 0,0 0 0,0 0 0,1 0 0,-1 0 0,0 0 0,0 0 0,0 0 0,1-1 0,-1 1 0,0 0 0,1 0 0,5-16 0,1-21 0,-1-35 0,-8-141 0,0 199 0,1 0 0,-2 1 0,0-1 0,-1 1 0,0-1 0,-10-20 0,14 33 0,0 1 0,-1-1 0,1 1 0,0-1 0,0 1 0,0-1 0,-1 1 0,1-1 0,0 1 0,-1-1 0,1 1 0,0 0 0,-1-1 0,1 1 0,-1 0 0,1-1 0,-1 1 0,1 0 0,-1-1 0,1 1 0,-1 0 0,1 0 0,-1-1 0,-5 10 0,1 24 0,5-33 0,-3 48 0,2 0 0,2 0 0,2 0 0,2-1 0,18 77 0,-9-85 120,-2-24-321,-12-15 167,0 1 0,1-1 1,-1 0-1,0 0 0,1 0 0,-1 0 0,1 0 1,-1 0-1,0 0 0,1 1 0,-1-1 0,0 0 1,1 0-1,-1 0 0,1-1 0,-1 1 1,0 0-1,1 0 0,-1 0 0,0 0 0,1 0 1,-1 0-1,0 0 0,1-1 0,-1 1 0,0 0 1,1 0-1,-1 0 0,0-1 0,1 1 0,-1 0 1,0 0-1,0-1 0,0 1 0,1 0 1,-1-1-1,0 0 0,8-14-6792</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4:54.175"/>
    </inkml:context>
    <inkml:brush xml:id="br0">
      <inkml:brushProperty name="width" value="0.05" units="cm"/>
      <inkml:brushProperty name="height" value="0.05" units="cm"/>
    </inkml:brush>
  </inkml:definitions>
  <inkml:trace contextRef="#ctx0" brushRef="#br0">1017 209 24575,'1'-11'0,"-1"0"0,-1 0 0,0 0 0,-4-14 0,4 21 0,0 0 0,-1 1 0,1-1 0,-1 1 0,0-1 0,0 1 0,0 0 0,-1 0 0,1 0 0,-1 0 0,1 0 0,-1 0 0,0 1 0,0-1 0,-6-3 0,-5 0 0,0-1 0,-1 2 0,1 0 0,-1 1 0,-16-3 0,-9-3 0,-8-3 0,-90-12 0,118 23 0,-1 1 0,1 0 0,0 2 0,0 1 0,-1 0 0,1 1 0,-27 9 0,15-1 0,0 2 0,1 1 0,0 1 0,1 2 0,1 1 0,-32 26 0,39-27 0,2 1 0,0 2 0,1 0 0,1 0 0,0 2 0,2 0 0,1 1 0,-16 32 0,26-43 0,0 1 0,1-1 0,1 1 0,0 0 0,0 0 0,0 20 0,3 81 0,2-65 0,-3-32 0,2 0 0,0 0 0,1 1 0,1-1 0,1-1 0,0 1 0,1 0 0,1-1 0,0 0 0,1 0 0,1-1 0,1 0 0,0 0 0,1-1 0,0 0 0,1-1 0,1 0 0,0 0 0,20 15 0,-14-14 0,2 0 0,0-1 0,1 0 0,0-2 0,0-1 0,1 0 0,1-2 0,-1 0 0,1-2 0,1 0 0,-1-2 0,33 3 0,93 18 0,-116-18 0,0 0 0,0-2 0,0-2 0,60 0 0,-70-6 0,-1-1 0,0-1 0,0 0 0,0-2 0,-1-1 0,0 0 0,-1-1 0,1-2 0,-2 0 0,0-1 0,0-1 0,28-24 0,-26 17 0,0-1 0,-2-1 0,0 0 0,-1-2 0,-1 0 0,-2 0 0,0-2 0,-2 0 0,14-36 0,-15 29 0,-2 0 0,-1-1 0,-1 0 0,5-63 0,-12 80 0,-1 1 0,0 0 0,-1-1 0,-1 1 0,-1 0 0,0 0 0,-1 0 0,-1 0 0,0 1 0,-2 0 0,1 0 0,-14-21 0,14 27 0,-1 0 0,0 1 0,0 0 0,-1 1 0,0 0 0,-1 0 0,1 1 0,-19-11 0,-7-1 0,-43-15 0,38 18 0,6 3-1365,1 3-5461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01.493"/>
    </inkml:context>
    <inkml:brush xml:id="br0">
      <inkml:brushProperty name="width" value="0.05" units="cm"/>
      <inkml:brushProperty name="height" value="0.05" units="cm"/>
    </inkml:brush>
  </inkml:definitions>
  <inkml:trace contextRef="#ctx0" brushRef="#br0">518 1 23892,'-518'907'0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10.946"/>
    </inkml:context>
    <inkml:brush xml:id="br0">
      <inkml:brushProperty name="width" value="0.05" units="cm"/>
      <inkml:brushProperty name="height" value="0.05" units="cm"/>
    </inkml:brush>
  </inkml:definitions>
  <inkml:trace contextRef="#ctx0" brushRef="#br0">1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18.786"/>
    </inkml:context>
    <inkml:brush xml:id="br0">
      <inkml:brushProperty name="width" value="0.05" units="cm"/>
      <inkml:brushProperty name="height" value="0.05" units="cm"/>
    </inkml:brush>
  </inkml:definitions>
  <inkml:trace contextRef="#ctx0" brushRef="#br0">303 27 24575,'-1'0'0,"-1"-1"0,1 1 0,-1 0 0,1-1 0,-1 1 0,1-1 0,0 1 0,-1-1 0,1 1 0,0-1 0,0 0 0,-1 0 0,1 0 0,0 0 0,0 0 0,0 0 0,-2-2 0,3 2 0,-1 0 0,0 0 0,0 0 0,0 0 0,0 0 0,0 0 0,0 1 0,0-1 0,-1 0 0,1 1 0,0-1 0,0 0 0,0 1 0,-1 0 0,1-1 0,0 1 0,-1 0 0,1-1 0,0 1 0,-1 0 0,1 0 0,-3 0 0,0 1 0,0 1 0,1-1 0,-1 0 0,0 1 0,1 0 0,-1 0 0,1 0 0,0 0 0,-1 1 0,1-1 0,0 1 0,1 0 0,-5 4 0,-30 46 0,34-48 0,-23 42 0,2 1 0,2 1 0,2 1 0,3 1 0,1 1 0,-9 62 0,23-103 0,0-6 0,1 0 0,0 1 0,0-1 0,1 0 0,-1 0 0,1 1 0,0-1 0,1 0 0,-1 0 0,2 8 0,-1-13 0,-1 1 0,0-1 0,0 0 0,1 1 0,-1-1 0,0 0 0,1 1 0,-1-1 0,1 0 0,-1 1 0,0-1 0,1 0 0,-1 0 0,1 1 0,-1-1 0,1 0 0,-1 0 0,1 0 0,-1 0 0,1 0 0,-1 0 0,0 0 0,1 0 0,-1 0 0,1 0 0,-1 0 0,1 0 0,-1 0 0,1 0 0,-1 0 0,1 0 0,-1 0 0,1-1 0,-1 1 0,1 0 0,-1 0 0,0-1 0,1 1 0,-1 0 0,1-1 0,18-15 0,-9 4-273,0-1 0,-1 0 0,0 0 0,8-19 0,7-18-6553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19.131"/>
    </inkml:context>
    <inkml:brush xml:id="br0">
      <inkml:brushProperty name="width" value="0.05" units="cm"/>
      <inkml:brushProperty name="height" value="0.05" units="cm"/>
    </inkml:brush>
  </inkml:definitions>
  <inkml:trace contextRef="#ctx0" brushRef="#br0">0 86 24575,'0'-13'0,"0"-9"0,9 0 0,12 3 0,10 9 0,1 16 0,-5 14 0,1 14 0,-4 14 0,-6 12 0,-6 4 0,4 6 0,-1-2 0,-3-7 0,-3-1 0,-4-10-8191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19.429"/>
    </inkml:context>
    <inkml:brush xml:id="br0">
      <inkml:brushProperty name="width" value="0.05" units="cm"/>
      <inkml:brushProperty name="height" value="0.05" units="cm"/>
    </inkml:brush>
  </inkml:definitions>
  <inkml:trace contextRef="#ctx0" brushRef="#br0">1 0 24575,'8'0'0,"17"0"0,13 0 0,8 0 0,1 0 0,2 0 0,-8 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20.159"/>
    </inkml:context>
    <inkml:brush xml:id="br0">
      <inkml:brushProperty name="width" value="0.05" units="cm"/>
      <inkml:brushProperty name="height" value="0.05" units="cm"/>
    </inkml:brush>
  </inkml:definitions>
  <inkml:trace contextRef="#ctx0" brushRef="#br0">1 12 24575,'0'-9'0,"0"6"0,0 8 0,0 16 0,0 18 0,0 11 0,0 10 0,0 9 0,0-4 0,0-4 0,0-7 0,0-5 0,0-15 0,0-13-8191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20.640"/>
    </inkml:context>
    <inkml:brush xml:id="br0">
      <inkml:brushProperty name="width" value="0.05" units="cm"/>
      <inkml:brushProperty name="height" value="0.05" units="cm"/>
    </inkml:brush>
  </inkml:definitions>
  <inkml:trace contextRef="#ctx0" brushRef="#br0">1 95 24575,'-1'-4'0,"1"-1"0,0 1 0,1-1 0,-1 1 0,1 0 0,0-1 0,0 1 0,0 0 0,1 0 0,0 0 0,2-6 0,-2 8 0,0-1 0,1 1 0,-1-1 0,1 1 0,-1 0 0,1 0 0,0 0 0,-1 0 0,1 0 0,0 1 0,1-1 0,-1 1 0,0 0 0,0 0 0,4-1 0,4 0 0,0 0 0,1 0 0,-1 1 0,0 1 0,0-1 0,1 2 0,-1 0 0,0 0 0,0 1 0,0 0 0,0 1 0,0 1 0,0-1 0,-1 2 0,1-1 0,-1 2 0,-1-1 0,1 1 0,-1 1 0,0-1 0,13 14 0,-11-10 0,0 2 0,0 0 0,-1 0 0,-1 1 0,0 0 0,-1 0 0,-1 1 0,0 0 0,0 1 0,-2 0 0,0 0 0,0 0 0,-1 0 0,3 31 0,-6-24 0,0 1 0,-1 0 0,-4 24 0,2-38 0,1 0 0,-1-1 0,-1 1 0,0-1 0,0 0 0,0 1 0,-1-2 0,0 1 0,-1 0 0,-10 12 0,-2-1 0,-1-2 0,0 0 0,-1-1 0,-1-1 0,-1-1 0,0-1 0,-1-1 0,0 0 0,-1-2 0,-47 15 0,66-24 0,0 0 0,0 0 0,0-1 0,-1 1 0,1-1 0,0 0 0,0 0 0,0-1 0,-1 1 0,1-1 0,0 0 0,0 0 0,0 0 0,0-1 0,-5-1 0,7 1 0,0 0 0,0 0 0,0 1 0,0-1 0,0 0 0,0-1 0,0 1 0,1 0 0,-1-1 0,1 1 0,0 0 0,-1-1 0,1 0 0,0 1 0,1-1 0,-1 0 0,0 1 0,1-1 0,-1 0 0,1 0 0,0 1 0,0-1 0,1-4 0,4-44-1365,5-1-5461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21.981"/>
    </inkml:context>
    <inkml:brush xml:id="br0">
      <inkml:brushProperty name="width" value="0.05" units="cm"/>
      <inkml:brushProperty name="height" value="0.05" units="cm"/>
    </inkml:brush>
  </inkml:definitions>
  <inkml:trace contextRef="#ctx0" brushRef="#br0">27 6 24575,'0'-4'0,"0"2"0,0 16 0,-4 18 0,-2 13 0,1 11 0,0 10 0,2-2 0,1-3 0,1-7 0,5-14 0,2-22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22.665"/>
    </inkml:context>
    <inkml:brush xml:id="br0">
      <inkml:brushProperty name="width" value="0.05" units="cm"/>
      <inkml:brushProperty name="height" value="0.05" units="cm"/>
    </inkml:brush>
  </inkml:definitions>
  <inkml:trace contextRef="#ctx0" brushRef="#br0">44 49 24575,'0'-1'0,"0"-1"0,1 0 0,-1 0 0,1 1 0,0-1 0,-1 0 0,1 1 0,0-1 0,0 1 0,0-1 0,0 1 0,0-1 0,0 1 0,1 0 0,-1-1 0,0 1 0,1 0 0,-1 0 0,1 0 0,-1 0 0,1 0 0,-1 1 0,1-1 0,0 0 0,0 1 0,3-2 0,49-9 0,-51 11 0,7-1 0,0 0 0,-1 0 0,1 2 0,0-1 0,0 1 0,-1 0 0,1 1 0,-1 0 0,1 0 0,-1 1 0,12 6 0,-17-7 0,0 0 0,0 1 0,0-1 0,-1 1 0,1 0 0,0 0 0,-1 1 0,0-1 0,0 1 0,0-1 0,-1 1 0,1 0 0,-1 0 0,0 0 0,0 0 0,0 1 0,0-1 0,-1 1 0,0-1 0,0 1 0,0-1 0,0 1 0,-1-1 0,1 1 0,-2 7 0,0-4 0,0 0 0,0-1 0,-1 1 0,0 0 0,-1-1 0,1 0 0,-1 0 0,-1 0 0,1 0 0,-1 0 0,-1 0 0,1-1 0,-11 11 0,-7 6 0,-2-1 0,-29 22 0,-9 9 0,60-52 0,0 1 0,0-1 0,0 1 0,0 0 0,1-1 0,-1 1 0,1 0 0,0 0 0,-1 0 0,1 1 0,0-1 0,0 0 0,0 0 0,0 1 0,1-1 0,-1 0 0,1 1 0,-1-1 0,1 5 0,1-6 0,0 1 0,-1-1 0,2 1 0,-1-1 0,0 0 0,0 1 0,0-1 0,0 0 0,1 0 0,-1 0 0,1 0 0,-1 0 0,1 0 0,-1 0 0,1 0 0,0-1 0,-1 1 0,1-1 0,0 1 0,-1-1 0,1 0 0,0 1 0,0-1 0,-1 0 0,1 0 0,2 0 0,71 2 0,-55-3 0,0 2 0,0 0 0,23 5 0,-36-5 0,0 1 0,-1 1 0,1-1 0,-1 1 0,1 0 0,-1 0 0,0 1 0,0-1 0,-1 1 0,1 1 0,-1-1 0,0 1 0,5 6 0,-4-4 0,-1 1 0,0 0 0,-1 0 0,0 0 0,0 1 0,-1-1 0,0 1 0,-1 0 0,0 0 0,0 0 0,0 0 0,-2 0 0,1 0 0,-1 0 0,0 1 0,-2 8 0,2-11 0,-1-1 0,0 0 0,0 1 0,-1-1 0,0 0 0,0 0 0,0 0 0,0-1 0,-1 1 0,0 0 0,-1-1 0,1 0 0,-1 1 0,0-2 0,0 1 0,-1 0 0,1-1 0,-1 0 0,0 0 0,0 0 0,0 0 0,-1-1 0,1 0 0,-8 3 0,3-3-39,-1 0 0,0 0 0,0-1 0,0-1 0,0 0 0,-1 0 0,1-1 0,0-1 0,0 1 0,0-2 0,0 0 0,0 0 0,0-1 0,0 0 0,1-1 0,-1 0 0,1-1 0,0 0 0,0-1 0,1 1 0,0-2 0,0 0 0,0 0 0,1 0 0,0-1 0,0 0 0,1-1 0,0 0 0,0 0 0,1 0 0,1-1 0,-1 0 0,2 0 0,-8-20 0,-1-30-6787</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23.597"/>
    </inkml:context>
    <inkml:brush xml:id="br0">
      <inkml:brushProperty name="width" value="0.05" units="cm"/>
      <inkml:brushProperty name="height" value="0.05" units="cm"/>
    </inkml:brush>
  </inkml:definitions>
  <inkml:trace contextRef="#ctx0" brushRef="#br0">477 28 24575,'0'0'0,"0"0"0,1 0 0,-1 0 0,0 0 0,1 0 0,-1 0 0,0 0 0,1 0 0,-1 0 0,0 0 0,1 0 0,-1 0 0,1 0 0,-1-1 0,0 1 0,1 0 0,-1 0 0,0 0 0,0 0 0,1-1 0,-1 1 0,0 0 0,1 0 0,-1-1 0,0 1 0,0 0 0,0-1 0,1 1 0,-1 0 0,0 0 0,0-1 0,0 1 0,0 0 0,1-1 0,-1 0 0,-1 1 0,1-1 0,0 1 0,0-1 0,0 1 0,-1-1 0,1 1 0,0-1 0,-1 1 0,1-1 0,0 1 0,-1 0 0,1-1 0,0 1 0,-1 0 0,1-1 0,-1 1 0,1 0 0,-1-1 0,1 1 0,-1 0 0,1 0 0,-1 0 0,1 0 0,-1-1 0,0 1 0,-21-4 0,0 0 0,-1 2 0,0 1 0,-39 2 0,47-1 0,0 1 0,0 1 0,1 0 0,-1 1 0,0 0 0,1 1 0,0 1 0,0 0 0,0 1 0,1 1 0,0 0 0,0 1 0,0 0 0,1 1 0,0 0 0,-13 14 0,17-15 0,1 0 0,0 1 0,0 0 0,0 0 0,2 0 0,-1 1 0,1 0 0,0 0 0,1 0 0,0 1 0,1-1 0,0 1 0,1 0 0,0 0 0,0 0 0,2 0 0,-1 0 0,1 0 0,1 0 0,0 0 0,3 16 0,-2-19 0,0 1 0,1-1 0,0 0 0,1 0 0,-1 0 0,1-1 0,1 1 0,0-1 0,0 0 0,0-1 0,1 1 0,0-1 0,9 8 0,-5-6 0,1-1 0,0 0 0,1 0 0,-1-1 0,1-1 0,0 0 0,26 6 0,0-3 0,1-3 0,-1-1 0,1-1 0,75-6 0,-61-3-1365,-8-1-5461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25.153"/>
    </inkml:context>
    <inkml:brush xml:id="br0">
      <inkml:brushProperty name="width" value="0.05" units="cm"/>
      <inkml:brushProperty name="height" value="0.05" units="cm"/>
    </inkml:brush>
  </inkml:definitions>
  <inkml:trace contextRef="#ctx0" brushRef="#br0">288 33 24575,'0'-1'0,"0"-1"0,0 1 0,0-1 0,-1 1 0,1-1 0,0 1 0,-1 0 0,1-1 0,-1 1 0,0 0 0,1-1 0,-1 1 0,0 0 0,0 0 0,0 0 0,0 0 0,0 0 0,0 0 0,0 0 0,0 0 0,0 0 0,-1 0 0,1 0 0,0 1 0,0-1 0,-1 0 0,1 1 0,-1-1 0,1 1 0,0 0 0,-1-1 0,1 1 0,-1 0 0,1 0 0,-1 0 0,-2 0 0,-1 0 0,-1 1 0,1-1 0,0 1 0,-1 0 0,1 0 0,0 0 0,0 1 0,0 0 0,-7 3 0,0 3 0,-1 0 0,1 2 0,1-1 0,0 2 0,0-1 0,1 1 0,-18 25 0,13-13 0,2 0 0,0 0 0,-18 45 0,29-61 0,0 0 0,0 0 0,0 0 0,1 0 0,0 0 0,1 0 0,0 0 0,0 1 0,0-1 0,1 0 0,0 0 0,0 0 0,1 0 0,0 0 0,0 0 0,1-1 0,0 1 0,0-1 0,0 1 0,1-1 0,0 0 0,0 0 0,0-1 0,1 1 0,0-1 0,0 0 0,0 0 0,1-1 0,0 1 0,0-1 0,0-1 0,0 1 0,0-1 0,1 0 0,0 0 0,-1-1 0,1 0 0,0 0 0,0-1 0,0 1 0,10-1 0,-11 0 0,0-1 0,0 0 0,0 0 0,0 0 0,1-1 0,-1 0 0,0 0 0,0-1 0,0 1 0,0-1 0,-1 0 0,1-1 0,0 0 0,-1 0 0,0 0 0,0 0 0,0-1 0,0 0 0,0 0 0,-1 0 0,1 0 0,-1-1 0,0 0 0,-1 0 0,1 0 0,-1 0 0,0-1 0,0 1 0,-1-1 0,0 0 0,0 1 0,0-1 0,0 0 0,0-7 0,2-9-151,-2 0-1,0 0 0,-1 0 0,-1-1 1,-1 1-1,-1 0 0,-1 0 1,-8-29-1,-3 16-6674</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25.853"/>
    </inkml:context>
    <inkml:brush xml:id="br0">
      <inkml:brushProperty name="width" value="0.05" units="cm"/>
      <inkml:brushProperty name="height" value="0.05" units="cm"/>
    </inkml:brush>
  </inkml:definitions>
  <inkml:trace contextRef="#ctx0" brushRef="#br0">683 147 24575,'-4'-7'0,"-1"0"0,0 0 0,0 0 0,-1 1 0,0 0 0,0 0 0,0 0 0,-1 1 0,0 0 0,0 0 0,0 1 0,-1 0 0,1 0 0,-1 1 0,0 0 0,0 0 0,0 1 0,0 0 0,-1 0 0,-13 0 0,9 0 0,0 1 0,0 1 0,0 0 0,0 1 0,0 0 0,0 1 0,0 1 0,0 0 0,1 0 0,-1 2 0,1-1 0,-20 12 0,16-5 0,0 1 0,1 0 0,0 2 0,1-1 0,0 2 0,-13 18 0,-65 105 0,76-112 0,0 2 0,0 0 0,3 1 0,0 1 0,2 0 0,1 1 0,1 0 0,2 0 0,1 1 0,1 0 0,0 49 0,5-66 0,-2 18 0,1 0 0,2 1 0,1-1 0,11 51 0,-11-76 0,0 1 0,0-1 0,1 0 0,1-1 0,-1 1 0,1-1 0,1 1 0,-1-1 0,1 0 0,0-1 0,1 1 0,0-1 0,0 0 0,0 0 0,1-1 0,-1 0 0,1 0 0,0-1 0,1 0 0,-1 0 0,1 0 0,0-1 0,9 3 0,9 0 0,1-1 0,0 0 0,-1-2 0,32-1 0,108-8 0,-161 6 0,14-2 0,0 0 0,0-1 0,-1-1 0,0-1 0,1 0 0,-2-2 0,1 0 0,-1 0 0,0-2 0,0 0 0,-1-1 0,-1-1 0,1 0 0,-2-1 0,0-1 0,0 0 0,-1-1 0,-1-1 0,0 1 0,17-31 0,-15 22 0,-1-1 0,0 0 0,-2-1 0,-1 0 0,-2-1 0,0 0 0,-1 0 0,4-40 0,-9 46 0,-1-1 0,-1 0 0,-1 0 0,-1 1 0,-1-1 0,0 1 0,-2-1 0,0 1 0,-1 0 0,-2 1 0,-14-31 0,-12-14 0,-2 2 0,-3 1 0,-70-85 0,105 142-136,0-1-1,-1 1 1,1-1-1,-1 1 1,0 1-1,-1-1 1,1 1-1,0 0 0,-9-3 1,-11-1-6690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28.634"/>
    </inkml:context>
    <inkml:brush xml:id="br0">
      <inkml:brushProperty name="width" value="0.05" units="cm"/>
      <inkml:brushProperty name="height" value="0.05" units="cm"/>
    </inkml:brush>
  </inkml:definitions>
  <inkml:trace contextRef="#ctx0" brushRef="#br0">2 1 24575,'-1'175'0,"3"320"0,-1-484-117,-2-5-39,2 0 0,-1 0 0,1 0 0,-1 0 0,2-1 0,-1 1 0,4 8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40.964"/>
    </inkml:context>
    <inkml:brush xml:id="br0">
      <inkml:brushProperty name="width" value="0.05" units="cm"/>
      <inkml:brushProperty name="height" value="0.05" units="cm"/>
    </inkml:brush>
  </inkml:definitions>
  <inkml:trace contextRef="#ctx0" brushRef="#br0">1 1 24575,'4'0'0,"15"0"0,4 0-8191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42.019"/>
    </inkml:context>
    <inkml:brush xml:id="br0">
      <inkml:brushProperty name="width" value="0.05" units="cm"/>
      <inkml:brushProperty name="height" value="0.05" units="cm"/>
    </inkml:brush>
  </inkml:definitions>
  <inkml:trace contextRef="#ctx0" brushRef="#br0">209 317 24575,'0'0'0,"0"0"0,1-1 0,-1 1 0,0 0 0,0 0 0,0-1 0,0 1 0,0 0 0,0 0 0,0-1 0,0 1 0,0 0 0,0-1 0,0 1 0,0 0 0,0 0 0,0-1 0,0 1 0,0 0 0,0 0 0,0-1 0,0 1 0,0 0 0,0 0 0,0-1 0,0 1 0,0 0 0,-1 0 0,1-1 0,0 1 0,0 0 0,0 0 0,0 0 0,-1-1 0,1 1 0,0 0 0,0 0 0,0 0 0,-1 0 0,1 0 0,0-1 0,0 1 0,-1 0 0,1 0 0,0 0 0,0 0 0,-1 0 0,-10 14 0,-12 38 0,19-43 0,-117 283 0,121-291 0,-20 38 0,8-30 0,11-9 0,1 0 0,-1 0 0,0-1 0,1 1 0,-1 0 0,1-1 0,-1 1 0,1-1 0,0 1 0,-1 0 0,1-1 0,-1 1 0,1-1 0,0 1 0,-1-1 0,1 1 0,0-1 0,0 1 0,-1-1 0,1 0 0,0 1 0,0-1 0,0 1 0,0-1 0,0 1 0,0-1 0,0-1 0,-3-17 0,2-1 0,1 0 0,0 1 0,1-1 0,1 0 0,8-32 0,-5 24 0,40-197 0,-35 185 0,2 2 0,1-1 0,31-60 0,-40 92 0,0 1 0,0-1 0,0 1 0,1 0 0,0 0 0,0 0 0,0 1 0,9-7 0,-13 11 0,1 0 0,0 0 0,0 0 0,-1 0 0,1 0 0,0 1 0,0-1 0,0 1 0,0-1 0,0 1 0,-1 0 0,1-1 0,0 1 0,0 0 0,0 0 0,0 1 0,0-1 0,0 0 0,0 1 0,0-1 0,0 1 0,0-1 0,-1 1 0,1 0 0,0 0 0,0 0 0,-1 0 0,1 0 0,-1 0 0,1 0 0,-1 1 0,1-1 0,-1 0 0,0 1 0,1 0 0,0 2 0,5 5 0,-1 1 0,-1-1 0,1 1 0,-2 0 0,1 1 0,-1-1 0,3 18 0,13 81 0,-18-95 0,7 41-341,-3 1 0,-2 0-1,-6 77 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42.338"/>
    </inkml:context>
    <inkml:brush xml:id="br0">
      <inkml:brushProperty name="width" value="0.05" units="cm"/>
      <inkml:brushProperty name="height" value="0.05" units="cm"/>
    </inkml:brush>
  </inkml:definitions>
  <inkml:trace contextRef="#ctx0" brushRef="#br0">17 46 24575,'-9'0'0,"2"0"0,6 0 0,12-4 0,14-2 0,10 1 0,9 0 0,-4-7 0,-8-2-8191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43.136"/>
    </inkml:context>
    <inkml:brush xml:id="br0">
      <inkml:brushProperty name="width" value="0.05" units="cm"/>
      <inkml:brushProperty name="height" value="0.05" units="cm"/>
    </inkml:brush>
  </inkml:definitions>
  <inkml:trace contextRef="#ctx0" brushRef="#br0">27 9 24575,'0'-9'0,"0"15"0,0 24 0,-4 20 0,-2 10 0,1 4 0,0 0 0,2-2 0,1-21 0,1-17-8191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43.808"/>
    </inkml:context>
    <inkml:brush xml:id="br0">
      <inkml:brushProperty name="width" value="0.05" units="cm"/>
      <inkml:brushProperty name="height" value="0.05" units="cm"/>
    </inkml:brush>
  </inkml:definitions>
  <inkml:trace contextRef="#ctx0" brushRef="#br0">1 80 24575,'1'-2'0,"0"0"0,0 0 0,0 0 0,1 0 0,-1 0 0,1 1 0,-1-1 0,1 0 0,0 1 0,3-3 0,-1 1 0,3-2 0,1-1 0,0 2 0,1-1 0,-1 1 0,1 0 0,0 1 0,0 0 0,0 1 0,14-3 0,91-7 0,-103 12 0,1-1 0,1 1 0,-1 0 0,1 1 0,0 0 0,-1 1 0,15 4 0,-24-5 0,0-1 0,0 1 0,-1 0 0,1 0 0,0 1 0,-1-1 0,1 0 0,-1 1 0,0-1 0,1 1 0,-1 0 0,0 0 0,0 0 0,0 0 0,0 0 0,-1 0 0,1 1 0,-1-1 0,1 1 0,-1-1 0,0 1 0,0-1 0,0 1 0,0 0 0,0-1 0,0 1 0,-1 0 0,1 0 0,-1 0 0,0 0 0,0-1 0,0 1 0,0 0 0,-2 3 0,1 0 0,0 0 0,-1 0 0,0-1 0,-1 1 0,1-1 0,-1 1 0,0-1 0,0 0 0,-1 0 0,1 0 0,-1-1 0,0 1 0,-1-1 0,1 0 0,-1 0 0,-9 6 0,-6 2 0,0-1 0,-43 16 0,49-21 0,14-6 0,0 0 0,0 0 0,0 0 0,1 0 0,-1 0 0,0 0 0,0 0 0,0 0 0,0 0 0,0 0 0,0 0 0,0 0 0,0 0 0,0 0 0,0 0 0,0 1 0,0-1 0,0 0 0,1 0 0,-1 0 0,0 0 0,0 0 0,0 0 0,0 0 0,0 0 0,0 0 0,0 0 0,0 0 0,0 0 0,0 0 0,0 1 0,0-1 0,0 0 0,0 0 0,0 0 0,0 0 0,0 0 0,0 0 0,0 0 0,0 0 0,0 0 0,0 0 0,0 0 0,0 1 0,0-1 0,0 0 0,0 0 0,0 0 0,0 0 0,0 0 0,0 0 0,16 2 0,24-2 0,-25 0 0,0 1 0,0 0 0,0 1 0,-1 0 0,1 1 0,-1 1 0,1 0 0,-1 1 0,14 7 0,-23-10 0,0 1 0,0-1 0,0 1 0,-1 0 0,1 1 0,-1-1 0,0 1 0,0-1 0,0 1 0,0 1 0,-1-1 0,0 0 0,0 1 0,0 0 0,0 0 0,-1 0 0,1 0 0,-1 0 0,-1 0 0,1 0 0,-1 1 0,0-1 0,0 1 0,0-1 0,-1 1 0,0-1 0,0 9 0,-1-10 0,0 1 0,0-1 0,0 0 0,-1 0 0,1 0 0,-1 0 0,0 0 0,0 0 0,-1 0 0,1-1 0,-1 1 0,0-1 0,1 0 0,-2 0 0,1 0 0,0 0 0,0 0 0,-1-1 0,-7 5 0,-5 1 0,-1 0 0,1-2 0,-27 8 0,31-10 0,-20 5 0,-51 8 0,69-15 0,-1 0 0,1-2 0,-1 1 0,1-2 0,-29-4 0,16-5-1365,8-2-5461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59.346"/>
    </inkml:context>
    <inkml:brush xml:id="br0">
      <inkml:brushProperty name="width" value="0.05" units="cm"/>
      <inkml:brushProperty name="height" value="0.05" units="cm"/>
    </inkml:brush>
  </inkml:definitions>
  <inkml:trace contextRef="#ctx0" brushRef="#br0">1 17 24575,'0'-9'0,"0"2"0,0 10 0,0 10 0,0 11 0,0 10 0,0 9 0,0 5 0,0 4 0,0 1 0,0-12 0,0-14-8191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00.399"/>
    </inkml:context>
    <inkml:brush xml:id="br0">
      <inkml:brushProperty name="width" value="0.05" units="cm"/>
      <inkml:brushProperty name="height" value="0.05" units="cm"/>
    </inkml:brush>
  </inkml:definitions>
  <inkml:trace contextRef="#ctx0" brushRef="#br0">765 106 24575,'0'-4'0,"0"0"0,-1 1 0,1-1 0,-1 0 0,1 1 0,-1-1 0,0 0 0,-1 1 0,1-1 0,0 1 0,-1-1 0,0 1 0,0 0 0,0 0 0,0 0 0,-1 0 0,-2-3 0,1 3 0,-1-1 0,0 1 0,1-1 0,-1 1 0,-1 1 0,1-1 0,0 1 0,-1 0 0,-10-3 0,-5 1 0,0 2 0,-1 0 0,1 1 0,-39 3 0,33 2 0,0 1 0,0 1 0,0 1 0,1 1 0,0 1 0,0 2 0,1 0 0,1 2 0,0 1 0,-37 28 0,39-22 0,1 0 0,0 2 0,2 0 0,1 2 0,0 0 0,2 1 0,-15 30 0,23-36 0,0 1 0,1-1 0,1 1 0,1 1 0,1-1 0,0 1 0,2 0 0,0-1 0,2 1 0,0 0 0,1 0 0,1 0 0,1 0 0,1-1 0,11 35 0,-12-46 0,1-1 0,0 0 0,0 0 0,0 0 0,1-1 0,0 0 0,1 0 0,-1 0 0,1 0 0,1-1 0,10 9 0,-6-8 0,-1 0 0,1-1 0,0-1 0,0 0 0,1 0 0,-1-1 0,19 4 0,12-1 0,1-2 0,-1-2 0,80-5 0,-78 1 0,-25 0 0,1 0 0,-1-1 0,0-1 0,0 0 0,-1-2 0,1 0 0,-1-1 0,0-1 0,0-1 0,-1 0 0,0-1 0,0-1 0,-1-1 0,-1 0 0,0-1 0,0-1 0,-1 0 0,-1-1 0,14-18 0,-12 13 0,-2-2 0,-1 1 0,0-2 0,-1 1 0,-2-2 0,14-45 0,-19 56 0,-2 0 0,1 0 0,-2 0 0,0 0 0,0 0 0,-1 0 0,0 0 0,-1 0 0,-1 0 0,0 0 0,0 1 0,-1-1 0,-1 0 0,0 1 0,0 0 0,-7-11 0,9 18 8,-1 1 0,1-1 0,-1 1 0,0 0 0,0 0 0,0 0 0,-1 1 0,1-1 0,-1 1 0,1-1 0,-1 1 0,0 0 0,0 1-1,-4-2 1,-3-1-304,1 2-1,0 0 0,-1 0 0,-14 0 0,-10 0-6529</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46.432"/>
    </inkml:context>
    <inkml:brush xml:id="br0">
      <inkml:brushProperty name="width" value="0.05" units="cm"/>
      <inkml:brushProperty name="height" value="0.05" units="cm"/>
    </inkml:brush>
  </inkml:definitions>
  <inkml:trace contextRef="#ctx0" brushRef="#br0">27 1 24575,'0'5'0,"0"5"0,0 10 0,0 16 0,0 5 0,-4 9 0,-2 9 0,1-1 0,0-1 0,2-7 0,1-2 0,1-14 0,1-17 0,0-21 0,0-17 0,9-11 0,3 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47.244"/>
    </inkml:context>
    <inkml:brush xml:id="br0">
      <inkml:brushProperty name="width" value="0.05" units="cm"/>
      <inkml:brushProperty name="height" value="0.05" units="cm"/>
    </inkml:brush>
  </inkml:definitions>
  <inkml:trace contextRef="#ctx0" brushRef="#br0">125 79 24575,'0'0'0,"0"0"0,0 0 0,-1 0 0,1 0 0,0 0 0,0 0 0,-1 0 0,1 0 0,0 0 0,-1 0 0,1 0 0,0 0 0,0 0 0,-1-1 0,1 1 0,0 0 0,0 0 0,-1 0 0,1 0 0,0 0 0,0 0 0,-1-1 0,1 1 0,0 0 0,0 0 0,0 0 0,-1-1 0,1 1 0,0 0 0,0 0 0,0-1 0,0 1 0,0 0 0,0 0 0,-1-1 0,1 1 0,0 0 0,0-1 0,6-11 0,15-11 0,-13 18 0,0 0 0,0 1 0,1 0 0,0 0 0,-1 1 0,2 0 0,-1 0 0,0 1 0,0 0 0,1 1 0,-1 0 0,1 1 0,14 0 0,-18 0 0,1 1 0,0 0 0,-1 0 0,1 0 0,0 0 0,-1 1 0,0 1 0,1-1 0,-1 1 0,0 0 0,0 0 0,0 0 0,-1 1 0,1 0 0,-1 0 0,0 1 0,0-1 0,0 1 0,6 10 0,4 12 0,-2 0 0,-1 2 0,16 58 0,4 11 0,-30-93 0,1 0 0,-1 1 0,0 0 0,-1 0 0,0-1 0,0 1 0,0 0 0,0 0 0,-1 0 0,0 0 0,0 0 0,-1 0 0,0 0 0,0 0 0,0-1 0,0 1 0,-1 0 0,0 0 0,0-1 0,-1 0 0,0 1 0,0-1 0,0 0 0,0 0 0,-1 0 0,0-1 0,0 0 0,0 1 0,-6 3 0,-26 24 0,-2-2 0,-1-2 0,-70 38 0,95-58 0,-1-2 0,0 0 0,0-1 0,0 0 0,-1-1 0,-21 3 0,33-6 0,-1-1 0,1 1 0,0-1 0,0 0 0,-1 0 0,1-1 0,0 1 0,0-1 0,0 0 0,0 0 0,0 0 0,0 0 0,0-1 0,0 0 0,0 1 0,0-1 0,1-1 0,-1 1 0,1-1 0,0 1 0,-1-1 0,1 0 0,0 0 0,1 0 0,-1-1 0,1 1 0,-1-1 0,-2-5 0,-5-31-1365,7 0-5461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5:48.487"/>
    </inkml:context>
    <inkml:brush xml:id="br0">
      <inkml:brushProperty name="width" value="0.05" units="cm"/>
      <inkml:brushProperty name="height" value="0.05" units="cm"/>
    </inkml:brush>
  </inkml:definitions>
  <inkml:trace contextRef="#ctx0" brushRef="#br0">560 134 24575,'0'-5'0,"0"0"0,0 0 0,-1-1 0,1 1 0,-1 0 0,0 0 0,-1 0 0,1 0 0,-1 0 0,0 0 0,0 0 0,-1 0 0,1 1 0,-1-1 0,0 1 0,-5-6 0,3 6 0,-1 0 0,1 0 0,0 0 0,-1 1 0,0 0 0,0 0 0,0 1 0,0-1 0,0 1 0,0 1 0,-1-1 0,-12-1 0,-1 0 0,0 1 0,-1 1 0,1 1 0,-1 0 0,0 2 0,-33 6 0,44-5 0,1-1 0,-1 2 0,1-1 0,0 1 0,0 1 0,1 0 0,-1 0 0,1 0 0,0 1 0,0 1 0,1-1 0,0 1 0,0 0 0,0 1 0,1 0 0,-6 9 0,-11 26 0,1 1 0,3 1 0,-18 59 0,33-93 0,0 0 0,1 0 0,1 1 0,0-1 0,0 1 0,1-1 0,0 1 0,1 0 0,3 20 0,-2-26 0,1-1 0,0 1 0,0-1 0,0 0 0,0 0 0,1 0 0,0 0 0,0 0 0,0 0 0,1-1 0,-1 1 0,1-1 0,0 0 0,1 0 0,-1-1 0,1 1 0,-1-1 0,1 0 0,0 0 0,0-1 0,10 5 0,2-1 0,1-1 0,0 0 0,0-1 0,1-1 0,25 1 0,98-4 0,-99-1 0,-30 0-72,18 2-144,0-2 1,0-1-1,0-2 1,0-1-1,48-14 1,-42 2-6611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14.574"/>
    </inkml:context>
    <inkml:brush xml:id="br0">
      <inkml:brushProperty name="width" value="0.05" units="cm"/>
      <inkml:brushProperty name="height" value="0.05" units="cm"/>
    </inkml:brush>
  </inkml:definitions>
  <inkml:trace contextRef="#ctx0" brushRef="#br0">1 463 24575,'1'13'0,"0"-1"0,1 1 0,1-1 0,0 0 0,1 0 0,0 0 0,1-1 0,0 0 0,1 1 0,0-2 0,9 14 0,-9-16 0,0 0 0,0 0 0,1 0 0,0-1 0,0 0 0,1 0 0,0-1 0,0 0 0,0-1 0,1 1 0,0-2 0,0 1 0,0-1 0,0 0 0,17 3 0,42 1 0,1-4 0,114-6 0,-69-1 0,213-28 0,-241 19 0,705-139 0,-713 134 0,440-76 0,7 24 0,32-5 0,331-34 0,-451 92 0,-200 11 0,57-16 0,-12 0 0,611 14 0,-537 9 0,-321-4 0,1-1 0,-2-3 0,45-11 0,41-6 0,-67 15 0,111-10 0,-158 17-96,-3 2 5,0-1 1,0 0-1,0-1 0,0 1 1,0 0-1,0-1 1,-1 0-1,1 1 0,0-1 1,-1 0-1,1-1 0,0 1 1,3-3-1,3-7-6735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21.112"/>
    </inkml:context>
    <inkml:brush xml:id="br0">
      <inkml:brushProperty name="width" value="0.05" units="cm"/>
      <inkml:brushProperty name="height" value="0.05" units="cm"/>
    </inkml:brush>
  </inkml:definitions>
  <inkml:trace contextRef="#ctx0" brushRef="#br0">357 26 24575,'-3'-3'0,"0"1"0,-1 0 0,1 0 0,-1 0 0,0 0 0,1 0 0,-1 1 0,0 0 0,0-1 0,0 1 0,0 1 0,-4-1 0,-56-3 0,45 4 0,10-1 0,0 1 0,0 1 0,1-1 0,-1 1 0,0 1 0,0 0 0,1 0 0,-15 6 0,18-6 0,0 1 0,-1 0 0,1 1 0,0-1 0,0 1 0,1 0 0,-1 1 0,1-1 0,0 1 0,0-1 0,1 1 0,-1 0 0,-3 9 0,-4 6 0,2 1 0,0 0 0,1 0 0,2 1 0,0 0 0,1 0 0,1 1 0,1-1 0,1 1 0,2 37 0,1-54 0,0-1 0,0 1 0,1 0 0,-1-1 0,1 1 0,0-1 0,1 1 0,-1-1 0,1 0 0,0 0 0,1 0 0,-1-1 0,7 8 0,-3-6 0,0 1 0,1-1 0,0-1 0,0 1 0,0-1 0,1-1 0,13 6 0,3-2 0,-1-1 0,1-1 0,0-1 0,0-1 0,34 1 0,-27-3-455,0-2 0,61-7 0,-59 0-6371</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17.075"/>
    </inkml:context>
    <inkml:brush xml:id="br0">
      <inkml:brushProperty name="width" value="0.05" units="cm"/>
      <inkml:brushProperty name="height" value="0.05" units="cm"/>
    </inkml:brush>
  </inkml:definitions>
  <inkml:trace contextRef="#ctx0" brushRef="#br0">42 12 24575,'0'-9'0,"0"6"0,0 8 0,0 17 0,0 17 0,0 11 0,-4 10 0,-2 8 0,-4 2 0,0-7 0,1-6 0,7-20 0,3-22 0,3-22 0,-1-10-8191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17.853"/>
    </inkml:context>
    <inkml:brush xml:id="br0">
      <inkml:brushProperty name="width" value="0.05" units="cm"/>
      <inkml:brushProperty name="height" value="0.05" units="cm"/>
    </inkml:brush>
  </inkml:definitions>
  <inkml:trace contextRef="#ctx0" brushRef="#br0">59 102 24575,'0'-2'0,"0"0"0,-1 0 0,1 0 0,0 0 0,-1 1 0,0-1 0,1 0 0,-1 0 0,0 1 0,-1-3 0,-2-10 0,4 13 0,1 0 0,0 0 0,0 0 0,-1 0 0,1 0 0,0 0 0,0 0 0,0 1 0,0-1 0,0 0 0,0 1 0,0-1 0,0 1 0,0-1 0,1 1 0,1-1 0,23-10 0,0 2 0,1 0 0,0 2 0,1 1 0,42-4 0,-66 10 0,0 0 0,0 0 0,0 0 0,0 0 0,0 1 0,0 0 0,0-1 0,0 1 0,0 1 0,0-1 0,-1 1 0,1-1 0,0 1 0,-1 0 0,1 0 0,-1 1 0,5 3 0,-5-2 0,0 0 0,0 0 0,0 0 0,-1 0 0,1 0 0,-1 0 0,0 1 0,-1-1 0,1 1 0,-1-1 0,0 1 0,0 0 0,0-1 0,0 9 0,0-5 0,-1-1 0,0 1 0,-1 0 0,0-1 0,0 1 0,0-1 0,-1 1 0,0-1 0,-1 0 0,0 0 0,0 0 0,0 0 0,-1 0 0,0 0 0,0-1 0,-1 0 0,-6 8 0,-3-1 0,0-1 0,-1 0 0,0-1 0,0-1 0,-34 17 0,36-20 0,8-6 0,1 1 0,0 0 0,-1 1 0,1-1 0,0 1 0,1 0 0,-6 4 0,9-7 0,0 0 0,0 1 0,0-1 0,-1 0 0,1 0 0,0 1 0,0-1 0,0 0 0,0 0 0,0 0 0,0 1 0,0-1 0,0 0 0,0 0 0,0 1 0,0-1 0,0 0 0,0 0 0,0 1 0,0-1 0,0 0 0,0 0 0,0 1 0,0-1 0,0 0 0,0 0 0,1 1 0,-1-1 0,0 0 0,0 0 0,0 0 0,0 1 0,0-1 0,1 0 0,-1 0 0,0 0 0,0 1 0,0-1 0,1 0 0,-1 0 0,0 0 0,0 0 0,1 0 0,-1 0 0,0 0 0,0 0 0,1 0 0,-1 1 0,0-1 0,0 0 0,1 0 0,15 3 0,-15-3 0,36 2 0,55-4 0,-57 0 0,67 5 0,-97-2 0,0 0 0,1 0 0,-1 0 0,0 1 0,0-1 0,0 1 0,-1 1 0,1-1 0,0 0 0,-1 1 0,1 0 0,-1 0 0,0 1 0,0-1 0,0 1 0,-1 0 0,1 0 0,-1 0 0,0 0 0,0 1 0,0-1 0,-1 1 0,0 0 0,3 5 0,-4-4 0,1 0 0,-1 0 0,0-1 0,0 1 0,-1 0 0,1 0 0,-2 0 0,1 0 0,0 0 0,-1 0 0,0 0 0,-1 0 0,1 0 0,-1 0 0,0-1 0,-1 1 0,1-1 0,-1 1 0,0-1 0,0 0 0,-6 6 0,0-1 0,0 0 0,-1-1 0,-1-1 0,0 0 0,0 0 0,0-1 0,-1 0 0,0-1 0,-18 7 0,6-4 0,0-1 0,-1-2 0,0 0 0,-28 2 0,37-5 0,-1-2 0,0 0 0,0-1 0,1-1 0,-31-5 0,41 5 0,1 0 0,0-1 0,0 0 0,0 0 0,0 0 0,0-1 0,0 0 0,1 0 0,-1 0 0,1 0 0,0-1 0,0 1 0,0-1 0,1 0 0,-1 0 0,1-1 0,0 1 0,0-1 0,0 1 0,1-1 0,-4-8 0,-5-26-1365,5 3-5461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19.375"/>
    </inkml:context>
    <inkml:brush xml:id="br0">
      <inkml:brushProperty name="width" value="0.05" units="cm"/>
      <inkml:brushProperty name="height" value="0.05" units="cm"/>
    </inkml:brush>
  </inkml:definitions>
  <inkml:trace contextRef="#ctx0" brushRef="#br0">239 260 24575,'-2'13'0,"0"-1"0,-1 1 0,0-1 0,-1 0 0,0 0 0,-6 13 0,4-11 0,-22 48 0,-59 95 0,81-147 0,2-3 0,1-1 0,-1 1 0,0-1 0,-1 0 0,1 0 0,-1 0 0,-1 0 0,1-1 0,-1 0 0,0 0 0,-7 4 0,13-8 0,-1-1 0,1 0 0,-1 0 0,1 0 0,0 1 0,-1-1 0,1 0 0,-1 0 0,1 0 0,-1 0 0,1 0 0,-1 0 0,1 0 0,-1 0 0,1 0 0,-1 0 0,1 0 0,0 0 0,-1 0 0,1 0 0,-1 0 0,1 0 0,-1 0 0,1-1 0,-1 1 0,1 0 0,0 0 0,-1-1 0,1 1 0,0 0 0,-1 0 0,1-1 0,0 1 0,-1-1 0,1 1 0,0 0 0,-1-1 0,1 0 0,-3-20 0,5 7 0,1 0 0,1 0 0,0 0 0,9-21 0,-3 10 0,18-47 0,54-102 0,-59 134 0,2 1 0,1 1 0,59-66 0,-76 95 0,0 0 0,0 1 0,1 0 0,0 0 0,14-8 0,-22 15 0,0 0 0,0 0 0,0 0 0,1 0 0,-1 0 0,0 0 0,1 0 0,-1 1 0,0-1 0,1 1 0,-1 0 0,1 0 0,-1-1 0,1 2 0,-1-1 0,0 0 0,1 0 0,-1 1 0,1 0 0,-1-1 0,0 1 0,1 0 0,-1 0 0,0 0 0,0 0 0,0 1 0,0-1 0,0 0 0,0 1 0,0 0 0,0-1 0,-1 1 0,1 0 0,1 2 0,5 9 0,1 1 0,-2 0 0,0 0 0,-1 1 0,6 19 0,18 81 0,-22-73-341,-2 1 0,-2 0-1,-3 82 1,-1-112-6485</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19.625"/>
    </inkml:context>
    <inkml:brush xml:id="br0">
      <inkml:brushProperty name="width" value="0.05" units="cm"/>
      <inkml:brushProperty name="height" value="0.05" units="cm"/>
    </inkml:brush>
  </inkml:definitions>
  <inkml:trace contextRef="#ctx0" brushRef="#br0">0 21 24575,'9'0'0,"12"0"0,11 0 0,4 0 0,5 0 0,5-9 0,-6-2-8191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22.330"/>
    </inkml:context>
    <inkml:brush xml:id="br0">
      <inkml:brushProperty name="width" value="0.05" units="cm"/>
      <inkml:brushProperty name="height" value="0.05" units="cm"/>
    </inkml:brush>
  </inkml:definitions>
  <inkml:trace contextRef="#ctx0" brushRef="#br0">15 78 24575,'0'-9'0,"9"-2"0,3-5 0,-1-7 0,-2 8 0,-2 11 0,-3 16 0,-2 14 0,-5 11 0,-3 9 0,0 0 0,-8 2 0,-2 6 0,3 2 0,2-8-8191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22.968"/>
    </inkml:context>
    <inkml:brush xml:id="br0">
      <inkml:brushProperty name="width" value="0.05" units="cm"/>
      <inkml:brushProperty name="height" value="0.05" units="cm"/>
    </inkml:brush>
  </inkml:definitions>
  <inkml:trace contextRef="#ctx0" brushRef="#br0">110 24 24575,'0'-1'0,"0"0"0,0 1 0,1-1 0,-1 0 0,0 0 0,1 1 0,-1-1 0,0 0 0,1 1 0,-1-1 0,1 0 0,-1 1 0,1-1 0,0 1 0,-1-1 0,1 0 0,0 1 0,-1 0 0,1-1 0,0 1 0,-1-1 0,1 1 0,0 0 0,0 0 0,-1-1 0,1 1 0,2 0 0,25-4 0,-23 3 0,6-1 0,0 1 0,1 1 0,-1 0 0,0 0 0,0 1 0,0 0 0,0 1 0,0 0 0,0 1 0,-1 0 0,1 1 0,-1 0 0,0 1 0,0 0 0,0 0 0,-1 1 0,1 1 0,-2-1 0,1 1 0,-1 1 0,12 12 0,-8-5 0,0-1 0,-2 2 0,1 0 0,-2 0 0,0 1 0,-1 0 0,-1 0 0,0 1 0,5 26 0,-6-18 0,-2-1 0,0 1 0,-2 1 0,-1-1 0,-1 0 0,-5 32 0,4-47 0,-1-1 0,0 1 0,-1-1 0,0 1 0,-1-1 0,0 0 0,0 0 0,-7 10 0,7-13 0,-1-1 0,1 0 0,-1-1 0,-1 1 0,1-1 0,-1 0 0,1 0 0,-1 0 0,-1-1 0,1 0 0,-1-1 0,-9 5 0,-13 4 0,-1-2 0,0 0 0,-1-2 0,0-2 0,0 0 0,-1-2 0,-53-1 0,81-3-57,0 0 0,0-1 1,0 0-1,1 0 0,-1 0 0,0 0 0,0 0 0,1-1 0,-1 0 0,1 0 0,-1 0 1,1 0-1,0 0 0,0-1 0,0 1 0,0-1 0,0 0 0,1 0 0,-1 0 1,1 0-1,0 0 0,0 0 0,-3-8 0,-6-16-6769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36.953"/>
    </inkml:context>
    <inkml:brush xml:id="br0">
      <inkml:brushProperty name="width" value="0.05" units="cm"/>
      <inkml:brushProperty name="height" value="0.05" units="cm"/>
    </inkml:brush>
  </inkml:definitions>
  <inkml:trace contextRef="#ctx0" brushRef="#br0">104 27 24575,'1'-1'0,"0"0"0,0 0 0,-1 0 0,1 0 0,0 0 0,0 0 0,0 0 0,0 0 0,0 0 0,1 1 0,-1-1 0,0 0 0,0 1 0,0-1 0,1 1 0,-1-1 0,0 1 0,0 0 0,1-1 0,-1 1 0,0 0 0,3 0 0,-1 0 0,20-5 0,0 2 0,1 0 0,41 2 0,-55 1 0,1 1 0,0 1 0,-1-1 0,1 2 0,-1-1 0,0 1 0,0 1 0,0 0 0,0 0 0,14 10 0,-21-12 0,0-1 0,-1 1 0,1 0 0,-1 1 0,1-1 0,-1 0 0,0 1 0,0-1 0,0 1 0,0 0 0,0 0 0,-1 0 0,1-1 0,-1 2 0,0-1 0,2 6 0,-3-6 0,0 0 0,0 0 0,0 0 0,0 0 0,-1-1 0,1 1 0,-1 0 0,0 0 0,0 0 0,0-1 0,0 1 0,0 0 0,0-1 0,-1 1 0,-2 3 0,-4 3 0,1-1 0,-1 0 0,0-1 0,-1 0 0,0 0 0,0-1 0,-1 0 0,-16 8 0,-59 23 0,84-36 0,0-1 0,0 1 0,0 0 0,0-1 0,0 1 0,0 0 0,0 0 0,0-1 0,0 1 0,0 0 0,1 0 0,-1 0 0,0 0 0,1 0 0,-1 0 0,1 0 0,-1 0 0,1 0 0,0 1 0,-1-1 0,1 0 0,0 0 0,0 0 0,0 0 0,0 1 0,0-1 0,0 0 0,0 0 0,0 0 0,0 0 0,0 1 0,1-1 0,-1 0 0,0 0 0,1 0 0,-1 0 0,1 0 0,-1 0 0,1 0 0,0 0 0,0 0 0,-1 0 0,1 0 0,0 0 0,1 0 0,3 5 0,1-1 0,0 0 0,0 0 0,0-1 0,12 7 0,-12-7 0,18 9 0,28 21 0,-45-29 0,0 1 0,-1-1 0,0 2 0,0-1 0,0 1 0,-1 0 0,0 0 0,5 9 0,-8-13 0,-1-1 0,0 1 0,0-1 0,0 1 0,0-1 0,0 1 0,-1 0 0,1-1 0,-1 1 0,0 0 0,1-1 0,-1 1 0,-1 0 0,1 0 0,0-1 0,-1 1 0,1 0 0,-1-1 0,-1 3 0,1-1 0,-1-1 0,0 1 0,-1-1 0,1 0 0,-1 0 0,1 0 0,-1 0 0,0-1 0,0 1 0,0-1 0,-7 5 0,-1-1 0,0-1 0,-1 0 0,0 0 0,0-1 0,0-1 0,0 0 0,-16 2 0,-21-2 0,1-1 0,-76-7 0,120 5 13,0 0 0,0-1 0,0 0 0,-1 0 0,1 0 0,0 0 0,1-1 0,-7-2 0,9 3-70,-1 0 0,1 0 0,0 0 0,0 0 0,0 0 0,0 0 0,0 0 0,0 0 0,0-1 0,1 1 0,-1 0 0,0-1 0,1 1 0,-1 0 0,1-1 0,-1 1 0,1-1 0,0 1 0,-1 0 0,1-1 0,0 1 0,0-1 0,0 1 0,0-1 0,1-2 0,5-24-6769</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38.136"/>
    </inkml:context>
    <inkml:brush xml:id="br0">
      <inkml:brushProperty name="width" value="0.05" units="cm"/>
      <inkml:brushProperty name="height" value="0.05" units="cm"/>
    </inkml:brush>
  </inkml:definitions>
  <inkml:trace contextRef="#ctx0" brushRef="#br0">914 159 24575,'-2'-4'0,"1"0"0,-1-1 0,0 1 0,0 0 0,0 0 0,0 0 0,-1 0 0,1 0 0,-1 0 0,0 1 0,-4-4 0,-3-6 0,3 6 0,1-1 0,-1 1 0,0 0 0,-1 1 0,0 0 0,0 0 0,0 0 0,0 1 0,-1 1 0,0-1 0,0 1 0,0 1 0,-1 0 0,-17-4 0,-6 2 0,-1 1 0,1 2 0,-34 2 0,45 0 0,4 0 0,0 1 0,0 1 0,0 0 0,0 1 0,1 1 0,-1 1 0,1 0 0,0 1 0,0 1 0,1 1 0,-1 0 0,2 1 0,-1 1 0,-25 21 0,17-9 0,1 1 0,1 0 0,2 2 0,0 0 0,1 1 0,2 1 0,1 1 0,1 0 0,1 1 0,-10 33 0,13-29 0,1 2 0,1-1 0,3 1 0,0 0 0,3 1 0,0-1 0,3 1 0,6 65 0,-4-89 0,1-1 0,0 0 0,0 1 0,1-1 0,0 0 0,1-1 0,0 1 0,1-1 0,0 0 0,1 0 0,0-1 0,0 0 0,1 0 0,0-1 0,1 0 0,0 0 0,0-1 0,14 9 0,13 4 0,0-1 0,2-2 0,71 22 0,-95-34 0,22 5 0,1-2 0,0-2 0,1-1 0,0-2 0,-1-1 0,1-2 0,69-10 0,-94 9 0,0-2 0,-1 1 0,1-1 0,-1-1 0,0-1 0,0 1 0,14-9 0,-18 8 0,-1 1 0,0-2 0,0 1 0,0-1 0,-1 0 0,0 0 0,0-1 0,0 0 0,-1 0 0,0 0 0,6-12 0,24-58 0,37-122 0,-63 173 0,-2 0 0,-1-1 0,-1-1 0,-2 1 0,0 0 0,-2-1 0,-1 0 0,-1 1 0,-8-46 0,8 68-68,0 0 0,-1 0-1,1 0 1,-1 1 0,0-1 0,0 1-1,-1-1 1,1 1 0,-1 0 0,0 0-1,0 0 1,-1 0 0,1 1 0,-1-1-1,0 1 1,0 0 0,0 0-1,0 0 1,-8-4 0,-17-3-6758</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52.129"/>
    </inkml:context>
    <inkml:brush xml:id="br0">
      <inkml:brushProperty name="width" value="0.05" units="cm"/>
      <inkml:brushProperty name="height" value="0.05" units="cm"/>
    </inkml:brush>
  </inkml:definitions>
  <inkml:trace contextRef="#ctx0" brushRef="#br0">1 1 24575,'35'0'0,"26"-1"0,0 3 0,114 18 0,-96-6 0,161 7 0,84-22 0,-121-2 0,-179 3-341,-1-1 0,0-1-1,28-5 1,-29 1-6485</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56.157"/>
    </inkml:context>
    <inkml:brush xml:id="br0">
      <inkml:brushProperty name="width" value="0.05" units="cm"/>
      <inkml:brushProperty name="height" value="0.05" units="cm"/>
    </inkml:brush>
  </inkml:definitions>
  <inkml:trace contextRef="#ctx0" brushRef="#br0">1 20 24575,'8'-8'0,"4"-4"-8191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57.849"/>
    </inkml:context>
    <inkml:brush xml:id="br0">
      <inkml:brushProperty name="width" value="0.05" units="cm"/>
      <inkml:brushProperty name="height" value="0.05" units="cm"/>
    </inkml:brush>
  </inkml:definitions>
  <inkml:trace contextRef="#ctx0" brushRef="#br0">1 0 24575,'0'0'0,"0"5"0,0 9 0,0 8 0,0 8 0,0 13 0,0 7 0,0 9 0,9 3 0,3-5 0,-1-3 0,-2-1 0,6-11 0,1-21 0,-3-13-8191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58.471"/>
    </inkml:context>
    <inkml:brush xml:id="br0">
      <inkml:brushProperty name="width" value="0.05" units="cm"/>
      <inkml:brushProperty name="height" value="0.05" units="cm"/>
    </inkml:brush>
  </inkml:definitions>
  <inkml:trace contextRef="#ctx0" brushRef="#br0">33 11 24575,'0'0'0,"0"-1"0,1 0 0,-1 1 0,0-1 0,1 1 0,-1-1 0,0 1 0,1-1 0,-1 1 0,1-1 0,-1 1 0,1-1 0,-1 1 0,1-1 0,0 1 0,-1 0 0,1 0 0,-1-1 0,1 1 0,0 0 0,-1 0 0,1-1 0,0 1 0,-1 0 0,1 0 0,0 0 0,-1 0 0,2 0 0,24-1 0,-22 1 0,24 0 0,1 1 0,-1 1 0,0 2 0,0 1 0,37 10 0,-55-11 0,0 0 0,0 0 0,0 0 0,0 1 0,-1 1 0,0 0 0,0 0 0,0 1 0,-1 0 0,0 0 0,-1 1 0,1 0 0,-2 0 0,1 1 0,-1 0 0,0 0 0,6 14 0,-4-4 0,-2 0 0,0 0 0,-1 1 0,-1-1 0,-1 1 0,-1 0 0,0 0 0,-2 0 0,0 0 0,-5 34 0,3-39 0,-1 0 0,0-1 0,-1 0 0,0 1 0,-1-2 0,-1 1 0,0 0 0,-1-1 0,-1 0 0,0-1 0,0 0 0,-1 0 0,-1-1 0,-21 21 0,11-17 0,-1-1 0,0 0 0,-1-1 0,-33 13 0,43-21 0,-1 0 0,1-1 0,-1 0 0,0-2 0,0 1 0,0-1 0,0-1 0,-1-1 0,-25-1 0,37 1-54,-1-1-1,1 1 0,-1-1 1,1 0-1,0 1 1,-1-1-1,1 0 0,0-1 1,-1 1-1,1 0 1,0-1-1,0 1 0,0-1 1,0 1-1,0-1 0,0 0 1,1 0-1,-1 0 1,1 0-1,-1 0 0,1 0 1,0-1-1,0 1 1,-1-3-1,-10-29-6771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6:59.805"/>
    </inkml:context>
    <inkml:brush xml:id="br0">
      <inkml:brushProperty name="width" value="0.05" units="cm"/>
      <inkml:brushProperty name="height" value="0.05" units="cm"/>
    </inkml:brush>
  </inkml:definitions>
  <inkml:trace contextRef="#ctx0" brushRef="#br0">59 0 24575,'0'5'0,"0"18"0,0 11 0,0 11 0,-5 13 0,-1 4 0,0 2 0,-7-3 0,-2-6 0,2-13-8191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00.523"/>
    </inkml:context>
    <inkml:brush xml:id="br0">
      <inkml:brushProperty name="width" value="0.05" units="cm"/>
      <inkml:brushProperty name="height" value="0.05" units="cm"/>
    </inkml:brush>
  </inkml:definitions>
  <inkml:trace contextRef="#ctx0" brushRef="#br0">1 1 24575,'416'0'0,"-403"0"0,0 0 0,0 1 0,0 1 0,16 3 0,-25-4 0,-1 0 0,1 1 0,0-1 0,-1 1 0,1-1 0,-1 1 0,1 0 0,-1 0 0,0 1 0,0-1 0,0 1 0,0 0 0,0-1 0,-1 1 0,1 1 0,-1-1 0,0 0 0,3 5 0,-4-6 0,-1 0 0,1 0 0,0 0 0,-1 0 0,1 0 0,-1 0 0,0 0 0,1 0 0,-1 0 0,0 0 0,0 0 0,-1 0 0,1 0 0,0 0 0,-1 0 0,1 0 0,-1 0 0,0 2 0,-1 0 0,-1 0 0,1-1 0,0 1 0,-1-1 0,0 1 0,1-1 0,-1 0 0,-5 4 0,-6 3 0,0-1 0,-1 0 0,-22 10 0,30-16 0,-129 49 0,134-52 0,-1 1 0,1 0 0,0 1 0,0-1 0,0 0 0,1 0 0,-1 1 0,0-1 0,0 1 0,1 0 0,-1-1 0,1 1 0,-1 0 0,1 0 0,-2 4 0,3-5 0,-1 0 0,1 0 0,0 1 0,0-1 0,0 0 0,0 0 0,0 0 0,1 1 0,-1-1 0,0 0 0,0 0 0,1 0 0,-1 0 0,1 0 0,-1 1 0,1-1 0,-1 0 0,1 0 0,0 0 0,0 0 0,1 1 0,6 5 0,0 0 0,0-1 0,1 0 0,0 0 0,14 6 0,-6-3 0,-9-4 0,19 10 0,0 2 0,37 30 0,-59-43 0,1 0 0,-1 1 0,-1 0 0,1 0 0,-1 0 0,1 0 0,-1 1 0,-1-1 0,1 1 0,-1 0 0,0 0 0,-1 1 0,1-1 0,-1 0 0,0 1 0,-1 0 0,0-1 0,1 10 0,-3-11 0,1-1 0,-1 1 0,-1-1 0,1 0 0,-1 1 0,0-1 0,0 0 0,0 0 0,0 0 0,-1 0 0,1-1 0,-1 1 0,0-1 0,0 1 0,0-1 0,-1 0 0,1 0 0,-1-1 0,0 1 0,-7 3 0,-4 2 0,1 0 0,-1-2 0,-1 0 0,-23 6 0,26-8 24,-1-1 0,0-1 0,1 0 0,-21 0 0,30-2-102,0 0 0,0 0 0,0-1-1,-1 0 1,1 1 0,0-1 0,1-1 0,-1 1 0,0-1-1,0 1 1,0-1 0,1 0 0,-1-1 0,1 1 0,0 0-1,0-1 1,0 0 0,-6-6 0,-12-25-6748</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06.490"/>
    </inkml:context>
    <inkml:brush xml:id="br0">
      <inkml:brushProperty name="width" value="0.05" units="cm"/>
      <inkml:brushProperty name="height" value="0.05" units="cm"/>
    </inkml:brush>
  </inkml:definitions>
  <inkml:trace contextRef="#ctx0" brushRef="#br0">639 159 24575,'0'-4'0,"0"1"0,0-1 0,-1 0 0,1 0 0,-1 1 0,0-1 0,0 0 0,0 1 0,-1-1 0,1 1 0,-1-1 0,0 1 0,0 0 0,0 0 0,0-1 0,0 1 0,-1 1 0,-4-5 0,3 4 0,-1 0 0,0 0 0,1 0 0,-1 0 0,0 1 0,-1 0 0,1 0 0,0 0 0,-1 1 0,1 0 0,-1 0 0,-6 0 0,1 1 0,0 0 0,0 0 0,0 2 0,0-1 0,0 1 0,0 1 0,1 0 0,-1 0 0,1 1 0,0 1 0,0-1 0,0 2 0,1-1 0,-1 2 0,-16 13 0,-5 8 0,2 2 0,-48 60 0,63-74 0,5-4 0,1 0 0,-1 0 0,2 1 0,0 0 0,0 0 0,1 1 0,1-1 0,0 1 0,1 1 0,-4 23 0,7-29 0,0 0 0,1 0 0,0 1 0,1-1 0,0 0 0,0 0 0,1 0 0,0 0 0,0 0 0,1-1 0,0 1 0,1-1 0,0 1 0,0-1 0,1 0 0,0-1 0,11 14 0,-3-8 0,0-1 0,0 0 0,1-1 0,1-1 0,0 0 0,0-1 0,1-1 0,0 0 0,0-2 0,1 1 0,0-2 0,18 4 0,-8-4 0,0 0 0,0-2 0,0-1 0,0-1 0,1-2 0,-1 0 0,30-7 0,-26 1 0,-31 7 0,1 0 0,-1 0 0,0 0 0,0 0 0,1 0 0,-1 0 0,0 0 0,1 0 0,-1 0 0,0 0 0,1 0 0,-1 0 0,0 0 0,0 0 0,1-1 0,-1 1 0,0 0 0,0 0 0,1 0 0,-1 0 0,0-1 0,0 1 0,0 0 0,1 0 0,-1-1 0,0 1 0,0 0 0,0 0 0,0-1 0,1 1 0,-1 0 0,0 0 0,0-1 0,0 1 0,0 0 0,0-1 0,0 1 0,-12-5 0,-24 0 0,-96 2 0,76 4 0,-101-13 0,140 9 0,0 0 0,0-1 0,0-1 0,1-1 0,0 0 0,0-1 0,1-1 0,0 0 0,0-1 0,-16-14 0,22 16 0,0-1 0,1 1 0,0-2 0,0 1 0,1-1 0,1 0 0,-1-1 0,1 0 0,-6-13 0,9 15 0,1 0 0,-1-1 0,1 1 0,1-1 0,0 1 0,0-1 0,0 0 0,1 0 0,1 1 0,-1-1 0,2 0 0,3-14 0,0 4 0,0 1 0,2 0 0,1 0 0,0 0 0,1 1 0,0 1 0,2-1 0,24-28 0,-18 26 0,2 0 0,1 1 0,0 1 0,1 1 0,0 1 0,28-14 0,-19 14 0,0 1 0,1 1 0,0 2 0,1 1 0,0 1 0,1 2 0,-1 1 0,1 2 0,0 1 0,66 3 0,-78 5 0,-21-5 0,0 0 0,0 0 0,0 1 0,0-1 0,1 0 0,-1 0 0,0 0 0,0 0 0,0 1 0,0-1 0,0 0 0,0 0 0,0 0 0,0 1 0,0-1 0,0 0 0,0 0 0,0 0 0,0 1 0,0-1 0,0 0 0,-1 0 0,1 0 0,0 0 0,0 1 0,0-1 0,0 0 0,0 0 0,0 0 0,0 0 0,-1 0 0,1 1 0,0-1 0,0 0 0,0 0 0,0 0 0,0 0 0,-1 0 0,1 0 0,0 0 0,0 0 0,0 1 0,0-1 0,-1 0 0,1 0 0,0 0 0,0 0 0,-5 2 0,0 0 0,0 0 0,-1-1 0,1 0 0,-10 2 0,-42 2 0,0 4 0,-110 30 0,149-33 0,0 1 0,0 0 0,1 1 0,0 1 0,1 1 0,0 0 0,0 1 0,1 0 0,1 2 0,0 0 0,0 0 0,2 1 0,-15 20 0,15-16 0,1 0 0,1 1 0,0 1 0,1 0 0,-10 37 0,17-51 0,0 0 0,1 1 0,0-1 0,0 1 0,0-1 0,1 1 0,0-1 0,0 1 0,1-1 0,0 1 0,0-1 0,0 1 0,1-1 0,0 0 0,0 1 0,1-1 0,0 0 0,0-1 0,0 1 0,0-1 0,1 1 0,0-1 0,7 7 0,1-3 0,0 1 0,1-2 0,1 0 0,-1 0 0,1-1 0,0-1 0,1 0 0,0-1 0,0-1 0,0 0 0,0-1 0,20 2 0,-11-3 0,0-1 0,1-1 0,-1-1 0,0-1 0,0-1 0,0-1 0,29-9 0,-47 11 0,-1 0 0,1-1 0,-1 0 0,0 0 0,10-7 0,-14 10 0,-1-1 0,1 0 0,0 1 0,-1-1 0,1 0 0,-1 1 0,1-1 0,-1 0 0,1 1 0,-1-1 0,1 0 0,-1 0 0,1 0 0,-1 1 0,0-1 0,0 0 0,1 0 0,-1 0 0,0-1 0,0 1 0,-1 0 0,1 0 0,-1 1 0,1-1 0,-1 0 0,1 0 0,-1 1 0,1-1 0,-1 0 0,0 1 0,0-1 0,1 0 0,-1 1 0,0-1 0,0 1 0,1 0 0,-1-1 0,0 1 0,0-1 0,0 1 0,0 0 0,0 0 0,-1-1 0,-30-5 0,-1 1 0,1 2 0,-1 1 0,-59 4 0,-4-2 0,88 0 0,1 0 0,0-1 0,0 1 0,0-2 0,0 1 0,0-1 0,0 0 0,-9-5 0,13 5 0,0 0 0,0 0 0,0 0 0,0 0 0,1-1 0,-1 1 0,1-1 0,0 1 0,-1-1 0,1 0 0,0 0 0,1 0 0,-1 0 0,1 0 0,-1-1 0,1 1 0,0 0 0,0-1 0,0-3 0,-1-6 0,0 0 0,2 0 0,-1 0 0,2 0 0,0 0 0,0 0 0,1 0 0,1 0 0,0 0 0,1 1 0,0-1 0,1 1 0,0 0 0,1 1 0,0-1 0,1 1 0,0 0 0,1 1 0,0-1 0,1 2 0,11-11 0,-13 15 0,0 0 0,0 1 0,0 0 0,1 0 0,0 0 0,0 1 0,0 0 0,0 1 0,0 0 0,0 0 0,10 0 0,13-1 0,51 2 0,-51 2 0,77 1-1365,-74-1-5461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07.771"/>
    </inkml:context>
    <inkml:brush xml:id="br0">
      <inkml:brushProperty name="width" value="0.05" units="cm"/>
      <inkml:brushProperty name="height" value="0.05" units="cm"/>
    </inkml:brush>
  </inkml:definitions>
  <inkml:trace contextRef="#ctx0" brushRef="#br0">81 1 24575,'0'4'0,"0"11"0,0 11 0,0 5 0,0 8 0,-9 8 0,-3 3 0,1 0 0,-2 1 0,1-4 0,2-1 0,4-17 0,2-27 0,2-23 0,1-7-8191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08.487"/>
    </inkml:context>
    <inkml:brush xml:id="br0">
      <inkml:brushProperty name="width" value="0.05" units="cm"/>
      <inkml:brushProperty name="height" value="0.05" units="cm"/>
    </inkml:brush>
  </inkml:definitions>
  <inkml:trace contextRef="#ctx0" brushRef="#br0">0 5 24575,'71'-2'0,"-41"0"0,0 1 0,0 2 0,-1 1 0,1 1 0,30 7 0,-58-9 0,1 0 0,-1-1 0,1 1 0,-1 0 0,0 0 0,1 0 0,-1 0 0,0 1 0,0-1 0,0 0 0,0 1 0,0 0 0,0-1 0,0 1 0,-1 0 0,1 0 0,-1 0 0,1 0 0,-1 0 0,0 1 0,1-1 0,0 4 0,-2-4 0,0 0 0,0 1 0,0-1 0,0 0 0,0 1 0,-1-1 0,1 0 0,-1 0 0,1 1 0,-1-1 0,0 0 0,0 0 0,0 0 0,0 0 0,0 0 0,-1 0 0,1 0 0,-1 0 0,1 0 0,-1-1 0,1 1 0,-1-1 0,-4 3 0,-2 2 0,-1-1 0,0 0 0,-1 0 0,-17 6 0,21-9 0,-1 0 0,0 0 0,1 1 0,0 0 0,-1 1 0,1-1 0,0 1 0,1 1 0,-1-1 0,-8 9 0,14-12 0,0-1 0,-1 1 0,1-1 0,0 1 0,0-1 0,-1 1 0,1-1 0,0 1 0,0-1 0,0 1 0,0 0 0,0-1 0,0 1 0,0-1 0,0 1 0,0-1 0,0 1 0,0-1 0,0 1 0,1 0 0,-1-1 0,0 1 0,0-1 0,1 1 0,-1-1 0,0 1 0,0-1 0,1 1 0,-1-1 0,1 0 0,-1 1 0,0-1 0,1 1 0,-1-1 0,1 1 0,20 11 0,-19-11 0,115 47 0,-87-37 0,1 0 0,-2 3 0,0 0 0,40 27 0,-65-38 0,0 0 0,0 0 0,0 1 0,0-1 0,-1 1 0,1 0 0,-1 0 0,0 1 0,0-1 0,-1 1 0,1-1 0,-1 1 0,2 5 0,-3-7 0,-1 1 0,1-1 0,-1 0 0,0 0 0,0 0 0,0 1 0,0-1 0,0 0 0,-1 0 0,0 0 0,1 0 0,-1 0 0,0 1 0,-1-2 0,1 1 0,0 0 0,-1 0 0,0 0 0,1-1 0,-1 1 0,0-1 0,-3 3 0,-4 4 0,0-1 0,0-1 0,-1 0 0,0 0 0,0-1 0,-1 0 0,-14 5 0,-7 2 0,-45 11 0,55-18 0,0-2 0,-1 0 0,1-1 0,-1-1 0,-39-3 0,59 1 5,0 0-1,0-1 0,-1 1 1,1-1-1,0 0 0,0 0 1,0 0-1,1 0 1,-1-1-1,0 1 0,0-1 1,1 0-1,-1 1 0,1-1 1,-1-1-1,1 1 1,0 0-1,0 0 0,0-1 1,0 1-1,0-1 0,0 0 1,1 0-1,-1 1 0,1-1 1,-1-3-1,0-4-189,-1 1-1,2 0 1,0-1 0,0 0-1,0 1 1,1-1-1,2-12 1,4-26-6641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13.143"/>
    </inkml:context>
    <inkml:brush xml:id="br0">
      <inkml:brushProperty name="width" value="0.05" units="cm"/>
      <inkml:brushProperty name="height" value="0.05" units="cm"/>
    </inkml:brush>
  </inkml:definitions>
  <inkml:trace contextRef="#ctx0" brushRef="#br0">155 1 24575,'1'0'0,"0"0"0,0 0 0,0 0 0,0 0 0,0 0 0,0 0 0,0 1 0,0-1 0,0 0 0,0 1 0,0-1 0,0 1 0,0-1 0,0 1 0,0 0 0,-1-1 0,1 1 0,0 0 0,0-1 0,-1 1 0,1 0 0,0 0 0,0 1 0,0 1 0,0-1 0,0 1 0,0 0 0,0-1 0,0 1 0,-1 0 0,0 0 0,1 5 0,-1 2 0,-1 1 0,0-1 0,-4 19 0,-77 232 0,47-160 0,-18 47 0,48-140 0,3-16 0,3-17 0,5-1-333,0 1 0,17-41-1,-21 60-31,13-35-6461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13.517"/>
    </inkml:context>
    <inkml:brush xml:id="br0">
      <inkml:brushProperty name="width" value="0.05" units="cm"/>
      <inkml:brushProperty name="height" value="0.05" units="cm"/>
    </inkml:brush>
  </inkml:definitions>
  <inkml:trace contextRef="#ctx0" brushRef="#br0">1 1 24575,'4'0'0,"11"0"0,2 4 0,12 15 0,10 22 0,-2 12 0,1 7 0,-5-3 0,-4-3 0,-7 0 0,1-11 0,-2-3 0,3 0 0,-2-15 0,-10-21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13.859"/>
    </inkml:context>
    <inkml:brush xml:id="br0">
      <inkml:brushProperty name="width" value="0.05" units="cm"/>
      <inkml:brushProperty name="height" value="0.05" units="cm"/>
    </inkml:brush>
  </inkml:definitions>
  <inkml:trace contextRef="#ctx0" brushRef="#br0">5 21 24575,'-4'0'0,"11"4"0,18 2 0,14 0 0,13-2 0,6-1 0,-1-1 0,2-1 0,0-5 0,-10-15 0,-14-4-8191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15.872"/>
    </inkml:context>
    <inkml:brush xml:id="br0">
      <inkml:brushProperty name="width" value="0.05" units="cm"/>
      <inkml:brushProperty name="height" value="0.05" units="cm"/>
    </inkml:brush>
  </inkml:definitions>
  <inkml:trace contextRef="#ctx0" brushRef="#br0">473 30 24575,'0'-2'0,"0"1"0,0-1 0,-1 1 0,1 0 0,-1-1 0,1 1 0,-1 0 0,1 0 0,-1-1 0,0 1 0,0 0 0,1 0 0,-1 0 0,0 0 0,0 0 0,0 0 0,0 0 0,0 0 0,-1 0 0,1 1 0,0-1 0,0 0 0,0 1 0,-1-1 0,1 1 0,0-1 0,-1 1 0,1 0 0,0-1 0,-1 1 0,1 0 0,0 0 0,-1 0 0,1 0 0,-3 0 0,-2 0 0,0 0 0,0 1 0,0-1 0,0 1 0,0 0 0,0 1 0,-8 2 0,-3 5 0,0 0 0,0 1 0,1 0 0,0 2 0,1 0 0,0 0 0,-20 24 0,3 1 0,-51 75 0,61-77 0,-37 74 0,52-93 0,1 0 0,1 0 0,0 1 0,1-1 0,1 1 0,0 0 0,1 29 0,2-39 0,0-1 0,1 1 0,1 0 0,-1 0 0,1-1 0,0 1 0,0-1 0,1 0 0,0 1 0,0-1 0,0 0 0,1-1 0,0 1 0,9 9 0,-5-7 0,0 0 0,0-1 0,1-1 0,0 1 0,0-1 0,0-1 0,1 0 0,0 0 0,12 4 0,-11-6 0,0 0 0,0 0 0,0-1 0,1 0 0,-1-1 0,0 0 0,1-1 0,20-2 0,-25 1 0,0 0 0,0-1 0,0 0 0,0 0 0,0-1 0,-1 1 0,1-1 0,-1-1 0,0 1 0,0-1 0,0-1 0,0 1 0,-1-1 0,6-5 0,-4 2 0,-1 0 0,-1-1 0,1 1 0,-1-1 0,-1 0 0,0 0 0,0-1 0,-1 1 0,0-1 0,0 0 0,-1 0 0,-1 0 0,0 0 0,0 0 0,-1 0 0,0 0 0,0 0 0,-4-16 0,2 22 5,0-1 0,0 1 0,0 0 0,-1 0 0,1 1 0,-1-1 0,0 1 0,0-1 0,0 1 0,-1 0 0,1 0 0,-1 0 0,0 0 0,0 1 0,0 0 0,0-1 0,0 1 0,0 1 0,0-1 0,-1 1 0,1 0 0,-1 0 0,-5-1 0,-2 0-191,-1 0 1,0 1-1,1 0 0,-1 1 1,0 1-1,1 0 1,-17 3-1,-10 8-6640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16.663"/>
    </inkml:context>
    <inkml:brush xml:id="br0">
      <inkml:brushProperty name="width" value="0.05" units="cm"/>
      <inkml:brushProperty name="height" value="0.05" units="cm"/>
    </inkml:brush>
  </inkml:definitions>
  <inkml:trace contextRef="#ctx0" brushRef="#br0">1070 136 24575,'1'-4'0,"-1"0"0,0 0 0,0 0 0,0 0 0,0 0 0,-1 0 0,1 0 0,-1 0 0,0 1 0,0-1 0,-1 0 0,1 0 0,-1 1 0,0-1 0,0 1 0,0 0 0,0-1 0,-1 1 0,1 0 0,-1 0 0,0 0 0,0 1 0,0-1 0,0 1 0,0 0 0,-1-1 0,1 1 0,-6-2 0,-9-3 0,0 0 0,-1 1 0,1 1 0,-1 1 0,0 1 0,-32-2 0,-122 6 0,95 2 0,64-4 0,0 2 0,-1 0 0,1 0 0,1 2 0,-1-1 0,0 2 0,0 0 0,1 0 0,0 1 0,0 1 0,0 0 0,1 1 0,0 1 0,0 0 0,1 0 0,-20 19 0,1 5 0,2 1 0,1 2 0,1 1 0,-27 51 0,-67 164 0,105-214 0,1 1 0,3 0 0,1 0 0,1 1 0,2 1 0,3-1 0,0 1 0,3 0 0,1-1 0,2 1 0,11 63 0,-10-92 0,0 1 0,1-1 0,0 0 0,1 0 0,1 0 0,-1 0 0,1-1 0,1 0 0,15 17 0,-9-14 0,0 0 0,0-1 0,2-1 0,-1 0 0,33 17 0,-16-12 0,1-3 0,1 0 0,0-2 0,0-2 0,1-1 0,49 5 0,2-4 0,0-4 0,1-3 0,155-19 0,-209 12 0,-1-2 0,0-1 0,0-1 0,-1-2 0,-1-1 0,0-1 0,0-1 0,-1-2 0,-1-1 0,-1-1 0,-1-1 0,0-2 0,-1 0 0,-1-1 0,-2-2 0,0 0 0,-1-1 0,28-49 0,-33 48 0,-1-1 0,-2-1 0,-1 0 0,-1-1 0,-1 0 0,-1 0 0,-2-1 0,-1 0 0,-2 0 0,-1 0 0,-2-51 0,-2 56 0,0 0 0,-2 0 0,-1 1 0,-1-1 0,-1 1 0,-1 1 0,-1-1 0,-1 1 0,-1 1 0,-1 0 0,-1 0 0,-1 1 0,-1 1 0,-25-26 0,1 14-1365,1 9-5461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37.484"/>
    </inkml:context>
    <inkml:brush xml:id="br0">
      <inkml:brushProperty name="width" value="0.05" units="cm"/>
      <inkml:brushProperty name="height" value="0.05" units="cm"/>
    </inkml:brush>
  </inkml:definitions>
  <inkml:trace contextRef="#ctx0" brushRef="#br0">709 3 24575,'-66'-1'0,"7"0"0,-80 8 0,121-4 0,0 0 0,0 1 0,0 0 0,1 2 0,0 0 0,0 1 0,0 0 0,-26 18 0,21-9 0,0 1 0,2 1 0,0 1 0,1 1 0,1 1 0,1 0 0,1 1 0,1 1 0,-14 28 0,18-31 0,2 1 0,0 0 0,1 0 0,2 1 0,0 0 0,1 0 0,1 1 0,1-1 0,1 1 0,1 0 0,3 32 0,0-45 0,0 0 0,1 0 0,0 0 0,1-1 0,0 1 0,1-1 0,-1 0 0,2 0 0,-1-1 0,1 0 0,1 0 0,0 0 0,0 0 0,0-1 0,1 0 0,0-1 0,0 0 0,14 8 0,2 0 0,0-1 0,1-2 0,1 0 0,0-1 0,45 10 0,-45-14 0,0-1 0,0-1 0,1-2 0,0 0 0,33-4 0,-48 2 0,-1-2 0,1 0 0,-1 0 0,0-1 0,0-1 0,0 0 0,0 0 0,0-1 0,-1 0 0,0-1 0,0 0 0,-1-1 0,0 0 0,14-13 0,-9 5 0,-1 0 0,0-1 0,-1-1 0,-1 0 0,-1 0 0,0-1 0,-1-1 0,12-37 0,-18 49 0,-1 0 0,-1 0 0,1 0 0,-1-1 0,-1 1 0,1 0 0,-1 0 0,0-1 0,-1 1 0,0 0 0,0 0 0,0 0 0,-1-1 0,0 1 0,-1 1 0,1-1 0,-1 0 0,0 1 0,-1-1 0,0 1 0,0 0 0,0 0 0,-1 1 0,0-1 0,0 1 0,0 0 0,-1 0 0,-6-4 0,-1 1 0,-1 0 0,-21-9 0,-19-11 0,44 16 0,17 6 0,20 4 0,-18 3 0,-1 0 0,0 0 0,1 1 0,-1 0 0,0 1 0,0-1 0,0 2 0,0-1 0,-1 1 0,0 0 0,1 1 0,-1-1 0,-1 2 0,1-1 0,-1 1 0,0 0 0,0 0 0,0 0 0,-1 1 0,0 0 0,-1 0 0,5 8 0,-1 2 0,-1 0 0,-1 0 0,0 1 0,-1 0 0,-1 1 0,0-1 0,-2 1 0,0-1 0,-1 22 0,-3 55-1365,0-56-5461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38.029"/>
    </inkml:context>
    <inkml:brush xml:id="br0">
      <inkml:brushProperty name="width" value="0.05" units="cm"/>
      <inkml:brushProperty name="height" value="0.05" units="cm"/>
    </inkml:brush>
  </inkml:definitions>
  <inkml:trace contextRef="#ctx0" brushRef="#br0">365 1 24575,'-12'0'0,"0"1"0,0 0 0,0 1 0,0 0 0,0 1 0,0 0 0,1 1 0,0 0 0,0 1 0,0 1 0,0-1 0,-11 9 0,7-2 0,0 0 0,1 1 0,0 1 0,1 0 0,0 1 0,-19 31 0,12-15 0,-16 35 0,30-54 0,1 1 0,0-1 0,1 1 0,0 0 0,1 1 0,-1 15 0,3-25 0,1 0 0,0 0 0,0 0 0,1 0 0,-1 0 0,1 0 0,0 0 0,0 0 0,0 0 0,0 0 0,1-1 0,-1 1 0,1 0 0,0-1 0,0 1 0,1-1 0,-1 0 0,1 0 0,0 0 0,-1 0 0,1 0 0,0 0 0,1-1 0,-1 1 0,0-1 0,1 0 0,-1 0 0,1 0 0,0-1 0,0 1 0,0-1 0,-1 0 0,1 0 0,8 0 0,-3 1 0,-1-1 0,1-1 0,-1 1 0,1-2 0,-1 1 0,1-1 0,-1 0 0,0-1 0,1 0 0,-1 0 0,0-1 0,0 0 0,0-1 0,-1 1 0,1-1 0,8-7 0,-5 1 12,0 0 0,0-1 0,-1 0 0,-1-1 0,0 0 0,0 0 0,-1-1 0,-1 0 0,10-25 0,-9 17-260,-1 0 1,-2 0-1,0-1 1,-1 0-1,2-44 1,-5 21-6579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38.929"/>
    </inkml:context>
    <inkml:brush xml:id="br0">
      <inkml:brushProperty name="width" value="0.05" units="cm"/>
      <inkml:brushProperty name="height" value="0.05" units="cm"/>
    </inkml:brush>
  </inkml:definitions>
  <inkml:trace contextRef="#ctx0" brushRef="#br0">328 624 24575,'0'0'0,"0"-1"0,-1 0 0,1 0 0,0 0 0,-1 1 0,1-1 0,0 0 0,-1 0 0,1 1 0,-1-1 0,1 1 0,-1-1 0,1 0 0,-1 1 0,0-1 0,1 1 0,-1-1 0,0 1 0,1-1 0,-1 1 0,0 0 0,0-1 0,0 1 0,1 0 0,-1-1 0,0 1 0,-1 0 0,-27-5 0,23 4 0,-6 1 0,0 0 0,1 0 0,-1 1 0,0 1 0,1 0 0,-1 0 0,1 1 0,-1 1 0,1 0 0,1 0 0,-1 1 0,0 0 0,1 1 0,0 1 0,-13 9 0,16-11 0,1 1 0,-1-1 0,1 1 0,0 0 0,0 1 0,1 0 0,0-1 0,0 2 0,0-1 0,1 0 0,0 1 0,1 0 0,0 0 0,0 0 0,0 0 0,1 1 0,1-1 0,-1 0 0,1 1 0,1 0 0,0 14 0,0-21 0,0 1 0,0 0 0,1-1 0,-1 1 0,1-1 0,0 1 0,-1-1 0,1 1 0,0-1 0,1 1 0,-1-1 0,0 0 0,1 0 0,-1 0 0,1 1 0,-1-2 0,1 1 0,0 0 0,0 0 0,0 0 0,0-1 0,0 1 0,1-1 0,-1 0 0,0 0 0,1 0 0,-1 0 0,1 0 0,-1 0 0,1 0 0,-1-1 0,1 1 0,-1-1 0,1 0 0,3 0 0,1-1 0,0 1 0,0-2 0,0 1 0,0-1 0,0 0 0,0 0 0,0-1 0,-1 0 0,0 0 0,1-1 0,9-7 0,1-4 0,-2-1 0,0 0 0,0-1 0,-2 0 0,0-1 0,19-37 0,-7 14 0,-30 89 0,5-48 0,-3 20 0,1-1 0,1 0 0,0 1 0,4 30 0,-2-44 0,0-1 0,0 0 0,1 0 0,-1 0 0,1 0 0,0 0 0,1 0 0,-1 0 0,1 0 0,0-1 0,0 1 0,0-1 0,1 0 0,-1 0 0,1 0 0,0-1 0,0 1 0,1-1 0,-1 0 0,1 0 0,-1-1 0,7 4 0,-3-3 0,0 0 0,0-1 0,0 0 0,0 0 0,0 0 0,1-1 0,-1-1 0,0 1 0,1-1 0,-1-1 0,0 1 0,12-3 0,-8-1 0,0 1 0,0-1 0,0-1 0,-1 0 0,0-1 0,0 0 0,16-12 0,-5 0 0,0-1 0,-1-1 0,-1-1 0,-1-1 0,-1-1 0,23-37 0,-25 32 0,-1-1 0,-2-1 0,-1 0 0,-1-1 0,8-38 0,-7 14 0,-3-1 0,3-63 0,-11 92 0,3-14 0,-3 0 0,-1 0 0,-10-71 0,10 111 0,0 0 0,0 1 0,0-1 0,0 1 0,0-1 0,0 0 0,0 1 0,0-1 0,-1 0 0,1 1 0,0-1 0,0 1 0,-1-1 0,1 0 0,0 1 0,-1-1 0,1 1 0,-1-1 0,1 1 0,-1 0 0,1-1 0,-1 1 0,1-1 0,-1 1 0,1 0 0,-2-1 0,2 1 0,-1 1 0,0-1 0,0 1 0,0-1 0,0 1 0,0 0 0,1-1 0,-1 1 0,0 0 0,1 0 0,-1 0 0,0-1 0,1 1 0,-1 0 0,1 0 0,-1 0 0,1 2 0,-12 21 0,2 2 0,0-1 0,2 1 0,-6 34 0,-13 113 0,27-171 0,-25 253 0,22-193 0,3 1 0,10 66 0,-8-111 30,0-1 0,2 0 0,5 16 0,-7-28-123,-1-1 0,1 0 1,0 1-1,0-1 0,1 0 0,-1 0 0,1-1 0,0 1 1,0-1-1,0 1 0,0-1 0,1 0 0,0 0 1,-1 0-1,7 3 0,18 5-6733</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39.792"/>
    </inkml:context>
    <inkml:brush xml:id="br0">
      <inkml:brushProperty name="width" value="0.05" units="cm"/>
      <inkml:brushProperty name="height" value="0.05" units="cm"/>
    </inkml:brush>
  </inkml:definitions>
  <inkml:trace contextRef="#ctx0" brushRef="#br0">1 80 24575,'2'2'0,"1"0"0,0 0 0,0 0 0,0-1 0,0 1 0,0 0 0,0-1 0,1 0 0,-1 0 0,0 0 0,1 0 0,3 0 0,47 2 0,-34-2 0,588 3-1,-371-5-93,453-26-255,-172 3 223,-209-4 775,-38 2-2093,-249 25-5382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49.109"/>
    </inkml:context>
    <inkml:brush xml:id="br0">
      <inkml:brushProperty name="width" value="0.05" units="cm"/>
      <inkml:brushProperty name="height" value="0.05" units="cm"/>
    </inkml:brush>
  </inkml:definitions>
  <inkml:trace contextRef="#ctx0" brushRef="#br0">241 12 24575,'0'-9'0,"0"6"0,0 8 0,-4 12 0,-2 16 0,1 16 0,-13 17 0,-3 11 0,-15 14 0,-2 0 0,1-6 0,7-4 0,8-26 0,9-30 0,5-24 0,5-25 0,3-9-8191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49.592"/>
    </inkml:context>
    <inkml:brush xml:id="br0">
      <inkml:brushProperty name="width" value="0.05" units="cm"/>
      <inkml:brushProperty name="height" value="0.05" units="cm"/>
    </inkml:brush>
  </inkml:definitions>
  <inkml:trace contextRef="#ctx0" brushRef="#br0">0 0 24575,'9'0'0,"3"5"0,0 10 0,-3 6 0,6 14 0,1 14 0,-3 7 0,-3 7 0,-4 7 0,-2-5 0,-3-4 0,4-4 0,0-7 0,0-3 0,8-10 0,2-20 0,-2-26 0,-4-11-8191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49.904"/>
    </inkml:context>
    <inkml:brush xml:id="br0">
      <inkml:brushProperty name="width" value="0.05" units="cm"/>
      <inkml:brushProperty name="height" value="0.05" units="cm"/>
    </inkml:brush>
  </inkml:definitions>
  <inkml:trace contextRef="#ctx0" brushRef="#br0">0 58 24575,'9'0'0,"12"0"0,6-9 0,8-3 0,7 1 0,0-2 0,-6 1-8191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50.618"/>
    </inkml:context>
    <inkml:brush xml:id="br0">
      <inkml:brushProperty name="width" value="0.05" units="cm"/>
      <inkml:brushProperty name="height" value="0.05" units="cm"/>
    </inkml:brush>
  </inkml:definitions>
  <inkml:trace contextRef="#ctx0" brushRef="#br0">27 12 24575,'0'-9'0,"0"6"0,0 8 0,0 16 0,0 18 0,0 7 0,-4 4 0,-2 2 0,0-2 0,1-2 0,2 0 0,1-8-8191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51.394"/>
    </inkml:context>
    <inkml:brush xml:id="br0">
      <inkml:brushProperty name="width" value="0.05" units="cm"/>
      <inkml:brushProperty name="height" value="0.05" units="cm"/>
    </inkml:brush>
  </inkml:definitions>
  <inkml:trace contextRef="#ctx0" brushRef="#br0">37 2 24575,'50'-2'0,"55"3"0,-96-1 0,0 1 0,-1 1 0,1-1 0,0 1 0,-1 1 0,1 0 0,-1 0 0,0 1 0,8 4 0,-13-6 0,-1-1 0,1 1 0,0 0 0,-1 0 0,1 1 0,-1-1 0,1 0 0,-1 1 0,0-1 0,0 1 0,0 0 0,-1 0 0,1 0 0,-1 0 0,1 0 0,-1 0 0,0 0 0,0 0 0,0 1 0,-1-1 0,1 0 0,-1 1 0,0-1 0,0 0 0,0 1 0,0-1 0,-1 0 0,1 0 0,-1 1 0,0-1 0,0 0 0,0 0 0,0 0 0,0 0 0,-3 5 0,-6 8 0,0 0 0,-1 0 0,-1-1 0,-26 26 0,22-24 0,15-17 0,1 0 0,0 1 0,-1-1 0,1 0 0,-1 1 0,1-1 0,0 1 0,-1-1 0,1 1 0,0-1 0,-1 1 0,1-1 0,0 1 0,0-1 0,-1 1 0,1-1 0,0 1 0,0-1 0,0 1 0,0-1 0,0 1 0,0 0 0,0-1 0,0 1 0,0-1 0,0 1 0,0-1 0,0 2 0,1-1 0,0-1 0,0 1 0,-1-1 0,1 1 0,0-1 0,0 0 0,0 1 0,0-1 0,-1 0 0,1 1 0,0-1 0,0 0 0,0 0 0,0 0 0,0 0 0,1 0 0,53-3 0,-37 1 0,-11 1 0,0 1 0,1 0 0,-1 1 0,0-1 0,0 1 0,0 1 0,0 0 0,0 0 0,0 0 0,12 6 0,-16-6 0,0 0 0,0 0 0,0 1 0,-1-1 0,1 1 0,-1-1 0,0 1 0,1 0 0,-1 0 0,0 0 0,-1 0 0,1 0 0,-1 0 0,1 1 0,-1-1 0,0 0 0,0 1 0,0-1 0,-1 1 0,1-1 0,-1 1 0,0 0 0,0 5 0,-1-2 0,0-1 0,0 1 0,0 0 0,0-1 0,-1 0 0,0 1 0,-1-1 0,0 0 0,0 0 0,0 0 0,0 0 0,-1-1 0,0 1 0,0-1 0,0 0 0,-1 0 0,0-1 0,-10 8 0,4-4 0,0-1 0,0-1 0,0 1 0,-1-2 0,0 0 0,0 0 0,-1-1 0,-20 4 0,17-5 17,0 0 0,0-1 1,-1-1-1,1-1 0,0 0 0,-25-4 0,36 3-74,0 0 0,0 0 0,1-1 0,-1 1-1,1-1 1,-1 0 0,1-1 0,-1 1 0,1-1 0,0 0 0,0 0 0,1 0-1,-1 0 1,0-1 0,1 1 0,0-1 0,0 0 0,0 0 0,1 0 0,-1 0 0,1-1-1,0 1 1,0-1 0,0 1 0,-1-8 0,-4-22-6769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53.079"/>
    </inkml:context>
    <inkml:brush xml:id="br0">
      <inkml:brushProperty name="width" value="0.05" units="cm"/>
      <inkml:brushProperty name="height" value="0.05" units="cm"/>
    </inkml:brush>
  </inkml:definitions>
  <inkml:trace contextRef="#ctx0" brushRef="#br0">374 52 24575,'0'-2'0,"0"1"0,-1-1 0,0 0 0,1 0 0,-1 0 0,0 1 0,0-1 0,0 0 0,0 1 0,0-1 0,0 1 0,-1-1 0,1 1 0,0 0 0,-1-1 0,1 1 0,-1 0 0,0 0 0,1 0 0,-1 0 0,0 0 0,1 0 0,-1 1 0,0-1 0,0 1 0,0-1 0,-2 1 0,-10-4 0,1 1 0,-22-1 0,28 3 0,-12-2 0,-1 2 0,0 0 0,0 1 0,0 2 0,-23 3 0,38-4 0,-1 0 0,0 0 0,1 1 0,-1 0 0,1 0 0,0 0 0,0 1 0,0 0 0,0 0 0,0 0 0,0 0 0,1 1 0,0 0 0,0 0 0,0 0 0,0 0 0,0 1 0,1-1 0,0 1 0,0 0 0,0 0 0,-3 8 0,1 3 0,1 0 0,0 1 0,1-1 0,1 1 0,1 0 0,1 31 0,0-40 0,0 0 0,1 0 0,0 0 0,1 0 0,0 0 0,0-1 0,1 1 0,0 0 0,0-1 0,0 0 0,1 0 0,1 0 0,-1 0 0,1-1 0,0 1 0,8 7 0,-1-5 9,1 0 1,-1-2-1,1 1 0,0-2 0,1 0 1,0 0-1,0-1 0,0-1 0,0 0 0,1-1 1,0-1-1,21 1 0,-10-2-221,0-2 0,1 0 0,-1-2-1,0-1 1,0-1 0,29-10 0,-8 0-6614</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54.911"/>
    </inkml:context>
    <inkml:brush xml:id="br0">
      <inkml:brushProperty name="width" value="0.05" units="cm"/>
      <inkml:brushProperty name="height" value="0.05" units="cm"/>
    </inkml:brush>
  </inkml:definitions>
  <inkml:trace contextRef="#ctx0" brushRef="#br0">0 132 24575,'0'-131'0,"0"221"0,22 165 0,-21-249-124,-1-1 0,2 1 0,-1-1 0,1 0 0,-1 1 0,1-1-1,1 0 1,-1 0 0,1 0 0,4 5 0,5 0-6702</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55.709"/>
    </inkml:context>
    <inkml:brush xml:id="br0">
      <inkml:brushProperty name="width" value="0.05" units="cm"/>
      <inkml:brushProperty name="height" value="0.05" units="cm"/>
    </inkml:brush>
  </inkml:definitions>
  <inkml:trace contextRef="#ctx0" brushRef="#br0">0 0 24575,'20'1'0,"0"-1"0,0 2 0,-1 1 0,1 0 0,-1 2 0,1 0 0,-1 1 0,-1 1 0,33 17 0,-39-17 0,-1 0 0,0 1 0,0 0 0,-1 1 0,0 0 0,-1 0 0,0 1 0,0 1 0,-1-1 0,0 2 0,-1-1 0,-1 1 0,0 0 0,0 0 0,5 18 0,-6-16 0,-2 0 0,0 0 0,0 0 0,-1 0 0,-1 0 0,0 1 0,-1-1 0,-1 0 0,0 1 0,-4 16 0,2-19 0,-1-1 0,0 0 0,0 1 0,-1-2 0,-1 1 0,1 0 0,-2-1 0,0 0 0,0-1 0,0 1 0,-1-1 0,-15 12 0,-14 16 0,30-29 0,0-1 0,0 1 0,-1-1 0,1-1 0,-1 0 0,-1 0 0,1 0 0,-1-1 0,0 0 0,-18 6 0,10-7-455,1-1 0,-24 2 0,8-4-6371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57.519"/>
    </inkml:context>
    <inkml:brush xml:id="br0">
      <inkml:brushProperty name="width" value="0.05" units="cm"/>
      <inkml:brushProperty name="height" value="0.05" units="cm"/>
    </inkml:brush>
  </inkml:definitions>
  <inkml:trace contextRef="#ctx0" brushRef="#br0">0 56 24575,'5'0'0,"9"0"0,17 0 0,7 0 0,5 0 0,5 0 0,-2-9 0,5-3 0,3 1 0,-4 1 0,-2 4 0,-4 2 0,-1 2 0,-8 1-8191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57.878"/>
    </inkml:context>
    <inkml:brush xml:id="br0">
      <inkml:brushProperty name="width" value="0.05" units="cm"/>
      <inkml:brushProperty name="height" value="0.05" units="cm"/>
    </inkml:brush>
  </inkml:definitions>
  <inkml:trace contextRef="#ctx0" brushRef="#br0">0 1 24575,'4'9'0,"20"2"0,9 1 0,9-3 0,5-3 0,9-1 0,7-3 0,-2-1 0,-3-1 0,2-1 0,-5-4 0,-11-1-8191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58.391"/>
    </inkml:context>
    <inkml:brush xml:id="br0">
      <inkml:brushProperty name="width" value="0.05" units="cm"/>
      <inkml:brushProperty name="height" value="0.05" units="cm"/>
    </inkml:brush>
  </inkml:definitions>
  <inkml:trace contextRef="#ctx0" brushRef="#br0">242 0 24575,'8'7'0,"1"1"0,0-2 0,1 0 0,12 7 0,25 17 0,-32-18 0,116 99 0,-112-93 0,-1 1 0,-1 0 0,0 2 0,19 32 0,-31-46 0,-2 0 0,1 1 0,-1-1 0,0 1 0,0 0 0,-1 0 0,0 0 0,0 0 0,-1 1 0,0 11 0,-1-13 0,-1-1 0,0 0 0,0 1 0,0-1 0,-1 0 0,0 1 0,0-1 0,0 0 0,-1 0 0,0-1 0,0 1 0,-1-1 0,-7 9 0,-4 4 0,-1-2 0,-1 0 0,0-1 0,-2 0 0,-26 15 0,-107 53 0,82-46 0,21-12 0,16-9 0,1 1 0,1 1 0,-54 43 0,74-48 110,11-13-138,0 1 0,0-1-1,0 0 1,0 0 0,0 1-1,0-1 1,0 0-1,0 0 1,0 1 0,0-1-1,0 0 1,0 0 0,0 1-1,0-1 1,0 0-1,0 0 1,0 1 0,0-1-1,0 0 1,0 0 0,0 1-1,0-1 1,0 0-1,1 0 1,-1 0 0,0 1-1,0-1 1,0 0 0,0 0-1,1 0 1,-1 1-1,0-1 1,0 0 0,0 0-1,1 0 1,-1 0 0,0 0-1,0 0 1,1 0-1,-1 1 1,0-1 0,0 0-1,1 0 1,-1 0 0,0 0-1,0 0 1,1 0-1,-1 0 1,0 0 0,0 0-1,1 0 1,16-1-6798</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7:59.730"/>
    </inkml:context>
    <inkml:brush xml:id="br0">
      <inkml:brushProperty name="width" value="0.05" units="cm"/>
      <inkml:brushProperty name="height" value="0.05" units="cm"/>
    </inkml:brush>
  </inkml:definitions>
  <inkml:trace contextRef="#ctx0" brushRef="#br0">420 6 24575,'0'0'0,"0"-1"0,0 1 0,-1 0 0,1-1 0,0 1 0,0 0 0,0-1 0,-1 1 0,1 0 0,0 0 0,-1-1 0,1 1 0,0 0 0,0 0 0,-1 0 0,1-1 0,0 1 0,-1 0 0,1 0 0,-1 0 0,1 0 0,0 0 0,-1 0 0,1 0 0,0 0 0,-1 0 0,1 0 0,0 0 0,-1 0 0,1 0 0,-1 0 0,1 0 0,0 0 0,-1 0 0,1 0 0,0 0 0,-1 0 0,1 1 0,0-1 0,-1 0 0,1 0 0,0 1 0,-1-1 0,1 0 0,0 0 0,0 1 0,-1-1 0,-21 14 0,-6 9 0,1 1 0,2 1 0,-37 46 0,-62 100 0,83-111 0,30-44 0,2-1 0,0 2 0,1-1 0,1 1 0,0 1 0,1-1 0,1 1 0,1 0 0,0 0 0,2 0 0,-2 36 0,4-45 0,0-1 0,1 0 0,0 1 0,0-1 0,1 1 0,0-1 0,0 0 0,1 0 0,0 0 0,1 0 0,-1-1 0,1 1 0,1-1 0,0 0 0,0 0 0,0 0 0,1-1 0,0 0 0,0 0 0,0-1 0,1 1 0,0-1 0,0-1 0,0 1 0,0-1 0,1 0 0,12 4 0,-11-5 0,1 0 0,-1-1 0,0 0 0,1 0 0,0-1 0,-1 0 0,1-1 0,0 0 0,-1-1 0,1 0 0,0 0 0,-1-1 0,16-4 0,-17 2 0,0 1 0,-1-1 0,0 0 0,1 0 0,-2-1 0,1 0 0,0 0 0,-1-1 0,0 0 0,0 0 0,-1 0 0,0-1 0,0 1 0,0-1 0,-1 0 0,4-9 0,-4 8 0,0 0 0,-1 0 0,0-1 0,0 0 0,-1 0 0,0 1 0,0-1 0,-1 0 0,-1-1 0,1 1 0,-2-17 0,0 21 0,-1 0 0,1 0 0,-1 0 0,0 1 0,0-1 0,0 0 0,0 1 0,-1 0 0,0-1 0,0 1 0,0 0 0,-1 1 0,1-1 0,-1 0 0,0 1 0,0 0 0,0 0 0,0 0 0,0 0 0,-1 1 0,1 0 0,-9-3 0,-1 0-124,-1 0 0,0 2 0,-1 0 0,1 0 0,0 1 0,-1 1-1,0 1 1,1 0 0,-1 1 0,-22 4 0,6 2-6702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0.206"/>
    </inkml:context>
    <inkml:brush xml:id="br0">
      <inkml:brushProperty name="width" value="0.05" units="cm"/>
      <inkml:brushProperty name="height" value="0.05" units="cm"/>
    </inkml:brush>
  </inkml:definitions>
  <inkml:trace contextRef="#ctx0" brushRef="#br0">276 466 24575,'2'0'0,"0"-1"0,0 1 0,0-1 0,0 1 0,0-1 0,0 0 0,0 0 0,0 0 0,0 0 0,0 0 0,0 0 0,-1 0 0,1-1 0,0 1 0,-1-1 0,3-3 0,22-31 0,-21 29 0,88-161 0,-26 43 0,-64 119 0,5-6 0,-1-1 0,0 0 0,-1 0 0,7-23 0,-13 36 0,0 0 0,1-1 0,-1 1 0,0-1 0,0 1 0,1 0 0,-1-1 0,0 1 0,0-1 0,0 1 0,0-1 0,0 1 0,0-1 0,0 1 0,0-1 0,0 1 0,0-1 0,0 1 0,0 0 0,0-1 0,0 1 0,0-1 0,0 1 0,0-1 0,-1 1 0,1-1 0,0 1 0,0 0 0,-1-1 0,1 1 0,0-1 0,0 1 0,-1 0 0,1-1 0,0 1 0,-1 0 0,1-1 0,-1 1 0,1 0 0,0 0 0,-1-1 0,-1 2 0,1-1 0,-1 1 0,0 0 0,1 0 0,0-1 0,-1 1 0,1 0 0,-1 0 0,1 1 0,0-1 0,0 0 0,-2 2 0,-15 18 0,1 2 0,2 0 0,0 2 0,1-1 0,-15 36 0,7-14 0,-4 8 0,-311 669 0,337-722 0,-6 12 0,1 0 0,1 1 0,0-1 0,-3 23 0,6-33 0,1-1 0,0 1 0,0-1 0,0 0 0,0 1 0,0-1 0,0 1 0,0-1 0,1 1 0,0-1 0,-1 0 0,1 1 0,0-1 0,0 0 0,0 0 0,0 0 0,1 0 0,-1 0 0,0 0 0,1 0 0,0 0 0,-1 0 0,1 0 0,0-1 0,0 1 0,0-1 0,0 0 0,0 1 0,0-1 0,0 0 0,1 0 0,-1 0 0,4 1 0,3-1 8,-1 1-1,1-1 1,-1-1-1,1 0 1,0 0-1,0 0 1,-1-1-1,1-1 1,-1 1-1,1-1 1,-1-1-1,0 1 1,1-2-1,-1 1 1,10-7-1,3-2-304,-1-1 0,-1-1 0,0-1 0,22-21 0,5-10-6529</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0.660"/>
    </inkml:context>
    <inkml:brush xml:id="br0">
      <inkml:brushProperty name="width" value="0.05" units="cm"/>
      <inkml:brushProperty name="height" value="0.05" units="cm"/>
    </inkml:brush>
  </inkml:definitions>
  <inkml:trace contextRef="#ctx0" brushRef="#br0">222 0 24575,'-9'0'0,"-11"5"0,-16 10 0,-11 15 0,3 12 0,9 8 0,11-1 0,17-8 0,24-12 0,22-10 0,4-22 0,0-10 0,-8-12 0,-10-10 0,-9-9 0,-8 0 0,-4 7-8191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1.741"/>
    </inkml:context>
    <inkml:brush xml:id="br0">
      <inkml:brushProperty name="width" value="0.05" units="cm"/>
      <inkml:brushProperty name="height" value="0.05" units="cm"/>
    </inkml:brush>
  </inkml:definitions>
  <inkml:trace contextRef="#ctx0" brushRef="#br0">328 1110 24575,'-2'0'0,"-31"0"0,0 0 0,0 3 0,-54 10 0,80-12 0,-1 1 0,1 0 0,0 1 0,-1 0 0,1 0 0,0 0 0,1 1 0,-1 0 0,1 0 0,-1 1 0,1-1 0,1 2 0,-1-1 0,1 0 0,0 1 0,0 0 0,0 0 0,1 1 0,0-1 0,0 1 0,-4 12 0,7-17 0,0 1 0,0 0 0,0 0 0,1 0 0,-1 0 0,1 0 0,0 0 0,-1 0 0,1 0 0,1 0 0,-1 0 0,0 0 0,1 0 0,0-1 0,-1 1 0,1 0 0,0 0 0,1 0 0,-1-1 0,2 5 0,1-4 0,-1 1 0,0 0 0,1-1 0,0 1 0,0-1 0,0 0 0,0 0 0,1-1 0,-1 1 0,1-1 0,4 2 0,12 3 0,0-1 0,0-1 0,1-1 0,28 3 0,-9-3 0,0-2 0,0-2 0,70-8 0,-94 6 0,1-1 0,-2-1 0,1 0 0,0-2 0,-1 0 0,0 0 0,-1-2 0,1 0 0,-1-1 0,-1 0 0,19-15 0,-28 19 0,0-1 0,0 1 0,0-1 0,0 0 0,-1 0 0,0 0 0,6-13 0,-10 18 0,1 0 0,-1 0 0,1-1 0,-1 1 0,1 0 0,-1-1 0,0 1 0,1 0 0,-1-1 0,0 1 0,0-1 0,0 1 0,0 0 0,0-1 0,-1 1 0,1-1 0,0 1 0,-1 0 0,1-1 0,-1 1 0,1 0 0,-1-1 0,0 1 0,1 0 0,-1 0 0,0 0 0,0 0 0,0 0 0,0 0 0,0 0 0,0 0 0,0 0 0,0 0 0,0 0 0,0 1 0,-1-1 0,1 0 0,0 1 0,0-1 0,-1 1 0,1-1 0,-1 1 0,1 0 0,0 0 0,-1-1 0,-1 1 0,-6-1 0,1 1 0,-1 0 0,0 0 0,1 1 0,-1-1 0,1 2 0,-1 0 0,1 0 0,-1 0 0,1 1 0,0 0 0,-9 5 0,-3 3 0,-1 0 0,1 1 0,-23 21 0,33-26 0,1 1 0,0 0 0,1 1 0,-12 15 0,19-21 0,-1-1 0,1 1 0,-1-1 0,1 1 0,0 0 0,0 0 0,0-1 0,0 1 0,0 0 0,0 5 0,1-6 0,0 0 0,1-1 0,-1 1 0,0-1 0,1 1 0,-1-1 0,1 1 0,-1-1 0,1 1 0,-1-1 0,1 0 0,0 1 0,0-1 0,0 0 0,0 1 0,0-1 0,0 0 0,0 0 0,0 0 0,1 0 0,1 1 0,0 0 0,0 0 0,-1-1 0,1 1 0,0-1 0,1 0 0,-1 0 0,0 0 0,0 0 0,0-1 0,0 1 0,1-1 0,-1 0 0,0 0 0,5-1 0,0 0 0,-1 0 0,0-1 0,0 0 0,0 0 0,0-1 0,7-4 0,8-5 0,-1-1 0,35-30 0,-3-3 0,27-21 0,-79 67 0,-1-1 0,1 0 0,0 1 0,-1-1 0,1 1 0,0-1 0,-1 1 0,1 0 0,0-1 0,0 1 0,-1 0 0,1-1 0,0 1 0,0 0 0,0 0 0,0 0 0,-1-1 0,1 1 0,0 0 0,0 0 0,0 1 0,0-1 0,0 0 0,-1 0 0,1 0 0,1 1 0,-1 0 0,0 0 0,0 0 0,-1 0 0,1 0 0,-1 0 0,1 0 0,-1 0 0,1 0 0,-1 0 0,1 0 0,-1 0 0,0 0 0,0 0 0,1 0 0,-1 1 0,0 1 0,-1 9 0,1 0 0,-5 23 0,3-28 0,0 5 0,1 0 0,-1-1 0,2 1 0,0 0 0,0 0 0,4 22 0,-3-30 0,0-1 0,0 1 0,0-1 0,1 0 0,-1 1 0,1-1 0,0 0 0,0 0 0,0 0 0,0-1 0,1 1 0,-1 0 0,1-1 0,-1 0 0,1 1 0,0-1 0,0 0 0,0 0 0,0-1 0,0 1 0,1-1 0,-1 1 0,0-1 0,1 0 0,-1-1 0,1 1 0,6 0 0,2 0 0,0-1 0,-1 0 0,1-1 0,0 0 0,0-1 0,-1-1 0,1 0 0,-1 0 0,0-1 0,0 0 0,0-1 0,-1 0 0,1-1 0,-1 0 0,13-11 0,9-8 0,-2-2 0,-1-1 0,33-39 0,-5-3 0,-2-1 0,-4-3 0,-3-2 0,45-95 0,-63 104 0,-2-2 0,-3 0 0,-4-2 0,-2 0 0,13-111 0,-31 173 0,8-106 0,-9 107 0,0-1 0,-1 0 0,0 0 0,0 1 0,-1-1 0,0 1 0,0-1 0,-1 1 0,0 0 0,-5-9 0,7 15 0,0 1 0,1 0 0,-1-1 0,0 1 0,0 0 0,-1-1 0,1 1 0,0 0 0,0 0 0,-1 0 0,1 0 0,0 0 0,-1 1 0,1-1 0,-1 0 0,1 0 0,-1 1 0,0-1 0,1 1 0,-1 0 0,1-1 0,-1 1 0,0 0 0,1 0 0,-1 0 0,0 0 0,-1 1 0,-1 0 0,0 0 0,0 0 0,0 1 0,1-1 0,-1 1 0,1 0 0,-1 1 0,1-1 0,-1 0 0,1 1 0,-3 3 0,-6 6 0,1 1 0,0 0 0,1 1 0,-15 26 0,-32 74 0,16-13-90,5 1 1,-39 179-1,50-144-50,-15 234 0,38-315 196,9 112 0,-6-153-171,2 1-1,0-1 1,0 0-1,1 0 1,1 0-1,0-1 1,2 0 0,-1 0-1,2 0 1,-1 0-1,19 21 1,10-3-6254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3.549"/>
    </inkml:context>
    <inkml:brush xml:id="br0">
      <inkml:brushProperty name="width" value="0.05" units="cm"/>
      <inkml:brushProperty name="height" value="0.05" units="cm"/>
    </inkml:brush>
  </inkml:definitions>
  <inkml:trace contextRef="#ctx0" brushRef="#br0">145 136 24575,'-1'12'0,"-1"1"0,0-1 0,-1 0 0,0 0 0,-9 20 0,-2 8 0,11-29 0,-34 106 0,31-101 0,-1-1 0,0 0 0,-1-1 0,-1 0 0,-13 17 0,14-23 0,13-18 0,15-24 0,69-108 0,65-92 0,-149 227 0,0 1 0,0 0 0,1 0 0,0 1 0,0-1 0,13-7 0,-18 13 0,0-1 0,1 0 0,-1 1 0,0-1 0,1 0 0,-1 1 0,0 0 0,1-1 0,-1 1 0,1 0 0,-1 0 0,1 0 0,-1-1 0,0 2 0,1-1 0,-1 0 0,1 0 0,-1 0 0,1 1 0,-1-1 0,0 1 0,1-1 0,-1 1 0,0-1 0,1 1 0,-1 0 0,0 0 0,0-1 0,0 1 0,0 0 0,0 0 0,0 0 0,0 0 0,0 1 0,0-1 0,0 0 0,0 0 0,-1 0 0,1 1 0,-1-1 0,1 0 0,-1 1 0,1-1 0,0 3 0,1 4 0,1 0 0,-1 1 0,-1-1 0,0 1 0,0-1 0,0 1 0,-1 0 0,0-1 0,-3 15 0,-2 7 0,-14 41 0,0 1 0,21-78 0,1 1 0,1-1 0,-1 1 0,1 0 0,0 0 0,0 0 0,6-5 0,3-4 0,128-141 0,-56 67 0,-82 84 0,1 0 0,-1 1 0,1 0 0,0 0 0,0 0 0,0 0 0,1 1 0,4-3 0,-8 5 0,-1-1 0,1 1 0,0 0 0,0 0 0,0 0 0,0-1 0,0 1 0,0 0 0,0 0 0,0 0 0,-1 0 0,1 1 0,0-1 0,0 0 0,0 0 0,0 0 0,0 1 0,0-1 0,1 1 0,-1 0 0,0 0 0,0 0 0,0 0 0,-1 0 0,1 0 0,0 0 0,-1 0 0,1 1 0,0-1 0,-1 0 0,1 0 0,-1 1 0,0-1 0,1 0 0,-1 1 0,0-1 0,0 3 0,0 8 0,-1 0 0,0 0 0,-1 0 0,0-1 0,-1 1 0,-1 0 0,-9 21 0,-2 12 0,8-23 0,1 1 0,2-1 0,0 1 0,-1 27 0,5-44 0,0-1 0,1 1 0,-1 0 0,1 0 0,0 0 0,1-1 0,-1 1 0,1-1 0,4 9 0,-4-11 0,0 0 0,0-1 0,0 1 0,0-1 0,0 1 0,0-1 0,1 0 0,-1 0 0,1 0 0,-1 0 0,1 0 0,0-1 0,0 1 0,0-1 0,0 0 0,0 0 0,0 0 0,5 1 0,-3-2 0,0 1 0,0-1 0,1 0 0,-1-1 0,0 1 0,0-1 0,0 0 0,0 0 0,0-1 0,0 1 0,0-1 0,0-1 0,0 1 0,-1 0 0,1-1 0,-1 0 0,6-5 0,7-6 0,-2 0 0,26-30 0,-12 8 0,36-59 0,5-8 0,-70 103 0,0 0 0,0 1 0,0-1 0,0 0 0,0 0 0,0 0 0,0 0 0,0 0 0,0 1 0,0-1 0,0 0 0,0 0 0,0 0 0,1 0 0,-1 0 0,0 0 0,0 0 0,0 1 0,0-1 0,0 0 0,0 0 0,1 0 0,-1 0 0,0 0 0,0 0 0,0 0 0,0 0 0,0 0 0,1 0 0,-1 0 0,0 0 0,0 0 0,0 0 0,0 0 0,0 0 0,1 0 0,-1 0 0,0 0 0,0 0 0,0 0 0,0 0 0,0 0 0,1 0 0,-1 0 0,-8 31 0,-17 44 0,25-75 0,-10 26 0,-25 83 0,33-100 0,0 0 0,0 0 0,1 0 0,1 0 0,-1 0 0,1 0 0,1 1 0,0-1 0,3 16 0,5-9-1365,0-9-5461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3.773"/>
    </inkml:context>
    <inkml:brush xml:id="br0">
      <inkml:brushProperty name="width" value="0.05" units="cm"/>
      <inkml:brushProperty name="height" value="0.05" units="cm"/>
    </inkml:brush>
  </inkml:definitions>
  <inkml:trace contextRef="#ctx0" brushRef="#br0">0 0 24575,'0'4'0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4.661"/>
    </inkml:context>
    <inkml:brush xml:id="br0">
      <inkml:brushProperty name="width" value="0.05" units="cm"/>
      <inkml:brushProperty name="height" value="0.05" units="cm"/>
    </inkml:brush>
  </inkml:definitions>
  <inkml:trace contextRef="#ctx0" brushRef="#br0">68 113 24575,'0'6'0,"-1"0"0,0-1 0,-1 1 0,1-1 0,-3 7 0,-3 8 0,0 6 0,-18 41 0,8-23 0,14-28 0,8-10 0,-3-6 0,0-1 0,0 1 0,0-1 0,0 1 0,0-1 0,0 0 0,0 0 0,-1 0 0,1 0 0,0 0 0,-1 0 0,3-2 0,21-18 0,-1-2 0,36-43 0,3-2 0,-37 41 0,-4 4 0,1 1 0,45-33 0,-67 54 0,0 0 0,1 0 0,-1 0 0,1 1 0,-1-1 0,0 0 0,1 0 0,-1 1 0,1-1 0,-1 1 0,1 0 0,0-1 0,-1 1 0,1 0 0,-1 0 0,4 0 0,-5 0 0,1 1 0,0-1 0,-1 0 0,1 1 0,-1-1 0,1 1 0,-1-1 0,1 1 0,-1-1 0,1 1 0,-1-1 0,0 1 0,1-1 0,-1 1 0,0 0 0,1-1 0,-1 1 0,0-1 0,0 1 0,1 0 0,-1 0 0,0-1 0,0 1 0,0 0 0,0-1 0,0 2 0,0 5 0,-1 0 0,0 1 0,0-1 0,-1 0 0,-4 13 0,-23 55 0,17-47 0,2 0 0,0 0 0,2 1 0,-9 54 0,17-79 0,0-1 0,-1 1 0,1-1 0,0 1 0,1-1 0,-1 0 0,1 1 0,-1-1 0,1 1 0,0-1 0,0 0 0,1 1 0,-1-1 0,1 0 0,-1 0 0,1 0 0,0 0 0,0 0 0,1-1 0,-1 1 0,0-1 0,1 1 0,-1-1 0,1 0 0,0 0 0,0 0 0,0 0 0,4 1 0,-2-1 0,1 0 0,-1-1 0,1 0 0,-1 0 0,1 0 0,0-1 0,-1 0 0,1 0 0,-1 0 0,1-1 0,-1 0 0,1 0 0,-1 0 0,1-1 0,-1 1 0,0-1 0,7-4 0,7-5 0,0 0 0,-1-2 0,-1 0 0,0-1 0,-1 0 0,-1-2 0,0 0 0,-1 0 0,12-19 0,-2-1 0,-2 0 0,-1-1 0,25-66 0,-31 56 0,-13 38 0,-9 31 0,-7 24 0,-25 105 0,36-133 0,0 1 0,1 0 0,1-1 0,1 1 0,0 0 0,4 20 0,-4-34-54,1-1-1,0 1 0,0-1 1,0 1-1,0 0 1,1-1-1,0 0 0,0 1 1,0-1-1,0 0 1,1 0-1,-1 0 0,1 0 1,0-1-1,0 1 0,1-1 1,-1 0-1,1 0 1,0 0-1,0 0 0,-1-1 1,2 1-1,-1-1 1,8 3-1,23 2-6771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4.865"/>
    </inkml:context>
    <inkml:brush xml:id="br0">
      <inkml:brushProperty name="width" value="0.05" units="cm"/>
      <inkml:brushProperty name="height" value="0.05" units="cm"/>
    </inkml:brush>
  </inkml:definitions>
  <inkml:trace contextRef="#ctx0" brushRef="#br0">1 1 24575,'0'4'0,"0"11"0,0 2-8191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5.661"/>
    </inkml:context>
    <inkml:brush xml:id="br0">
      <inkml:brushProperty name="width" value="0.05" units="cm"/>
      <inkml:brushProperty name="height" value="0.05" units="cm"/>
    </inkml:brush>
  </inkml:definitions>
  <inkml:trace contextRef="#ctx0" brushRef="#br0">39 147 24575,'-3'43'0,"-1"-1"0,-13 55 0,8-49 0,4-12 0,5-36 0,0 1 0,0-1 0,0 1 0,0-1 0,0 0 0,0 1 0,0-1 0,0 0 0,0 1 0,0-1 0,0 1 0,1-1 0,-1 0 0,0 1 0,0-1 0,0 0 0,0 1 0,1-1 0,-1 0 0,0 1 0,0-1 0,1 0 0,-1 0 0,0 1 0,1-1 0,-1 0 0,0 0 0,1 1 0,-1-1 0,0 0 0,1 0 0,-1 0 0,0 0 0,1 0 0,-1 0 0,1 1 0,-1-1 0,0 0 0,1 0 0,-1 0 0,1 0 0,-1 0 0,0 0 0,1-1 0,-1 1 0,1 0 0,-1 0 0,0 0 0,1 0 0,-1 0 0,0 0 0,1-1 0,0 1 0,19-16 0,13-19 0,37-50 0,26-28 0,-96 113 0,32-26 0,-31 26 0,0-1 0,-1 1 0,1-1 0,0 1 0,0-1 0,-1 1 0,1 0 0,0-1 0,0 1 0,0 0 0,0 0 0,-1 0 0,1 0 0,0 0 0,0 0 0,0 0 0,0 0 0,0 0 0,0 0 0,-1 0 0,1 0 0,0 0 0,0 1 0,0-1 0,-1 0 0,1 1 0,0-1 0,0 1 0,-1-1 0,1 1 0,0-1 0,-1 1 0,1-1 0,0 1 0,-1 0 0,1-1 0,-1 1 0,1 0 0,-1 0 0,1-1 0,-1 1 0,1 1 0,1 6 0,1 0 0,-1 0 0,0 0 0,-1 0 0,0 1 0,0-1 0,-2 17 0,-8 62 0,7-71 0,1-8 0,-2 18 0,5-20 0,6-12 0,86-105 0,-48 53 0,3 2 0,61-54 0,-103 104 0,1 0 0,0 0 0,0 1 0,12-6 0,-19 10 0,0 0 0,0 1 0,0-1 0,1 1 0,-1-1 0,0 1 0,0-1 0,1 1 0,-1 0 0,1-1 0,-1 1 0,0 0 0,1 0 0,-1 0 0,0 0 0,1 0 0,-1 1 0,0-1 0,1 0 0,-1 1 0,0-1 0,1 0 0,-1 1 0,0 0 0,0-1 0,1 1 0,-1 0 0,0 0 0,0-1 0,0 1 0,0 0 0,0 0 0,0 0 0,0 0 0,0 0 0,-1 1 0,1-1 0,0 0 0,0 2 0,1 2 0,-1 0 0,1 1 0,-2-1 0,1 0 0,0 1 0,-1-1 0,0 0 0,0 0 0,0 1 0,-3 10 0,-17 55 0,17-61 0,-10 26 0,1-3 0,2 1 0,1-1 0,1 2 0,-5 49 0,13-79-97,0 1-1,1 0 1,-1 0-1,1 0 1,0 0-1,0 0 1,1-1-1,0 1 1,0-1-1,0 1 1,1-1-1,-1 0 0,5 6 1,14 13-6729</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6.186"/>
    </inkml:context>
    <inkml:brush xml:id="br0">
      <inkml:brushProperty name="width" value="0.05" units="cm"/>
      <inkml:brushProperty name="height" value="0.05" units="cm"/>
    </inkml:brush>
  </inkml:definitions>
  <inkml:trace contextRef="#ctx0" brushRef="#br0">455 48 24575,'0'-2'0,"0"0"0,0 1 0,0-1 0,-1 1 0,1-1 0,0 0 0,-1 1 0,1-1 0,-1 1 0,0-1 0,0 1 0,1-1 0,-1 1 0,0 0 0,0-1 0,0 1 0,0 0 0,0 0 0,-1 0 0,1-1 0,-2 0 0,0 0 0,-1 0 0,1 1 0,-1-1 0,1 1 0,-1 0 0,0 0 0,0 0 0,-7-1 0,0 1 0,1 1 0,-1 0 0,0 0 0,0 1 0,-19 4 0,15 0 0,1 1 0,0 0 0,0 1 0,0 0 0,1 1 0,0 0 0,1 1 0,-1 1 0,-10 11 0,-5 7 0,1 1 0,-31 44 0,49-61 0,1 0 0,1 0 0,0 1 0,0 0 0,-5 16 0,11-25 0,0 0 0,0 0 0,0 0 0,1 0 0,-1 1 0,1-1 0,0 0 0,0 0 0,0 0 0,2 5 0,-2-7 0,1 1 0,0-1 0,0 0 0,0 1 0,0-1 0,0 0 0,1 0 0,-1 0 0,1 0 0,-1 0 0,1 0 0,0-1 0,0 1 0,0 0 0,0-1 0,0 1 0,0-1 0,3 2 0,3 0 0,-1 0 0,1 0 0,0-1 0,0 0 0,1 0 0,-1-1 0,0 0 0,0 0 0,1-1 0,-1 0 0,0 0 0,1-1 0,-1 0 0,16-5 0,-13 2 0,1 0 0,0 0 0,-1-1 0,0-1 0,0 0 0,-1 0 0,1-1 0,-1 0 0,12-12 0,-2-3 0,20-27 0,-30 35 0,1 0 0,1 1 0,0 0 0,0 1 0,23-17 0,-34 29 0,-1-1 0,1 0 0,0 1 0,-1-1 0,1 1 0,-1-1 0,1 1 0,0-1 0,-1 1 0,1 0 0,0-1 0,0 1 0,-1 0 0,1 0 0,0-1 0,0 1 0,-1 0 0,1 0 0,0 0 0,0 0 0,-1 0 0,1 0 0,0 0 0,0 0 0,0 0 0,-1 1 0,1-1 0,0 0 0,0 0 0,-1 1 0,1-1 0,0 0 0,-1 1 0,1-1 0,0 1 0,-1-1 0,1 1 0,-1-1 0,1 1 0,-1-1 0,1 1 0,-1 0 0,1-1 0,-1 1 0,1 0 0,-1-1 0,0 1 0,1 0 0,-1-1 0,0 1 0,1 1 0,-1 3 0,1 1 0,0-1 0,-1 0 0,0 1 0,0-1 0,-2 8 0,-9 57-109,5-35 187,1 0 1,0 38-1,5-61-213,0 0-1,1-1 1,1 1-1,0-1 0,0 0 1,1 1-1,1-1 1,0 0-1,0 0 1,9 14-1,11 11-6690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49.639"/>
    </inkml:context>
    <inkml:brush xml:id="br0">
      <inkml:brushProperty name="width" value="0.05" units="cm"/>
      <inkml:brushProperty name="height" value="0.05" units="cm"/>
    </inkml:brush>
  </inkml:definitions>
  <inkml:trace contextRef="#ctx0" brushRef="#br0">87 1596 24575,'2'-19'0,"0"1"0,1-1 0,1 1 0,1 0 0,0 0 0,9-17 0,11-41 0,117-513 0,-41-3 0,-96 551 0,-1-75 0,-10 88 0,6 27 0,0 1 0,0-1 0,0 1 0,-1-1 0,1 1 0,0 0 0,0-1 0,-1 1 0,1 0 0,0-1 0,-1 1 0,1-1 0,0 1 0,-1 0 0,1 0 0,0-1 0,-1 1 0,1 0 0,-1 0 0,1-1 0,-1 1 0,1 0 0,0 0 0,-1 0 0,1 0 0,-1 0 0,0 0 0,-2 1 0,1 0 0,0 0 0,0 1 0,0-1 0,0 1 0,0-1 0,0 1 0,0 0 0,1 0 0,-1 0 0,1 0 0,-1 0 0,1 0 0,0 0 0,0 1 0,-1 2 0,-24 47 0,-32 96 0,-8 68 0,55-177 0,-125 549 0,112-434 0,-7 293 0,31-429 0,-1 1 0,2 0 0,0 0 0,5 24 0,-6-39 0,1-1 0,0 1 0,0 0 0,0-1 0,0 1 0,1-1 0,0 0 0,-1 1 0,1-1 0,0 0 0,1 0 0,-1 0 0,0-1 0,1 1 0,0 0 0,-1-1 0,1 0 0,0 1 0,0-1 0,1 0 0,-1-1 0,5 3 0,-1-2 6,0-1 0,0 1-1,1-1 1,-1 0 0,0-1-1,1 0 1,-1 0 0,1-1 0,-1 0-1,0 0 1,1 0 0,-1-1-1,0 0 1,0-1 0,0 0-1,0 0 1,-1 0 0,1-1 0,-1 0-1,8-6 1,6-6-303,-1 0 0,-1-2 0,0 0 0,24-33 0,-14 14-6529</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0.067"/>
    </inkml:context>
    <inkml:brush xml:id="br0">
      <inkml:brushProperty name="width" value="0.05" units="cm"/>
      <inkml:brushProperty name="height" value="0.05" units="cm"/>
    </inkml:brush>
  </inkml:definitions>
  <inkml:trace contextRef="#ctx0" brushRef="#br0">120 0 24575,'-7'16'0,"0"0"0,-7 32 0,0 1 0,-6 7 0,3-11 0,-21 93 0,37-135 0,1 1 0,-1 0 0,1-1 0,-1 1 0,1 0 0,0 0 0,1-1 0,-1 1 0,1 0 0,-1 0 0,1-1 0,0 1 0,0-1 0,1 1 0,-1-1 0,1 1 0,4 5 0,-4-7 0,0 0 0,0 0 0,1 0 0,-1-1 0,0 0 0,1 1 0,-1-1 0,1 0 0,0 0 0,-1 0 0,1 0 0,0-1 0,0 1 0,0-1 0,-1 0 0,1 1 0,0-1 0,0-1 0,0 1 0,0 0 0,-1-1 0,1 1 0,0-1 0,3-1 0,5-1 0,-1-1 0,1-1 0,-1 0 0,1 0 0,-2 0 0,1-2 0,0 1 0,-1-1 0,-1 0 0,1-1 0,-1 0 0,0-1 0,-1 1 0,0-1 0,0-1 0,7-14 0,-4 6 0,-1-1 0,-1 0 0,0-1 0,-2 0 0,0 0 0,-1-1 0,-1 0 0,1-22 0,-4 38-72,-1 0 1,1 0-1,-1 0 0,-1 0 0,1 0 0,-1 0 0,1 1 0,-1-1 1,-1 0-1,1 0 0,-1 0 0,0 1 0,0-1 0,0 1 0,-1-1 1,1 1-1,-1 0 0,-5-5 0,-4-2-6754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0.445"/>
    </inkml:context>
    <inkml:brush xml:id="br0">
      <inkml:brushProperty name="width" value="0.05" units="cm"/>
      <inkml:brushProperty name="height" value="0.05" units="cm"/>
    </inkml:brush>
  </inkml:definitions>
  <inkml:trace contextRef="#ctx0" brushRef="#br0">422 1 24575,'-3'0'0,"-31"-1"0,0 2 0,-41 7 0,64-6 0,-1 1 0,0 0 0,1 1 0,-1 1 0,1 0 0,0 0 0,1 1 0,-1 0 0,-16 14 0,12-8 0,1 1 0,0 0 0,1 2 0,1-1 0,0 1 0,-14 25 0,19-28 0,2-1 0,-1 1 0,1 0 0,1 0 0,1 1 0,-1-1 0,2 1 0,0 0 0,0 0 0,1 20 0,1-29-4,0 0 0,0 0 0,1 0-1,-1 0 1,1 0 0,0 0 0,0 0-1,1 0 1,-1 0 0,1-1 0,0 1-1,0 0 1,0-1 0,0 0 0,1 1 0,-1-1-1,1 0 1,5 4 0,-3-3 20,0-1 1,0 0 0,0 0 0,1-1-1,-1 0 1,1 0 0,-1 0-1,1 0 1,0-1 0,0 0-1,8 0 1,8 0-265,0-2 1,0-1-1,0 0 1,0-2-1,35-10 1,2-4-6579</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1.121"/>
    </inkml:context>
    <inkml:brush xml:id="br0">
      <inkml:brushProperty name="width" value="0.05" units="cm"/>
      <inkml:brushProperty name="height" value="0.05" units="cm"/>
    </inkml:brush>
  </inkml:definitions>
  <inkml:trace contextRef="#ctx0" brushRef="#br0">217 1268 24575,'0'-1'0,"0"-1"0,0 1 0,0 0 0,-1 0 0,1-1 0,0 1 0,0 0 0,0 0 0,-1 0 0,1 0 0,-1 0 0,1-1 0,-1 1 0,1 0 0,-1 0 0,0 0 0,0 0 0,1 0 0,-1 1 0,0-1 0,0 0 0,0 0 0,0 0 0,0 1 0,0-1 0,0 1 0,0-1 0,0 0 0,0 1 0,0 0 0,-1-1 0,1 1 0,0 0 0,0 0 0,0-1 0,-1 1 0,1 0 0,0 0 0,0 0 0,0 0 0,-1 1 0,0-1 0,-3 1 0,0 0 0,0 0 0,0 0 0,1 1 0,-1-1 0,0 1 0,1 0 0,-1 1 0,-5 3 0,-2 3 0,1 0 0,0 1 0,1 0 0,0 1 0,0 0 0,1 0 0,0 1 0,1 1 0,1-1 0,0 1 0,0 1 0,-8 24 0,15-36 0,-1 0 0,1 0 0,-1 0 0,1 0 0,0 0 0,-1 0 0,1 0 0,0 0 0,0 0 0,1 0 0,-1 0 0,0 0 0,1 0 0,0 3 0,0-5 0,-1 1 0,0-1 0,1 0 0,-1 1 0,1-1 0,-1 1 0,1-1 0,-1 0 0,1 1 0,0-1 0,-1 0 0,1 0 0,-1 1 0,1-1 0,0 0 0,-1 0 0,1 0 0,-1 0 0,1 0 0,0 0 0,-1 0 0,1 0 0,0 0 0,-1 0 0,1 0 0,-1 0 0,1 0 0,1-1 0,4-1 0,0-1 0,0 0 0,-1 0 0,1-1 0,-1 1 0,0-1 0,8-7 0,84-92 0,-47 48 0,-48 53 0,-1 0 0,1 0 0,0 0 0,0 0 0,0 0 0,1 0 0,-1 1 0,0-1 0,0 1 0,1 0 0,-1-1 0,1 1 0,0 0 0,3-1 0,-5 2 0,-1 1 0,1-1 0,-1 0 0,1 0 0,-1 0 0,1 0 0,-1 0 0,1 1 0,-1-1 0,1 0 0,-1 0 0,1 1 0,-1-1 0,0 0 0,1 1 0,-1-1 0,0 0 0,1 1 0,-1-1 0,0 1 0,1-1 0,-1 0 0,0 1 0,0-1 0,0 1 0,1 0 0,1 26 0,-8 20 0,3-32 0,1 1 0,0-1 0,1 1 0,2 18 0,-1-29 0,1-1 0,0 1 0,0-1 0,0 1 0,1-1 0,-1 1 0,1-1 0,0 0 0,1 0 0,-1 0 0,1 0 0,-1 0 0,1-1 0,0 1 0,0-1 0,1 0 0,-1 0 0,7 5 0,-3-3 0,0-1 0,0 0 0,1-1 0,-1 1 0,1-2 0,0 1 0,-1-1 0,1 0 0,0 0 0,0-1 0,1 0 0,-1-1 0,0 1 0,0-2 0,0 1 0,9-2 0,-7-1 0,1 1 0,-1-2 0,1 1 0,-1-2 0,-1 1 0,1-1 0,0-1 0,-1 1 0,0-2 0,-1 1 0,13-13 0,3-6 0,-2-1 0,0 0 0,-2-2 0,29-53 0,53-134 0,-77 160 0,122-333 0,-121 299 0,-5-1 0,17-137 0,-36 206 0,-1 1 0,-1 0 0,-1-1 0,-3-26 0,3 42 0,1 1 0,-1-1 0,0 1 0,0-1 0,-1 1 0,1 0 0,-1-1 0,0 1 0,0 0 0,0 0 0,-1 0 0,0 1 0,1-1 0,-1 0 0,0 1 0,-1 0 0,1 0 0,-1 0 0,1 0 0,-1 0 0,0 1 0,0 0 0,0 0 0,-7-3 0,8 4 0,0 1 0,1-1 0,-1 1 0,1 0 0,-1 0 0,0 0 0,1 0 0,-1 1 0,0-1 0,1 1 0,-1-1 0,1 1 0,-1 0 0,1 0 0,0 0 0,-1 0 0,1 1 0,0-1 0,-5 4 0,1 0 0,0 1 0,1 0 0,-1 0 0,1 0 0,-7 13 0,-7 16 0,2 1 0,1 0 0,2 2 0,-12 53 0,-4 27 0,6 3 0,5 0 0,-6 222 0,24-298 30,2-1 0,2 0 0,11 54 0,-10-80-179,0 1 1,2-1-1,0 0 1,1 0-1,1-1 1,0 0-1,2 0 1,0-1-1,22 27 1,12 0-6678</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2.130"/>
    </inkml:context>
    <inkml:brush xml:id="br0">
      <inkml:brushProperty name="width" value="0.05" units="cm"/>
      <inkml:brushProperty name="height" value="0.05" units="cm"/>
    </inkml:brush>
  </inkml:definitions>
  <inkml:trace contextRef="#ctx0" brushRef="#br0">1 221 24575,'1'88'0,"-2"55"0,7-186 0,2 1 0,1-1 0,2 2 0,2 0 0,2 0 0,20-38 0,-33 73 0,2 0 0,-1 1 0,1-1 0,0 1 0,0 0 0,0 0 0,8-6 0,-12 10 0,1 1 0,0-1 0,0 1 0,0-1 0,-1 1 0,1-1 0,0 1 0,0-1 0,0 1 0,0 0 0,0 0 0,0-1 0,0 1 0,0 0 0,0 0 0,0 0 0,0 0 0,0 0 0,0 0 0,0 0 0,1 1 0,0 0 0,-1 0 0,0 0 0,1 0 0,-1 0 0,0 0 0,0 1 0,0-1 0,0 0 0,0 1 0,0-1 0,0 0 0,-1 1 0,1-1 0,0 1 0,-1-1 0,1 1 0,0 3 0,5 26 0,-2 1 0,0 0 0,-2 0 0,-5 60 0,2-38 0,-2 84 0,3-138 0,0 1 0,0-1 0,-1 0 0,1 0 0,0 0 0,0 0 0,0 0 0,0 0 0,0 0 0,0 1 0,0-1 0,0 0 0,0 0 0,0 0 0,0 0 0,0 0 0,0 1 0,0-1 0,0 0 0,0 0 0,0 0 0,0 0 0,0 0 0,0 1 0,0-1 0,0 0 0,0 0 0,0 0 0,0 0 0,0 0 0,0 1 0,0-1 0,0 0 0,1 0 0,-1 0 0,0 0 0,0 0 0,0 0 0,0 0 0,0 0 0,0 1 0,0-1 0,1 0 0,-1 0 0,0 0 0,0 0 0,0 0 0,0 0 0,0 0 0,0 0 0,1 0 0,-1 0 0,0 0 0,0 0 0,0 0 0,0 0 0,0 0 0,1 0 0,-1 0 0,0 0 0,9-11 0,9-24 0,-17 33 0,34-69 0,-3 4 0,2 1 0,4 1 0,50-66 0,-79 120 0,0 1 0,21-18 0,-28 26 0,0 1 0,0-1 0,1 0 0,-1 1 0,1 0 0,-1 0 0,1 0 0,-1 0 0,6-1 0,-7 2 0,0 0 0,0 0 0,0 0 0,0 0 0,0 0 0,-1 0 0,1 0 0,0 0 0,0 1 0,0-1 0,0 0 0,0 1 0,-1-1 0,1 1 0,0-1 0,0 1 0,-1-1 0,1 1 0,0-1 0,-1 1 0,1 0 0,0-1 0,-1 1 0,1 0 0,-1 0 0,1-1 0,-1 1 0,1 0 0,-1 1 0,4 11 0,-1 0 0,0 1 0,-1 0 0,0-1 0,-1 1 0,-1 0 0,0 0 0,-3 16 0,1 5 0,0 17 0,0-30 0,1-1 0,1 1 0,0-1 0,2 1 0,0-1 0,2 0 0,9 33 0,-12-50-47,1 0 0,0-1 0,0 1 0,0 0 0,0-1 0,1 1 0,0-1 0,0 0 0,-1 0-1,2 0 1,-1 0 0,0-1 0,1 1 0,-1-1 0,1 0 0,-1 1 0,1-2 0,0 1 0,0 0 0,0-1 0,0 0 0,0 0-1,1 0 1,-1 0 0,0-1 0,0 0 0,0 0 0,5 0 0,23-3-6779</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2.624"/>
    </inkml:context>
    <inkml:brush xml:id="br0">
      <inkml:brushProperty name="width" value="0.05" units="cm"/>
      <inkml:brushProperty name="height" value="0.05" units="cm"/>
    </inkml:brush>
  </inkml:definitions>
  <inkml:trace contextRef="#ctx0" brushRef="#br0">279 20 24575,'0'-1'0,"0"1"0,0-1 0,-1 0 0,1 0 0,-1 0 0,1 0 0,0 0 0,-1 1 0,0-1 0,1 0 0,-1 0 0,1 1 0,-1-1 0,0 1 0,1-1 0,-1 0 0,0 1 0,0-1 0,0 1 0,1 0 0,-1-1 0,0 1 0,0-1 0,0 1 0,0 0 0,0 0 0,0 0 0,0 0 0,-1-1 0,-27-1 0,21 3 0,-1 0 0,0 1 0,0 0 0,1 0 0,-1 1 0,1 0 0,0 1 0,0 0 0,0 0 0,0 0 0,1 1 0,-1 0 0,-12 13 0,10-9 0,-1 2 0,2-1 0,-1 2 0,2-1 0,-1 1 0,1 0 0,-11 25 0,16-28 0,-1 0 0,2 1 0,-1-1 0,1 1 0,1-1 0,-1 1 0,1 18 0,1-26 0,0 1 0,1-1 0,-1 0 0,0 1 0,1-1 0,-1 0 0,1 1 0,-1-1 0,1 0 0,0 0 0,0 0 0,0 0 0,1 0 0,-1 0 0,0 0 0,1 0 0,-1 0 0,1 0 0,0-1 0,-1 1 0,1-1 0,0 1 0,0-1 0,0 0 0,0 1 0,0-1 0,0 0 0,1-1 0,-1 1 0,0 0 0,0-1 0,1 1 0,-1-1 0,0 1 0,1-1 0,-1 0 0,0 0 0,4-1 0,1 0 0,1 0 0,-1-1 0,0 0 0,0 0 0,0-1 0,0 0 0,0 0 0,0-1 0,-1 0 0,0 0 0,1 0 0,-2-1 0,1 0 0,0 0 0,-1 0 0,0-1 0,6-9 0,2-2 0,-1 0 0,-1-2 0,-1 1 0,0-1 0,7-22 0,11-59 0,-28 152 0,-2 4 0,-1 3 0,5 65 0,-2-120-52,0 1-1,1-1 1,0 0-1,-1 0 1,1 0-1,1 0 1,-1 0-1,1-1 1,-1 1-1,1 0 1,0-1-1,0 1 1,1-1-1,-1 1 1,1-1-1,0 0 1,0 0-1,0 0 1,0-1-1,0 1 1,0-1-1,1 0 0,-1 1 1,1-2-1,4 3 1,19 3-6774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2.913"/>
    </inkml:context>
    <inkml:brush xml:id="br0">
      <inkml:brushProperty name="width" value="0.05" units="cm"/>
      <inkml:brushProperty name="height" value="0.05" units="cm"/>
    </inkml:brush>
  </inkml:definitions>
  <inkml:trace contextRef="#ctx0" brushRef="#br0">330 0 24575,'-5'4'0,"-10"16"0,-2 16 0,-16 16 0,-12 12 0,3 5 0,-6 3 0,6 2 0,6-1 0,9-10 0,13-24 0,9-23 0,6-24 0,2-9-8191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3.168"/>
    </inkml:context>
    <inkml:brush xml:id="br0">
      <inkml:brushProperty name="width" value="0.05" units="cm"/>
      <inkml:brushProperty name="height" value="0.05" units="cm"/>
    </inkml:brush>
  </inkml:definitions>
  <inkml:trace contextRef="#ctx0" brushRef="#br0">0 10 24575,'0'-9'0,"0"10"0,0 15 0,0 16 0,0 13 0,0 3 0,0 2 0,0 5 0,0-1 0,9-2 0,3-1 0,3-9 0,9-12 0,12-10 0,2-10-8191</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3.454"/>
    </inkml:context>
    <inkml:brush xml:id="br0">
      <inkml:brushProperty name="width" value="0.05" units="cm"/>
      <inkml:brushProperty name="height" value="0.05" units="cm"/>
    </inkml:brush>
  </inkml:definitions>
  <inkml:trace contextRef="#ctx0" brushRef="#br0">0 1 24575,'0'5'0,"0"9"0,0 13 0,0 4 0,0 7 0,0 10 0,0 1 0,9-7 0,3-12-8191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3.676"/>
    </inkml:context>
    <inkml:brush xml:id="br0">
      <inkml:brushProperty name="width" value="0.05" units="cm"/>
      <inkml:brushProperty name="height" value="0.05" units="cm"/>
    </inkml:brush>
  </inkml:definitions>
  <inkml:trace contextRef="#ctx0" brushRef="#br0">0 6 24575,'0'-4'0,"0"3"0,0 14 0,0 6-8191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4.491"/>
    </inkml:context>
    <inkml:brush xml:id="br0">
      <inkml:brushProperty name="width" value="0.05" units="cm"/>
      <inkml:brushProperty name="height" value="0.05" units="cm"/>
    </inkml:brush>
  </inkml:definitions>
  <inkml:trace contextRef="#ctx0" brushRef="#br0">37 176 24575,'-1'24'0,"-9"46"0,1-7 0,-6 50 0,15-112 0,-1 0 0,1 0 0,0 0 0,0 0 0,0 0 0,0 0 0,0 0 0,0 0 0,0 0 0,0 0 0,0 0 0,0 0 0,1-1 0,-1 1 0,0 0 0,1 0 0,-1 0 0,1 0 0,0 1 0,-1-2 0,1-1 0,-1 1 0,1 0 0,-1 0 0,1 0 0,-1 0 0,1-1 0,-1 1 0,1 0 0,-1 0 0,1-1 0,-1 1 0,1 0 0,-1-1 0,1 1 0,-1-1 0,0 1 0,1 0 0,-1-1 0,0 1 0,1-1 0,-1 0 0,23-38 0,-2-10 0,38-76 0,-53 115 0,0 0 0,1 0 0,0 0 0,1 1 0,0 0 0,0 0 0,1 1 0,16-13 0,-24 20 0,1 0 0,-1 0 0,0 0 0,1 0 0,-1 0 0,1 1 0,-1-1 0,1 0 0,-1 1 0,1-1 0,-1 1 0,1 0 0,0-1 0,-1 1 0,1 0 0,0 0 0,-1 0 0,1 0 0,-1 0 0,1 0 0,0 1 0,-1-1 0,1 1 0,-1-1 0,1 1 0,0-1 0,-1 1 0,0 0 0,1 0 0,-1-1 0,1 1 0,-1 0 0,0 0 0,0 1 0,1-1 0,-1 0 0,0 0 0,0 1 0,0-1 0,-1 0 0,1 1 0,0-1 0,0 1 0,-1-1 0,1 1 0,-1-1 0,1 1 0,-1 1 0,3 8 0,0-1 0,-1 1 0,0-1 0,-1 1 0,0 19 0,-3-7 0,-1 0 0,-9 33 0,7-34 0,4-1 0,1-21 0,0 0 0,0 1 0,0-1 0,0 0 0,0 1 0,0-1 0,0 0 0,0 1 0,0-1 0,0 0 0,1 0 0,-1 1 0,0-1 0,0 0 0,0 1 0,0-1 0,1 0 0,-1 0 0,0 1 0,0-1 0,1 0 0,-1 0 0,0 0 0,1 1 0,-1-1 0,0 0 0,1 0 0,-1 0 0,2 0 0,0-1 0,0 1 0,0-1 0,0 0 0,-1 1 0,1-1 0,0 0 0,-1 0 0,1 0 0,0-1 0,-1 1 0,1 0 0,-1-1 0,0 1 0,2-3 0,35-39 0,49-74 0,-54 70 0,64-72 0,-88 110 0,0 1 0,0-1 0,1 2 0,17-12 0,-24 18 0,-1 0 0,1-1 0,0 1 0,0 0 0,-1 0 0,1 1 0,0-1 0,0 1 0,0-1 0,0 1 0,4 0 0,-6 0 0,1 0 0,0 1 0,-1-1 0,1 1 0,0-1 0,-1 1 0,1 0 0,-1 0 0,1 0 0,-1-1 0,1 1 0,-1 1 0,0-1 0,0 0 0,1 0 0,-1 0 0,0 1 0,0-1 0,0 1 0,1 2 0,2 5 0,0 0 0,-1 0 0,0 0 0,0 0 0,-1 1 0,-1-1 0,0 1 0,0 0 0,-1 14 0,-1 11 0,-8 44 0,8-69-106,-4 40 345,5-47-339,0 0 1,1 0-1,-1 0 0,1 0 0,-1 0 0,1-1 0,0 1 0,0 0 0,0 0 0,0-1 1,1 1-1,-1 0 0,1-1 0,2 4 0,9 3-6726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1T21:09:54.980"/>
    </inkml:context>
    <inkml:brush xml:id="br0">
      <inkml:brushProperty name="width" value="0.05" units="cm"/>
      <inkml:brushProperty name="height" value="0.05" units="cm"/>
    </inkml:brush>
  </inkml:definitions>
  <inkml:trace contextRef="#ctx0" brushRef="#br0">300 37 24575,'0'-2'0,"0"0"0,0 1 0,-1-1 0,1 1 0,-1-1 0,0 0 0,1 1 0,-1-1 0,0 1 0,0 0 0,0-1 0,0 1 0,0 0 0,0-1 0,0 1 0,-1 0 0,1 0 0,0 0 0,-1 0 0,1 0 0,-1 0 0,1 1 0,-1-1 0,1 0 0,-1 1 0,1-1 0,-1 1 0,0 0 0,1-1 0,-1 1 0,-2 0 0,-3-1 0,-1 0 0,1 1 0,-1-1 0,1 2 0,-13 1 0,9 1 0,-1 0 0,1 1 0,1 0 0,-1 1 0,1 1 0,-1-1 0,2 2 0,-1-1 0,1 1 0,0 1 0,0 0 0,1 0 0,0 0 0,-8 11 0,11-12 0,-1 0 0,1 1 0,0-1 0,1 1 0,0 0 0,0 0 0,0 0 0,1 1 0,1-1 0,-1 1 0,1 0 0,1 0 0,0 0 0,0 0 0,0 0 0,1 0 0,1 0 0,2 13 0,-3-19 0,1 0 0,-1 0 0,1 1 0,0-1 0,0-1 0,1 1 0,-1 0 0,1 0 0,-1 0 0,1-1 0,0 1 0,0-1 0,0 1 0,0-1 0,0 0 0,1 0 0,-1 0 0,1 0 0,-1 0 0,1-1 0,0 1 0,0-1 0,0 1 0,0-1 0,0 0 0,0 0 0,0-1 0,0 1 0,0 0 0,0-1 0,0 0 0,0 0 0,1 0 0,-1 0 0,0-1 0,0 1 0,5-2 0,2 0 0,-1-2 0,1 1 0,0-1 0,-1 0 0,0-1 0,0 0 0,0-1 0,-1 0 0,0 0 0,10-9 0,7-13 0,-1-1 0,33-49 0,-51 69 0,-6 8 0,0 1 0,1-1 0,-1 1 0,0-1 0,1 1 0,-1-1 0,0 1 0,1-1 0,-1 1 0,1-1 0,-1 1 0,1 0 0,-1-1 0,1 1 0,-1-1 0,1 1 0,-1 0 0,1 0 0,-1-1 0,1 1 0,0 0 0,-1 0 0,2 0 0,3 11 0,-5 30 0,0-34 0,0 0 8,0 1 0,1-1 0,-1 0 0,2 0 0,-1 0 0,1 0 0,0 0 0,0 0 0,1 0 0,0-1 0,0 1 0,1-1 0,-1 0 0,7 7 0,-4-5-157,1-1 1,0 0-1,1 0 1,0 0-1,0-1 1,0-1-1,1 1 1,0-1-1,16 6 1,14 3-6678</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8:40.181"/>
    </inkml:context>
    <inkml:brush xml:id="br0">
      <inkml:brushProperty name="width" value="0.05" units="cm"/>
      <inkml:brushProperty name="height" value="0.05" units="cm"/>
    </inkml:brush>
  </inkml:definitions>
  <inkml:trace contextRef="#ctx0" brushRef="#br0">0 779 24575,'4'-2'0,"0"1"0,0-1 0,0-1 0,-1 1 0,1-1 0,-1 1 0,1-1 0,-1 0 0,0 0 0,0 0 0,3-6 0,2 1 0,11-15 0,-1 0 0,0-2 0,-2 0 0,23-49 0,13-20 0,14-2 0,27-44 0,-83 122 0,0-1 0,-2 0 0,0-1 0,-1 0 0,8-35 0,-13 42 0,-1 4 0,1-1 0,0 1 0,1 0 0,5-16 0,-8 25 0,1-1 0,-1 1 0,0-1 0,0 1 0,0 0 0,1-1 0,-1 1 0,0-1 0,0 1 0,1-1 0,-1 1 0,0 0 0,1-1 0,-1 1 0,0 0 0,1-1 0,-1 1 0,1 0 0,-1 0 0,0-1 0,1 1 0,-1 0 0,1 0 0,-1 0 0,1-1 0,-1 1 0,1 0 0,-1 0 0,1 0 0,-1 0 0,1 0 0,-1 0 0,1 0 0,-1 0 0,1 0 0,-1 0 0,1 1 0,-1-1 0,1 0 0,-1 0 0,1 0 0,-1 1 0,0-1 0,1 0 0,-1 0 0,1 1 0,-1-1 0,0 0 0,1 1 0,-1-1 0,0 0 0,1 1 0,-1-1 0,0 1 0,1-1 0,-1 0 0,0 2 0,18 32 0,-15-26 0,40 90 0,-26-55 0,2-1 0,1-1 0,2-1 0,2-1 0,31 39 0,-19-34 0,3-3 0,1-1 0,80 62 0,-115-98 19,0-1 0,0 0 0,0 0-1,1 0 1,9 3 0,-13-5-83,0-1-1,-1 0 1,1 0 0,0 1 0,0-1-1,0 0 1,-1-1 0,1 1 0,0 0-1,0-1 1,-1 1 0,1 0 0,0-1-1,0 0 1,-1 0 0,1 1 0,-1-1-1,1 0 1,-1 0 0,1 0-1,-1 0 1,2-3 0,20-21-6762</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8:41.258"/>
    </inkml:context>
    <inkml:brush xml:id="br0">
      <inkml:brushProperty name="width" value="0.05" units="cm"/>
      <inkml:brushProperty name="height" value="0.05" units="cm"/>
    </inkml:brush>
  </inkml:definitions>
  <inkml:trace contextRef="#ctx0" brushRef="#br0">11 0 24575,'0'5'0,"-5"1"0,-1 9 0,14 3 0,11-3 0,10-3 0,11-4 0,2-4 0,5-1 0,-3-3 0,2 0 0,1 0 0,-6-6 0,-16-1 0,-11 1-8191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8:42.479"/>
    </inkml:context>
    <inkml:brush xml:id="br0">
      <inkml:brushProperty name="width" value="0.05" units="cm"/>
      <inkml:brushProperty name="height" value="0.05" units="cm"/>
    </inkml:brush>
  </inkml:definitions>
  <inkml:trace contextRef="#ctx0" brushRef="#br0">1 1 24575,'0'0'-8191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8:45.638"/>
    </inkml:context>
    <inkml:brush xml:id="br0">
      <inkml:brushProperty name="width" value="0.05" units="cm"/>
      <inkml:brushProperty name="height" value="0.05" units="cm"/>
    </inkml:brush>
  </inkml:definitions>
  <inkml:trace contextRef="#ctx0" brushRef="#br0">1 5 24575,'0'-5'0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8:48.019"/>
    </inkml:context>
    <inkml:brush xml:id="br0">
      <inkml:brushProperty name="width" value="0.05" units="cm"/>
      <inkml:brushProperty name="height" value="0.05" units="cm"/>
    </inkml:brush>
  </inkml:definitions>
  <inkml:trace contextRef="#ctx0" brushRef="#br0">83 47 24575,'12'-30'0,"-8"21"0,0 1 0,-2 13 0,-2 14 0,-48 205 0,32-162 0,2 0 0,3 0 0,-4 70 0,15-130 5,0 0 0,-1 0 0,1 0-1,0 1 1,0-1 0,1 0 0,-1 0 0,0 0 0,1 0-1,-1 1 1,1-1 0,-1 0 0,1 0 0,0 0-1,0 0 1,0-1 0,2 3 0,-3-3-15,1-1 1,-1 0-1,1 0 0,-1 0 1,1 0-1,-1 0 1,1 0-1,-1 0 0,1 0 1,-1 0-1,1 0 1,-1 0-1,1 0 0,-1 0 1,1 0-1,-1 0 1,0 0-1,1 0 1,-1-1-1,1 1 0,-1 0 1,1 0-1,-1-1 1,1 1-1,17-17-1202,12-21-5614</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8:49"/>
    </inkml:context>
    <inkml:brush xml:id="br0">
      <inkml:brushProperty name="width" value="0.05" units="cm"/>
      <inkml:brushProperty name="height" value="0.05" units="cm"/>
    </inkml:brush>
  </inkml:definitions>
  <inkml:trace contextRef="#ctx0" brushRef="#br0">206 1 24575,'-4'1'0,"-1"1"0,0-1 0,1 1 0,-1 0 0,1 1 0,0-1 0,0 1 0,0 0 0,0 0 0,0 0 0,-4 4 0,-4 4 0,3-4 0,1 1 0,1-1 0,-1 1 0,1 1 0,1 0 0,-1 0 0,2 0 0,-7 13 0,-4 13 0,-10 35 0,23-62 0,-2 5 0,0 0 0,2 0 0,-1 1 0,2-1 0,-1 1 0,2 0 0,0 14 0,1-24 0,1 0 0,-1 0 0,1 1 0,0-1 0,0 0 0,1 0 0,-1 0 0,1 0 0,0 0 0,0-1 0,0 1 0,1 0 0,-1-1 0,1 0 0,0 1 0,0-1 0,0 0 0,0-1 0,1 1 0,-1 0 0,1-1 0,-1 0 0,1 0 0,0 0 0,0 0 0,7 2 0,6 1 0,1 0 0,0-1 0,0-1 0,1-1 0,24 0 0,93-8 0,-130 5 0,0-1 0,1 0 0,-1 1 0,0-2 0,0 1 0,-1-1 0,1 0 0,0 0 0,-1-1 0,0 1 0,0-1 0,0 0 0,0-1 0,-1 1 0,1-1 0,-1 0 0,0 0 0,-1 0 0,1-1 0,-1 1 0,0-1 0,0 0 0,-1 1 0,3-12 0,-1 4 0,0 0 0,-1-1 0,0 0 0,-1 0 0,-1 0 0,-1 1 0,0-1 0,0 0 0,-1 0 0,-5-21 0,3 24-114,-1 1 1,-1 0-1,1 0 0,-2 0 0,1 0 1,-1 1-1,-1 0 0,0 0 0,0 1 1,0-1-1,-14-9 0,-5-3-6712</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8:50.511"/>
    </inkml:context>
    <inkml:brush xml:id="br0">
      <inkml:brushProperty name="width" value="0.05" units="cm"/>
      <inkml:brushProperty name="height" value="0.05" units="cm"/>
    </inkml:brush>
  </inkml:definitions>
  <inkml:trace contextRef="#ctx0" brushRef="#br0">1712 0 24575,'-185'112'0,"-62"43"0,-139 144 0,202-160 0,66-54 0,0 1 0,-189 105 0,276-172 0,1 1 0,1 1 0,-30 29 0,46-37-1365,8-4-5461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02.093"/>
    </inkml:context>
    <inkml:brush xml:id="br0">
      <inkml:brushProperty name="width" value="0.05" units="cm"/>
      <inkml:brushProperty name="height" value="0.05" units="cm"/>
    </inkml:brush>
  </inkml:definitions>
  <inkml:trace contextRef="#ctx0" brushRef="#br0">138 110 24575,'0'-4'0,"1"1"0,0-1 0,0 0 0,0 0 0,0 1 0,1-1 0,-1 1 0,1-1 0,0 1 0,0 0 0,0 0 0,0 0 0,1 0 0,-1 0 0,1 0 0,0 1 0,0-1 0,0 1 0,0 0 0,0 0 0,6-3 0,3-1 0,-1 0 0,1 1 0,0 0 0,0 1 0,15-3 0,-16 5 0,0 0 0,0 0 0,0 2 0,1-1 0,-1 1 0,0 1 0,19 3 0,-25-3 0,-1 0 0,0 0 0,0 1 0,0-1 0,0 1 0,0 0 0,0 0 0,0 0 0,-1 1 0,1-1 0,-1 1 0,1 0 0,-1 0 0,0 0 0,0 0 0,-1 1 0,1-1 0,-1 1 0,1 0 0,-1-1 0,0 1 0,2 6 0,-2-3 0,-1-1 0,1 0 0,-1 0 0,0 1 0,-1-1 0,1 0 0,-1 1 0,-1-1 0,1 1 0,-1-1 0,0 0 0,-3 10 0,1-7 0,-1 1 0,0-1 0,-1 0 0,0-1 0,0 1 0,-1-1 0,-8 10 0,-9 6 0,-1-2 0,-1 0 0,-50 32 0,-53 38 0,120-87 0,1-1 0,-1 0 0,0 0 0,-1-1 0,1 0 0,0-1 0,-1 1 0,-16 1 0,23-4 0,-1 1 0,1 0 0,-1-1 0,1 1 0,-1 1 0,1-1 0,-1 0 0,1 1 0,0-1 0,0 1 0,0-1 0,0 1 0,0 0 0,0 0 0,0 0 0,1 0 0,-1 0 0,1 1 0,-1-1 0,1 0 0,0 1 0,0-1 0,0 1 0,0-1 0,0 1 0,1-1 0,-1 1 0,1 0 0,0-1 0,-1 1 0,2 4 0,-1-4 0,0 1 0,0 0 0,0-1 0,1 1 0,-1 0 0,1-1 0,0 1 0,0-1 0,1 1 0,-1-1 0,1 1 0,-1-1 0,1 0 0,0 0 0,0 0 0,1 0 0,-1 0 0,1 0 0,-1-1 0,1 1 0,0-1 0,5 4 0,-2-3 9,1-1-1,0 0 1,0 0-1,0 0 1,-1-1 0,1 0-1,1-1 1,-1 1-1,0-1 1,0-1-1,0 1 1,0-1-1,9-3 1,-1 1-257,0-2 1,-1 1-1,0-2 1,0 0-1,16-10 1,-1-3-6579</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03.254"/>
    </inkml:context>
    <inkml:brush xml:id="br0">
      <inkml:brushProperty name="width" value="0.05" units="cm"/>
      <inkml:brushProperty name="height" value="0.05" units="cm"/>
    </inkml:brush>
  </inkml:definitions>
  <inkml:trace contextRef="#ctx0" brushRef="#br0">268 20 24575,'0'-1'0,"-1"0"0,1 0 0,-1 0 0,0 0 0,1 0 0,-1 0 0,1 0 0,-1 1 0,0-1 0,0 0 0,0 0 0,1 1 0,-1-1 0,0 1 0,0-1 0,0 1 0,0-1 0,0 1 0,0-1 0,0 1 0,0 0 0,0-1 0,0 1 0,0 0 0,-2 0 0,-28-4 0,24 5 0,-1 1 0,0-1 0,1 1 0,-1 1 0,1-1 0,0 1 0,0 0 0,0 1 0,0 0 0,1 0 0,-1 0 0,1 1 0,0 0 0,1 0 0,-1 1 0,1-1 0,-8 11 0,1 0 0,1 0 0,1 0 0,0 1 0,1 1 0,-13 35 0,19-46 0,1 1 0,0 0 0,0 0 0,1-1 0,0 1 0,0 0 0,1 0 0,1 12 0,-1-17 0,1 0 0,-1-1 0,1 1 0,0 0 0,0-1 0,0 1 0,1 0 0,-1-1 0,0 1 0,1-1 0,0 0 0,-1 0 0,1 1 0,0-1 0,0 0 0,0 0 0,1-1 0,-1 1 0,0 0 0,1-1 0,-1 0 0,1 1 0,-1-1 0,1 0 0,0 0 0,0 0 0,3 0 0,14 3 0,-1-1 0,1-1 0,0-1 0,0 0 0,0-1 0,0-2 0,0 0 0,0-1 0,-1-1 0,1-1 0,31-12 0,-45 14 0,-1 0 0,0 0 0,1-1 0,-1 0 0,0 0 0,-1 0 0,1-1 0,-1 1 0,0-1 0,0 0 0,-1 0 0,1-1 0,-1 1 0,0-1 0,0 0 0,2-9 0,-2 6 0,-1 0 0,0 1 0,0-1 0,-1 0 0,0 0 0,-1 0 0,0 0 0,0 0 0,-1 0 0,0 0 0,-3-10 0,3 14-124,-1 0 0,0 1 0,0-1 0,-1 1 0,1 0 0,-1 0-1,0 0 1,0 0 0,0 0 0,-6-5 0,-15-13-6702</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08.516"/>
    </inkml:context>
    <inkml:brush xml:id="br0">
      <inkml:brushProperty name="width" value="0.05" units="cm"/>
      <inkml:brushProperty name="height" value="0.05" units="cm"/>
    </inkml:brush>
  </inkml:definitions>
  <inkml:trace contextRef="#ctx0" brushRef="#br0">320 17 24575,'0'-9'0,"0"1"0,0 12 0,0 10 0,-9 16 0,-4 17 0,-8 14 0,-1 7 0,-10 9 0,-1 7 0,-7 2 0,2 1 0,-1-10 0,6-9 0,8-20 0,14-24 0,8-24 0,4-13-8191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09.017"/>
    </inkml:context>
    <inkml:brush xml:id="br0">
      <inkml:brushProperty name="width" value="0.05" units="cm"/>
      <inkml:brushProperty name="height" value="0.05" units="cm"/>
    </inkml:brush>
  </inkml:definitions>
  <inkml:trace contextRef="#ctx0" brushRef="#br0">5 163 24575,'-5'0'0,"18"0"0,15 0 0,8 0 0,11 0 0,12 0 0,5-9 0,6-3 0,0 0 0,-2-6 0,-9-1 0,0 3 0,4-5 0,-4 1 0,-3 3 0,-2 6 0,-10 4-8191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09.585"/>
    </inkml:context>
    <inkml:brush xml:id="br0">
      <inkml:brushProperty name="width" value="0.05" units="cm"/>
      <inkml:brushProperty name="height" value="0.05" units="cm"/>
    </inkml:brush>
  </inkml:definitions>
  <inkml:trace contextRef="#ctx0" brushRef="#br0">1 1 24575,'4'0'0,"11"0"0,8 0 0,9 0 0,4 0 0,5 0 0,-5 0-8191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09.921"/>
    </inkml:context>
    <inkml:brush xml:id="br0">
      <inkml:brushProperty name="width" value="0.05" units="cm"/>
      <inkml:brushProperty name="height" value="0.05" units="cm"/>
    </inkml:brush>
  </inkml:definitions>
  <inkml:trace contextRef="#ctx0" brushRef="#br0">0 72 24575,'19'0'0,"15"0"0,11-4 0,2-3 0,4 1 0,-9-4 0,-5 1 0,-10-8 0,-9-2-8191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10.383"/>
    </inkml:context>
    <inkml:brush xml:id="br0">
      <inkml:brushProperty name="width" value="0.05" units="cm"/>
      <inkml:brushProperty name="height" value="0.05" units="cm"/>
    </inkml:brush>
  </inkml:definitions>
  <inkml:trace contextRef="#ctx0" brushRef="#br0">129 0 24575,'0'5'0,"0"11"0,-4 12 0,-2 14 0,-9 16 0,-2 10 0,2 4 0,-6 3 0,1-1 0,4-10 0,4-1 0,9-11 0,10-14 0,13-15 0,2-19 0,8-21 0,-2-6-8191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10.999"/>
    </inkml:context>
    <inkml:brush xml:id="br0">
      <inkml:brushProperty name="width" value="0.05" units="cm"/>
      <inkml:brushProperty name="height" value="0.05" units="cm"/>
    </inkml:brush>
  </inkml:definitions>
  <inkml:trace contextRef="#ctx0" brushRef="#br0">190 1 24575,'-4'0'0,"0"1"0,0 0 0,0 0 0,0 0 0,1 0 0,-1 1 0,0 0 0,1-1 0,-1 1 0,-3 3 0,-36 28 0,37-28 0,-2 2 0,1 1 0,-1 0 0,2 0 0,-1 1 0,1 0 0,1 0 0,0 0 0,0 0 0,1 1 0,-7 20 0,5-8 0,1 1 0,0-1 0,-2 48 0,6-61 0,1 0 0,0 1 0,1-1 0,0 0 0,1 1 0,0-1 0,0 0 0,0 0 0,2 0 0,-1-1 0,5 10 0,-4-12 0,0-1 0,-1 0 0,2 0 0,-1 0 0,0-1 0,1 1 0,0-1 0,0 0 0,0-1 0,1 1 0,-1-1 0,1 0 0,0 0 0,0-1 0,0 0 0,0 0 0,8 2 0,3-1 0,0 0 0,0-1 0,0-1 0,0 0 0,0-1 0,0-1 0,27-5 0,-36 5 0,-1-1 0,0 0 0,0 0 0,0-1 0,0 1 0,0-2 0,-1 1 0,1-1 0,-1 0 0,0 0 0,0 0 0,0-1 0,-1 0 0,1 0 0,-1-1 0,-1 0 0,1 1 0,-1-1 0,7-13 0,-6 6 10,0 0 0,-1-1 0,0 1 0,-1-1 0,0 0 0,-2 0 0,1 0 0,-2 0 0,0-1 0,0 1 0,-3-14 0,1 16-109,0 1 0,-1 0 0,0 0 0,-1 1 0,0-1 0,0 1 0,-1 0 0,0 0 0,-1 0 0,0 1 0,-1 0 0,0 0 0,0 0 0,-11-8 0,-14-8-6727</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14.046"/>
    </inkml:context>
    <inkml:brush xml:id="br0">
      <inkml:brushProperty name="width" value="0.05" units="cm"/>
      <inkml:brushProperty name="height" value="0.05" units="cm"/>
    </inkml:brush>
  </inkml:definitions>
  <inkml:trace contextRef="#ctx0" brushRef="#br0">179 58 24575,'-19'0'0,"-5"0"0,-35 3 0,52-2 0,0 1 0,0-1 0,1 1 0,-1 0 0,1 0 0,0 1 0,0 0 0,0 0 0,-11 8 0,16-10 0,3-2 0,10-5 0,16-13 0,-10 8 0,-14 9 0,0 0 0,0 0 0,0-1 0,-1 0 0,1 1 0,0-1 0,-1-1 0,0 1 0,0 0 0,5-8 0,-8 10 0,0 0 0,0 0 0,0 1 0,-1-1 0,1 0 0,-1 0 0,1 1 0,0-1 0,-1 0 0,1 1 0,-1-1 0,1 1 0,-1-1 0,0 0 0,1 1 0,-1 0 0,0-1 0,1 1 0,-1-1 0,0 1 0,1 0 0,-1-1 0,0 1 0,0 0 0,1 0 0,-1-1 0,0 1 0,-1 0 0,-1-2 0,22 2 0,32 2 120,-43-1-321,-36 0-1083,12-1-5542</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8:54.371"/>
    </inkml:context>
    <inkml:brush xml:id="br0">
      <inkml:brushProperty name="width" value="0.05" units="cm"/>
      <inkml:brushProperty name="height" value="0.05" units="cm"/>
    </inkml:brush>
  </inkml:definitions>
  <inkml:trace contextRef="#ctx0" brushRef="#br0">153 13 24575,'0'-9'0,"0"6"0,0 17 0,0 16 0,-9 17 0,-4 19 0,-8 11 0,-1 8 0,3 3 0,-3-5 0,0-11 0,6-4 0,9-19 0,6-21 0,3-17-8191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8:55.208"/>
    </inkml:context>
    <inkml:brush xml:id="br0">
      <inkml:brushProperty name="width" value="0.05" units="cm"/>
      <inkml:brushProperty name="height" value="0.05" units="cm"/>
    </inkml:brush>
  </inkml:definitions>
  <inkml:trace contextRef="#ctx0" brushRef="#br0">30 82 24575,'1'-2'0,"0"0"0,-1 0 0,1 0 0,0-1 0,0 1 0,0 0 0,1 0 0,-1 0 0,0 0 0,1 1 0,-1-1 0,1 0 0,-1 1 0,1-1 0,0 0 0,0 1 0,0 0 0,0 0 0,0-1 0,0 1 0,0 0 0,0 1 0,4-2 0,61-19 0,-57 19 0,15-4 0,1 1 0,0 1 0,0 2 0,31 0 0,-54 2 0,0 1 0,1-1 0,-1 0 0,0 1 0,0 0 0,0 0 0,0 0 0,0 0 0,0 0 0,0 0 0,0 1 0,0 0 0,-1-1 0,1 1 0,-1 0 0,1 0 0,-1 0 0,3 4 0,-2-2 0,0 0 0,-1 0 0,1 1 0,-1 0 0,0-1 0,0 1 0,0 0 0,-1 0 0,0 0 0,1 8 0,-1-1 0,0 0 0,-1 1 0,0-1 0,-1 0 0,-1 1 0,0-1 0,0 0 0,-9 21 0,4-17 0,-1 0 0,-1 0 0,-1-1 0,0-1 0,-1 0 0,-1 0 0,0-1 0,-1 0 0,-14 10 0,14-12 0,0-1 0,-1 0 0,0-1 0,-1 0 0,0-2 0,0 0 0,-1 0 0,0-1 0,-23 4 0,188-25 0,-115 13 0,1 2 0,0 1 0,44 8 0,-71-8 0,0 2 0,0-1 0,-1 1 0,1 1 0,-1-1 0,1 1 0,-1 1 0,0-1 0,0 1 0,-1 0 0,0 1 0,0 0 0,0 0 0,0 0 0,-1 0 0,0 1 0,0 0 0,-1 0 0,5 11 0,-5-10 0,0 1 0,-1 0 0,-1-1 0,1 1 0,-1 0 0,-1 0 0,1 0 0,-2 0 0,1 1 0,-1-1 0,-1 0 0,1 0 0,-2 0 0,1 0 0,-1 0 0,-1 0 0,-3 11 0,-1-7 0,0 0 0,0-1 0,-1 1 0,0-1 0,-1-1 0,-1 0 0,0 0 0,0-1 0,-1 0 0,0-1 0,-1 0 0,0 0 0,-1-2 0,1 1 0,-21 7 0,13-7 0,0-1 0,0-1 0,0-1 0,0-1 0,-1-1 0,0 0 0,1-2 0,-1 0 0,0-2 0,-28-3 0,43 4-39,1-1 0,-1 0 0,1 0 0,0-1 0,-1 1 0,1-1 0,0 0 0,0 0 0,0-1 0,0 0 0,0 0 0,1 0 0,-1 0 0,1-1 0,0 1 0,0-1 0,0 0 0,0-1 0,1 1 0,0 0 0,0-1 0,0 0 0,0 0 0,1 0 0,0 0 0,0 0 0,0 0 0,1-1 0,-1 1 0,1-1 0,1 1 0,-1-1 0,1 1 0,0-8 0,3-24-6787</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17.226"/>
    </inkml:context>
    <inkml:brush xml:id="br0">
      <inkml:brushProperty name="width" value="0.05" units="cm"/>
      <inkml:brushProperty name="height" value="0.05" units="cm"/>
    </inkml:brush>
  </inkml:definitions>
  <inkml:trace contextRef="#ctx0" brushRef="#br0">282 74 24575,'-5'0'0,"-1"-10"0,-10-2 0,-10 1 0,-6 1 0,-7 3 0,-1 3 0,-4 2 0,7-3 0,13-2 0,12 2-8191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34.889"/>
    </inkml:context>
    <inkml:brush xml:id="br0">
      <inkml:brushProperty name="width" value="0.05" units="cm"/>
      <inkml:brushProperty name="height" value="0.05" units="cm"/>
    </inkml:brush>
  </inkml:definitions>
  <inkml:trace contextRef="#ctx0" brushRef="#br0">0 1 24575,'34'56'0,"-7"-22"0,1-1 0,33 30 0,-46-48 0,31 29 0,78 59 0,21 11 0,-57-24 0,-67-65 0,1-2 0,1-1 0,38 30 0,105 80 0,-132-105 0,45 28 0,-32-24 0,147 83-1297,-192-113 1229,25 13-6758</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37.502"/>
    </inkml:context>
    <inkml:brush xml:id="br0">
      <inkml:brushProperty name="width" value="0.05" units="cm"/>
      <inkml:brushProperty name="height" value="0.05" units="cm"/>
    </inkml:brush>
  </inkml:definitions>
  <inkml:trace contextRef="#ctx0" brushRef="#br0">663 138 24575,'-1'-4'0,"1"-1"0,-1 0 0,-1 0 0,1 0 0,-1 1 0,1-1 0,-1 0 0,-1 1 0,1 0 0,0-1 0,-1 1 0,0 0 0,0 0 0,-1 1 0,1-1 0,-1 1 0,1-1 0,-1 1 0,0 0 0,0 1 0,-1-1 0,1 1 0,-6-3 0,-6-2 0,1 0 0,0 1 0,-1 1 0,0 1 0,-31-5 0,28 7 0,0 0 0,0 2 0,1 0 0,-1 1 0,0 1 0,1 0 0,-1 2 0,-23 7 0,27-6 0,0 1 0,1 1 0,-1 0 0,2 1 0,-1 1 0,1 0 0,1 1 0,-1 0 0,2 1 0,-14 15 0,13-12 0,1 0 0,0 1 0,1 0 0,1 1 0,1 0 0,0 1 0,-11 32 0,12-22 0,2 0 0,0 0 0,1 1 0,1 43 0,2-41 0,0-3 0,1 0 0,1 1 0,1-1 0,9 42 0,-9-63 0,0 1 0,0-1 0,0 1 0,1-1 0,0 0 0,0 0 0,1 0 0,0 0 0,0-1 0,0 1 0,1-1 0,-1 0 0,1 0 0,1-1 0,-1 1 0,0-1 0,1 0 0,0-1 0,0 0 0,0 0 0,0 0 0,1 0 0,8 1 0,7 1 0,0-1 0,-1 0 0,43-1 0,71-9 0,-39 1 0,-59 5-115,-13 0 237,37-4 0,-55 3-258,1 0 1,0 0-1,-1-1 0,1 0 0,-1 0 0,0-1 0,0 0 0,0 0 1,0-1-1,6-4 0,13-15-6690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41.843"/>
    </inkml:context>
    <inkml:brush xml:id="br0">
      <inkml:brushProperty name="width" value="0.05" units="cm"/>
      <inkml:brushProperty name="height" value="0.05" units="cm"/>
    </inkml:brush>
  </inkml:definitions>
  <inkml:trace contextRef="#ctx0" brushRef="#br0">0 0 24575,'0'0'-8191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42.842"/>
    </inkml:context>
    <inkml:brush xml:id="br0">
      <inkml:brushProperty name="width" value="0.05" units="cm"/>
      <inkml:brushProperty name="height" value="0.05" units="cm"/>
    </inkml:brush>
  </inkml:definitions>
  <inkml:trace contextRef="#ctx0" brushRef="#br0">0 0 24575,'0'0'-8191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44.678"/>
    </inkml:context>
    <inkml:brush xml:id="br0">
      <inkml:brushProperty name="width" value="0.05" units="cm"/>
      <inkml:brushProperty name="height" value="0.05" units="cm"/>
    </inkml:brush>
  </inkml:definitions>
  <inkml:trace contextRef="#ctx0" brushRef="#br0">127 0 24575,'-5'0'0,"-2"10"0,1 7 0,1 10 0,2 10 0,-9 4 0,-1 3 0,1 4 0,2-1 0,4 4 0,2-1 0,2 0 0,-8-8 0,-2-2 0,1-4 0,2-16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46.196"/>
    </inkml:context>
    <inkml:brush xml:id="br0">
      <inkml:brushProperty name="width" value="0.05" units="cm"/>
      <inkml:brushProperty name="height" value="0.05" units="cm"/>
    </inkml:brush>
  </inkml:definitions>
  <inkml:trace contextRef="#ctx0" brushRef="#br0">7 100 24575,'-1'0'0,"1"0"0,0 0 0,0 0 0,-1 0 0,1 0 0,0 0 0,0 0 0,0 0 0,-1 0 0,1-1 0,0 1 0,0 0 0,-1 0 0,1 0 0,0 0 0,0 0 0,0 0 0,0 0 0,-1-1 0,1 1 0,0 0 0,0 0 0,0 0 0,0 0 0,0-1 0,-1 1 0,1 0 0,0 0 0,0 0 0,0-1 0,0 1 0,0 0 0,0 0 0,0-1 0,0 1 0,0 0 0,0 0 0,0 0 0,0-1 0,0 1 0,0 0 0,0 0 0,0-1 0,0 1 0,0 0 0,0 0 0,0 0 0,0-1 0,0 1 0,1 0 0,-1 0 0,0 0 0,0-1 0,0 1 0,10-13 0,8 2 0,0 0 0,0 1 0,1 1 0,1 1 0,-1 0 0,1 1 0,30-5 0,-46 11 0,0 1 0,-1-1 0,1 1 0,0 0 0,0 0 0,0 1 0,0-1 0,0 1 0,0 0 0,-1 0 0,1 0 0,0 0 0,6 3 0,-9-3 0,0 0 0,1 0 0,-1 0 0,0 0 0,0 0 0,0 0 0,0 0 0,0 1 0,0-1 0,0 0 0,0 1 0,0-1 0,0 0 0,-1 1 0,1-1 0,-1 1 0,1-1 0,-1 1 0,0-1 0,1 1 0,-1 0 0,0-1 0,0 1 0,0-1 0,0 1 0,0-1 0,-1 1 0,1 0 0,0-1 0,-1 1 0,1-1 0,-1 1 0,1-1 0,-1 1 0,-1 0 0,-7 13 0,0 0 0,-1-2 0,-1 1 0,0-1 0,-1-1 0,-1 0 0,1 0 0,-20 12 0,-33 32 0,64-55 0,0 0 0,0 0 0,0 0 0,0 0 0,0 0 0,0 0 0,1 0 0,-1 0 0,0 0 0,1 0 0,-1 0 0,1 0 0,-1 1 0,1-1 0,0 0 0,-1 0 0,1 1 0,0-1 0,0 3 0,0-3 0,0 0 0,1-1 0,-1 1 0,1 0 0,-1 0 0,1 0 0,-1-1 0,1 1 0,0 0 0,-1-1 0,1 1 0,0 0 0,0-1 0,-1 1 0,1-1 0,0 1 0,0-1 0,0 1 0,0-1 0,1 1 0,7 1 0,0 0 0,-1 0 0,1-1 0,13 0 0,-18-1 0,30 2 0,-12-2 0,0 1 0,0 1 0,0 2 0,37 9 0,-54-11 0,0 0 0,0 0 0,0 0 0,0 0 0,-1 1 0,1 0 0,-1 0 0,0 0 0,0 0 0,0 1 0,0 0 0,-1-1 0,1 2 0,-1-1 0,0 0 0,0 0 0,-1 1 0,1 0 0,-1-1 0,0 1 0,0 0 0,-1 0 0,1 0 0,-1 0 0,1 9 0,-2-11 0,0 0 0,0 0 0,0 0 0,0 0 0,0 0 0,-1 1 0,1-1 0,-1 0 0,0 0 0,0 0 0,0 0 0,0-1 0,-1 1 0,1 0 0,-1 0 0,0-1 0,0 1 0,0-1 0,0 1 0,0-1 0,0 0 0,0 0 0,-5 3 0,-5 2 0,1 0 0,-1-1 0,-1 0 0,-16 5 0,5-2 0,16-5-91,-1-1 0,0 0 0,0 0 0,0-1 0,0 0 0,0-1 0,0 0 0,0 0 0,-1-1 0,1 0 0,0 0 0,0-1 0,0-1 0,-11-2 0,-6-7-6735</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06.294"/>
    </inkml:context>
    <inkml:brush xml:id="br0">
      <inkml:brushProperty name="width" value="0.05" units="cm"/>
      <inkml:brushProperty name="height" value="0.05" units="cm"/>
    </inkml:brush>
  </inkml:definitions>
  <inkml:trace contextRef="#ctx0" brushRef="#br0">192 18 24575,'0'-9'0,"0"1"0,-5 11 0,-1 11 0,0 11 0,1 11 0,-8 9 0,-2 10 0,3 11 0,-8 2 0,2-1 0,2-2 0,-5-7 0,1-1 0,4 1 0,5-20 0,4-26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06.949"/>
    </inkml:context>
    <inkml:brush xml:id="br0">
      <inkml:brushProperty name="width" value="0.05" units="cm"/>
      <inkml:brushProperty name="height" value="0.05" units="cm"/>
    </inkml:brush>
  </inkml:definitions>
  <inkml:trace contextRef="#ctx0" brushRef="#br0">1 33 24575,'0'-9'0,"4"-3"0,2 0-8191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03.967"/>
    </inkml:context>
    <inkml:brush xml:id="br0">
      <inkml:brushProperty name="width" value="0.05" units="cm"/>
      <inkml:brushProperty name="height" value="0.05" units="cm"/>
    </inkml:brush>
  </inkml:definitions>
  <inkml:trace contextRef="#ctx0" brushRef="#br0">332 0 24575,'-10'1'0,"0"0"0,0 0 0,0 1 0,0 1 0,0-1 0,0 2 0,-11 4 0,-4 4 0,-31 20 0,51-29 0,0 0 0,0 1 0,0-1 0,0 1 0,1 1 0,0-1 0,0 0 0,0 1 0,-4 7 0,7-11 0,0 1 0,0-1 0,1 1 0,-1-1 0,1 1 0,0-1 0,-1 1 0,1-1 0,0 1 0,0 0 0,0-1 0,0 1 0,0-1 0,0 1 0,0 0 0,1-1 0,-1 1 0,0-1 0,1 1 0,-1-1 0,1 1 0,0-1 0,0 1 0,-1-1 0,1 0 0,0 1 0,0-1 0,0 0 0,0 0 0,1 0 0,-1 0 0,0 0 0,0 0 0,1 0 0,-1 0 0,0 0 0,1 0 0,1 0 0,28 13 0,-21-9 0,0-1 0,0 1 0,-1 0 0,18 14 0,-25-18 0,-1 0 0,1 1 0,-1-1 0,1 1 0,-1-1 0,0 1 0,1 0 0,-1 0 0,0-1 0,0 1 0,-1 0 0,1 0 0,0 0 0,0 0 0,-1 0 0,0 0 0,1 0 0,-1 0 0,0 0 0,0 0 0,0 0 0,0 1 0,0-1 0,0 0 0,-1 0 0,1 0 0,-1 0 0,1 0 0,-1 0 0,0 0 0,-1 2 0,-10 14 0,0-2 0,-1 1 0,0-2 0,-1 0 0,-29 24 0,-4 4 0,36-33 0,1 1 0,-1 1 0,2-1 0,0 2 0,0-1 0,-12 24 0,20-34 0,1 0 0,-1 1 0,0-1 0,0 0 0,1 0 0,0 1 0,-1-1 0,1 0 0,0 1 0,0-1 0,0 0 0,0 1 0,1-1 0,-1 0 0,1 0 0,-1 1 0,1-1 0,0 0 0,0 0 0,0 0 0,0 0 0,0 1 0,0-2 0,0 1 0,1 0 0,-1 0 0,1 0 0,0-1 0,-1 1 0,1-1 0,0 1 0,0-1 0,3 2 0,6 3 0,0-1 0,1 0 0,-1-1 0,1-1 0,14 4 0,-25-7 0,105 21-682,120 9-1,-122-21-6143</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06.075"/>
    </inkml:context>
    <inkml:brush xml:id="br0">
      <inkml:brushProperty name="width" value="0.05" units="cm"/>
      <inkml:brushProperty name="height" value="0.05" units="cm"/>
    </inkml:brush>
  </inkml:definitions>
  <inkml:trace contextRef="#ctx0" brushRef="#br0">1 80 24575,'0'29'0,"4"136"0,-2-137 0,2 0 0,0-1 0,16 48 0,-18-70 0,0 1 0,0-2 0,0 1 0,1 0 0,5 7 0,-8-11 0,1-1 0,-1 1 0,1 0 0,-1 0 0,1-1 0,0 1 0,-1 0 0,1-1 0,0 1 0,-1-1 0,1 1 0,0-1 0,0 1 0,0-1 0,0 0 0,-1 1 0,1-1 0,0 0 0,0 0 0,0 0 0,0 1 0,0-1 0,0 0 0,0 0 0,-1 0 0,1 0 0,0-1 0,0 1 0,0 0 0,0 0 0,0 0 0,0-1 0,-1 1 0,1-1 0,0 1 0,0 0 0,0-1 0,-1 1 0,1-1 0,0 0 0,-1 1 0,2-2 0,5-7 0,0-1 0,0 1 0,-1-1 0,0-1 0,-1 1 0,0-1 0,4-16 0,5-6 0,8-23 0,-8 21 0,1 1 0,1 0 0,29-43 0,-39 68 0,0 1 0,0 0 0,1 1 0,0-1 0,1 1 0,-1 1 0,1-1 0,1 1 0,-1 1 0,1-1 0,0 2 0,0-1 0,1 1 0,-1 0 0,1 1 0,0 0 0,11-1 0,-15 3-68,0 1 0,0-1-1,0 1 1,0 1 0,0-1 0,-1 1-1,1 0 1,0 0 0,0 1 0,-1 0-1,1 0 1,-1 0 0,0 1 0,1-1-1,-1 1 1,0 0 0,-1 1-1,1-1 1,6 7 0,7 12-6758</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06.771"/>
    </inkml:context>
    <inkml:brush xml:id="br0">
      <inkml:brushProperty name="width" value="0.05" units="cm"/>
      <inkml:brushProperty name="height" value="0.05" units="cm"/>
    </inkml:brush>
  </inkml:definitions>
  <inkml:trace contextRef="#ctx0" brushRef="#br0">402 30 24575,'0'0'0,"0"-1"0,0 0 0,0 0 0,0 1 0,-1-1 0,1 0 0,0 0 0,-1 1 0,1-1 0,0 0 0,-1 1 0,1-1 0,-1 1 0,1-1 0,-1 0 0,1 1 0,-1-1 0,0 1 0,1-1 0,-1 1 0,1 0 0,-1-1 0,0 1 0,0 0 0,1-1 0,-1 1 0,-1 0 0,-24-5 0,22 4 0,-38-4 0,-62 1 0,92 4 0,0 1 0,0 0 0,0 1 0,0 0 0,0 1 0,1 0 0,-1 1 0,1 1 0,0-1 0,-12 8 0,17-8 0,0 1 0,1 0 0,0 0 0,0 0 0,0 0 0,0 1 0,1 0 0,0 0 0,0 0 0,0 0 0,1 0 0,0 1 0,1 0 0,-1 0 0,1-1 0,0 1 0,1 1 0,0-1 0,0 0 0,0 0 0,1 0 0,0 0 0,1 1 0,0-1 0,2 12 0,-2-13 0,1 0 0,-1-1 0,1 1 0,0-1 0,0 0 0,1 0 0,0 1 0,0-1 0,0-1 0,0 1 0,1 0 0,0-1 0,0 0 0,0 0 0,0 0 0,0 0 0,1-1 0,0 0 0,0 0 0,0 0 0,0 0 0,0-1 0,1 0 0,-1 0 0,1 0 0,-1-1 0,1 0 0,0 0 0,-1 0 0,1-1 0,0 0 0,8 0 0,-4-1 0,0-1 0,1-1 0,-1 1 0,0-2 0,0 1 0,0-1 0,-1-1 0,1 1 0,-1-2 0,0 1 0,-1-1 0,1-1 0,11-11 0,6-8 0,-1-2 0,30-42 0,-52 65 0,-2 3 0,0 0 0,0 1 0,0-1 0,1 1 0,-1-1 0,0 1 0,1-1 0,-1 1 0,1 0 0,-1 0 0,1 0 0,0 0 0,-1 0 0,4-1 0,-5 2 0,1 0 0,-1 0 0,1 0 0,-1 1 0,1-1 0,-1 0 0,0 0 0,1 1 0,-1-1 0,1 0 0,-1 1 0,0-1 0,1 0 0,-1 1 0,0-1 0,0 1 0,1-1 0,-1 1 0,0-1 0,0 1 0,1-1 0,-1 0 0,0 1 0,0-1 0,0 1 0,0-1 0,0 1 0,0-1 0,0 1 0,0-1 0,0 1 0,0 0 0,0 8 0,-1 0 0,1 0 0,-2 0 0,-3 16 0,0-6 0,-2 2 0,2-1 0,0 1 0,1 0 0,-1 30 0,5-48 0,0 0 0,0-1 0,0 1 0,1 0 0,-1-1 0,1 1 0,0-1 0,-1 1 0,1-1 0,0 1 0,1-1 0,-1 1 0,0-1 0,1 0 0,-1 0 0,1 1 0,2 1 0,-3-3 0,1 0 0,0 0 0,-1 0 0,1 0 0,0 0 0,0-1 0,0 1 0,0-1 0,0 1 0,0-1 0,0 0 0,0 1 0,0-1 0,0 0 0,-1 0 0,1-1 0,0 1 0,0 0 0,0-1 0,0 1 0,0-1 0,0 1 0,0-1 0,2-1 0,37-21-1365,1-7-5461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07.239"/>
    </inkml:context>
    <inkml:brush xml:id="br0">
      <inkml:brushProperty name="width" value="0.05" units="cm"/>
      <inkml:brushProperty name="height" value="0.05" units="cm"/>
    </inkml:brush>
  </inkml:definitions>
  <inkml:trace contextRef="#ctx0" brushRef="#br0">85 76 24575,'1'-12'0,"-1"-3"0,0 15 0,0 0 0,0 0 0,0 0 0,0 0 0,0 0 0,0 0 0,-1 1 0,1-1 0,0 0 0,0 0 0,0 0 0,0 0 0,0 0 0,0 0 0,0 0 0,0 0 0,0 0 0,0 0 0,0 0 0,0 0 0,-1 0 0,1 0 0,0 0 0,0 0 0,0 0 0,0 0 0,0 0 0,0 0 0,0 0 0,0 0 0,-50 121 0,31-78 0,5 1 0,14-24 0,0-20 0,0 1 0,1-1 0,-1 0 0,0 0 0,1 1 0,-1-1 0,1 0 0,-1 0 0,0 0 0,1 1 0,-1-1 0,1 0 0,-1 0 0,0 0 0,1 0 0,-1 0 0,1 0 0,-1 0 0,1 0 0,-1 0 0,0 0 0,1 0 0,-1 0 0,1 0 0,-1-1 0,1 1 0,-1 0 0,0 0 0,1 0 0,-1-1 0,0 1 0,1 0 0,-1 0 0,0-1 0,1 1 0,-1 0 0,0-1 0,1 1 0,-1-1 0,15-11 0,0-1 0,-1-1 0,-1 0 0,21-28 0,-13 16 0,8-11 0,-13 16 0,0 2 0,0 0 0,32-27 0,-47 45 0,1 0 0,-1 0 0,0 0 0,1 0 0,-1 0 0,1 0 0,-1 0 0,1 0 0,0 0 0,-1 1 0,1-1 0,0 1 0,-1-1 0,1 1 0,0 0 0,0 0 0,2 0 0,-3 0 0,0 0 0,0 1 0,-1-1 0,1 1 0,0-1 0,-1 1 0,1-1 0,0 1 0,-1 0 0,1-1 0,0 1 0,-1 0 0,1-1 0,-1 1 0,0 0 0,1 0 0,-1 0 0,1-1 0,-1 1 0,0 0 0,0 0 0,0 0 0,1 0 0,-1 1 0,1 9 0,-1 0 0,0 0 0,-1 0 0,-2 15 0,1-10 0,0 0 24,1 1 0,1-1 0,0 1 0,5 31 0,-4-42-107,1-1 1,-1 1-1,1-1 1,0 1-1,1-1 1,-1 0-1,1 0 1,0 0-1,0-1 1,1 1-1,-1-1 1,1 0-1,0 1 1,0-2-1,1 1 1,-1 0-1,10 5 1,16 6-6744</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07.945"/>
    </inkml:context>
    <inkml:brush xml:id="br0">
      <inkml:brushProperty name="width" value="0.05" units="cm"/>
      <inkml:brushProperty name="height" value="0.05" units="cm"/>
    </inkml:brush>
  </inkml:definitions>
  <inkml:trace contextRef="#ctx0" brushRef="#br0">309 387 24575,'-13'0'0,"1"0"0,-1 1 0,0 0 0,1 1 0,-1 0 0,1 1 0,0 1 0,-1 0 0,2 1 0,-1 0 0,0 0 0,1 1 0,0 1 0,1 0 0,-1 0 0,1 1 0,1 1 0,0-1 0,0 2 0,-9 11 0,10-10 0,0 1 0,1 0 0,0 0 0,1 0 0,1 1 0,-5 13 0,7-17 0,1-1 0,0 0 0,0 1 0,1 0 0,0-1 0,1 1 0,0 0 0,0-1 0,1 1 0,2 13 0,-1-19 0,-1 1 0,1-1 0,-1 1 0,1-1 0,0 0 0,1 0 0,-1 1 0,0-1 0,1-1 0,0 1 0,-1 0 0,1-1 0,0 0 0,1 1 0,-1-1 0,0 0 0,1-1 0,-1 1 0,1 0 0,6 1 0,-5-1 0,0-1 0,1 0 0,-1 0 0,0 0 0,0-1 0,1 1 0,-1-1 0,0-1 0,1 1 0,-1-1 0,0 0 0,1 0 0,-1 0 0,7-3 0,-5 0 0,1 0 0,-1-1 0,0 0 0,0 0 0,0-1 0,-1 1 0,1-1 0,-1-1 0,-1 1 0,1-1 0,-1 0 0,-1 0 0,6-11 0,2-8 0,-2-1 0,13-47 0,6-17 0,-2 27 0,-3-1 0,-3-1 0,23-133 0,-42 158 0,-6 25 0,4 15 0,-1 1 0,1 0 0,0 0 0,0 0 0,-1 0 0,1 0 0,0 0 0,-1 0 0,1 0 0,0-1 0,-1 1 0,1 0 0,0 0 0,-1 1 0,1-1 0,0 0 0,-1 0 0,1 0 0,0 0 0,-1 0 0,1 0 0,0 0 0,-1 0 0,1 1 0,0-1 0,0 0 0,-1 0 0,1 0 0,0 1 0,0-1 0,-1 0 0,1 0 0,0 1 0,0-1 0,0 0 0,-1 0 0,1 1 0,0-1 0,0 0 0,0 1 0,0-1 0,-7 12 0,0-1 0,1 1 0,1 0 0,0 1 0,1-1 0,0 1 0,-3 19 0,-2 5 0,-40 215 0,14-52 0,29-176-682,-4 43-1,9-39-6143</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09.127"/>
    </inkml:context>
    <inkml:brush xml:id="br0">
      <inkml:brushProperty name="width" value="0.05" units="cm"/>
      <inkml:brushProperty name="height" value="0.05" units="cm"/>
    </inkml:brush>
  </inkml:definitions>
  <inkml:trace contextRef="#ctx0" brushRef="#br0">187 63 24575,'-10'0'0,"0"0"0,1 1 0,-1 0 0,0 1 0,1 0 0,-1 0 0,1 1 0,-1 0 0,-14 8 0,19-8 0,0 1 0,0-1 0,0 1 0,0 0 0,1 0 0,-1 1 0,1-1 0,0 1 0,1 0 0,-1 0 0,1 1 0,0-1 0,0 0 0,1 1 0,-1 0 0,-1 9 0,1-6 0,1 1 0,1 0 0,0 0 0,0 0 0,1 0 0,0 0 0,0 1 0,2-1 0,-1 0 0,1-1 0,6 20 0,-7-26 0,1 0 0,-1 1 0,1-1 0,0 0 0,0 0 0,0 0 0,0-1 0,0 1 0,0 0 0,1-1 0,0 0 0,-1 1 0,1-1 0,0 0 0,5 2 0,-5-3 0,1 0 0,-1 0 0,1 0 0,-1 0 0,1-1 0,0 0 0,-1 0 0,1 0 0,0 0 0,-1 0 0,1-1 0,0 0 0,-1 1 0,1-1 0,-1-1 0,1 1 0,5-3 0,-1-1 0,0 1 0,-1-1 0,1 0 0,-1-1 0,0 0 0,-1 0 0,1-1 0,-1 1 0,-1-1 0,1-1 0,-1 1 0,0-1 0,-1 0 0,0 0 0,0 0 0,-1 0 0,3-10 0,-3 8 0,0 0 0,-1 0 0,0-1 0,0 1 0,-2 0 0,1-1 0,-1 1 0,-1-1 0,1 1 0,-2 0 0,0-1 0,0 1 0,-1 0 0,-5-15 0,6 22 0,0-1 0,0 0 0,1 1 0,0-1 0,-1 0 0,1 0 0,1 0 0,-1-4 0,1 7 0,0 0 0,0 0 0,1 0 0,-1 0 0,0 0 0,1 0 0,-1 1 0,1-1 0,-1 0 0,1 0 0,0 0 0,-1 1 0,1-1 0,0 0 0,-1 1 0,1-1 0,0 1 0,0-1 0,-1 1 0,1-1 0,0 1 0,0 0 0,0-1 0,0 1 0,0 0 0,0-1 0,0 1 0,-1 0 0,1 0 0,0 0 0,0 0 0,0 0 0,0 0 0,0 0 0,0 0 0,0 1 0,1-1 0,1 0 0,0 1 0,0-1 0,-1 0 0,1 1 0,0 0 0,-1-1 0,1 1 0,-1 0 0,1 0 0,-1 1 0,1-1 0,-1 0 0,0 1 0,1-1 0,-1 1 0,0 0 0,2 2 0,-1 0 0,0 1 0,0-1 0,0 1 0,0-1 0,-1 1 0,0 0 0,0 0 0,2 7 0,1 8 0,-2 1 0,0-1 0,0 32 0,-2-44 0,-1 17 0,-2 0 0,0 0 0,-1 0 0,-1 0 0,-2 0 0,-11 33 0,16-56 0,1 0 0,-1 0 0,0 0 0,0 0 0,0-1 0,0 1 0,0 0 0,0-1 0,0 1 0,0-1 0,-2 2 0,2-7 0,9-13 0,108-159 0,-70 109 0,-43 64 0,18-23 0,-21 25 0,0 1 0,1 0 0,-1-1 0,0 1 0,1 0 0,-1-1 0,0 1 0,1 0 0,-1 0 0,0-1 0,1 1 0,-1 0 0,1 0 0,-1 0 0,1 0 0,-1 0 0,0 0 0,1 0 0,-1 0 0,1 0 0,-1 0 0,1 0 0,-1 0 0,1 0 0,-1 0 0,0 0 0,1 0 0,-1 0 0,1 0 0,-1 1 0,1-1 0,-1 0 0,0 0 0,1 0 0,-1 1 0,0-1 0,1 0 0,-1 1 0,0-1 0,1 0 0,-1 1 0,0-1 0,0 0 0,1 1 0,-1-1 0,0 1 0,0-1 0,0 0 0,1 1 0,-1-1 0,0 1 0,0-1 0,0 1 0,0-1 0,0 0 0,0 1 0,0-1 0,0 1 0,0-1 0,0 1 0,1 9 0,0 0 0,-1-1 0,0 1 0,0-1 0,-1 1 0,-3 14 0,2-15 0,1 0 0,0 0 0,0 0 0,1 0 0,0 0 0,1 0 0,1 9 0,-2-16 0,0-1 0,1 0 0,-1 0 0,0 0 0,1 0 0,-1 1 0,1-1 0,-1 0 0,1 0 0,-1 0 0,1 0 0,0 0 0,0 0 0,0 0 0,-1 0 0,1 0 0,0 0 0,0-1 0,0 1 0,0 0 0,0-1 0,0 1 0,0-1 0,1 1 0,-1-1 0,0 1 0,1-1 0,1 0 0,0 0 0,-1 0 0,1 0 0,-1 0 0,1-1 0,-1 0 0,1 1 0,-1-1 0,0 0 0,1 0 0,-1 0 0,4-3 0,7-5 0,0 0 0,-1-2 0,15-14 0,-24 23 0,49-55 0,-39 41 0,0 0 0,1 1 0,1 1 0,1 1 0,31-22 0,-47 34 0,1 0 0,0 1 0,-1-1 0,1 1 0,0-1 0,0 1 0,0 0 0,-1-1 0,1 1 0,0 0 0,0-1 0,0 1 0,0 0 0,0 0 0,-1 0 0,1 0 0,0 0 0,0 0 0,0 0 0,0 0 0,0 0 0,0 0 0,0 0 0,-1 1 0,1-1 0,0 0 0,0 1 0,0-1 0,-1 0 0,1 1 0,0-1 0,0 1 0,-1-1 0,1 1 0,0 0 0,-1-1 0,1 1 0,-1 0 0,1-1 0,-1 1 0,1 0 0,-1 0 0,1-1 0,-1 1 0,0 0 0,1 0 0,-1 0 0,0 0 0,0 0 0,0-1 0,1 1 0,-1 0 0,0 0 0,0 1 0,0 7 0,0 0 0,0 0 0,0 0 0,-3 10 0,2-14 0,-13 68 0,8-44 0,-5 41 0,15-37-1365,8-8-5461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10.095"/>
    </inkml:context>
    <inkml:brush xml:id="br0">
      <inkml:brushProperty name="width" value="0.05" units="cm"/>
      <inkml:brushProperty name="height" value="0.05" units="cm"/>
    </inkml:brush>
  </inkml:definitions>
  <inkml:trace contextRef="#ctx0" brushRef="#br0">0 0 24575,'5'0'0,"11"0"0,11 0 0,7 0 0,6 0 0,1 0 0,-6 0-8191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10.494"/>
    </inkml:context>
    <inkml:brush xml:id="br0">
      <inkml:brushProperty name="width" value="0.05" units="cm"/>
      <inkml:brushProperty name="height" value="0.05" units="cm"/>
    </inkml:brush>
  </inkml:definitions>
  <inkml:trace contextRef="#ctx0" brushRef="#br0">1 1 24575,'5'0'0,"5"0"0,11 0 0,12 0 0,4 0 0,5 0 0,5 0 0,8 0 0,-5 0-8191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13.177"/>
    </inkml:context>
    <inkml:brush xml:id="br0">
      <inkml:brushProperty name="width" value="0.05" units="cm"/>
      <inkml:brushProperty name="height" value="0.05" units="cm"/>
    </inkml:brush>
  </inkml:definitions>
  <inkml:trace contextRef="#ctx0" brushRef="#br0">176 51 24575,'-1'-11'0,"2"2"0,14 3 0,2 2 0,-34 3 0,-34 4 0,42-2 0,1 1 0,0 0 0,0 1 0,0 0 0,0 0 0,0 0 0,1 1 0,0 0 0,-1 1 0,1 0 0,1 0 0,-1 0 0,-10 12 0,15-15 0,-1 1 0,1 0 0,0 0 0,0-1 0,0 1 0,1 0 0,-1 1 0,1-1 0,-1 0 0,1 0 0,0 1 0,0-1 0,1 0 0,-1 1 0,1-1 0,-1 1 0,1-1 0,0 1 0,1-1 0,-1 1 0,1-1 0,-1 1 0,1-1 0,0 0 0,0 1 0,0-1 0,1 0 0,-1 0 0,1 0 0,0 0 0,0 0 0,0 0 0,0 0 0,0-1 0,5 5 0,0 0 0,1-1 0,0 0 0,1 0 0,-1 0 0,1-1 0,0-1 0,1 1 0,-1-1 0,1-1 0,19 5 0,-15-5 0,0-1 0,0 0 0,0-1 0,1-1 0,-1 0 0,0 0 0,18-4 0,-28 3-4,-1 0-1,1 0 0,-1 0 0,1 0 1,-1-1-1,0 1 0,1-1 0,-1 0 1,0 0-1,0 0 0,-1 0 0,1 0 1,0-1-1,-1 1 0,1-1 1,3-6-1,-3 5 23,0-1 0,-1 0 0,0 0 1,0-1-1,0 1 0,-1 0 0,0-1 0,0 1 1,0-1-1,0-6 0,-1 2-142,0-1 0,-1 1 1,0 0-1,-1 0 0,0 0 0,-1 0 1,1 0-1,-2 0 0,0 1 0,0 0 1,-8-13-1,-13-11-6702</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13.938"/>
    </inkml:context>
    <inkml:brush xml:id="br0">
      <inkml:brushProperty name="width" value="0.05" units="cm"/>
      <inkml:brushProperty name="height" value="0.05" units="cm"/>
    </inkml:brush>
  </inkml:definitions>
  <inkml:trace contextRef="#ctx0" brushRef="#br0">0 0 24575,'0'5'0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15.085"/>
    </inkml:context>
    <inkml:brush xml:id="br0">
      <inkml:brushProperty name="width" value="0.05" units="cm"/>
      <inkml:brushProperty name="height" value="0.05" units="cm"/>
    </inkml:brush>
  </inkml:definitions>
  <inkml:trace contextRef="#ctx0" brushRef="#br0">332 47 24575,'1'0'0,"0"0"0,-1 0 0,1 0 0,0 0 0,0 0 0,0 0 0,0 0 0,0 0 0,0 0 0,0-1 0,0 1 0,0 0 0,-1-1 0,1 1 0,0-1 0,0 1 0,0-1 0,-1 1 0,1-1 0,0 0 0,-1 1 0,1-1 0,0 0 0,-1 1 0,1-1 0,-1 0 0,1 0 0,-1 0 0,0 0 0,1 1 0,-1-1 0,0 0 0,1 0 0,-1 0 0,0 0 0,0 0 0,0 0 0,0 0 0,0 0 0,0 0 0,0 1 0,0-1 0,0 0 0,-1 0 0,1 0 0,0 0 0,0 0 0,-1 0 0,1 0 0,-1 1 0,1-1 0,-1 0 0,1 0 0,-1 1 0,1-1 0,-1 0 0,0 0 0,1 1 0,-1-1 0,0 1 0,0-1 0,1 1 0,-1-1 0,0 1 0,0-1 0,0 1 0,0 0 0,0-1 0,-1 1 0,-4-1 0,0 0 0,0 0 0,-1 0 0,1 1 0,0 0 0,0 0 0,0 1 0,0 0 0,0 0 0,0 0 0,0 1 0,0-1 0,-10 6 0,-3 1 0,0 2 0,-28 18 0,32-19 0,1 2 0,0-1 0,1 2 0,0 0 0,-21 25 0,27-28 0,1 0 0,0 1 0,1 0 0,0 0 0,1 0 0,0 0 0,0 1 0,1 0 0,1-1 0,-3 18 0,3-11 0,1 0 0,0 0 0,2 1 0,0-1 0,0 0 0,2 0 0,0 0 0,6 17 0,-7-29 0,-1 0 0,1-1 0,0 1 0,0 0 0,1-1 0,-1 0 0,1 0 0,0 1 0,0-2 0,0 1 0,1 0 0,0-1 0,-1 1 0,1-1 0,0 0 0,0 0 0,1-1 0,-1 1 0,1-1 0,-1 0 0,1 0 0,0-1 0,-1 1 0,1-1 0,0 0 0,0 0 0,0-1 0,0 1 0,0-1 0,0 0 0,10-2 0,-6 1 0,0-1 0,0-1 0,0 1 0,-1-2 0,1 1 0,-1-1 0,0 0 0,1-1 0,-2 0 0,1 0 0,-1-1 0,0 0 0,0 0 0,0 0 0,7-11 0,-9 11 0,0 0 0,0-1 0,-1 1 0,0-1 0,-1 0 0,1 0 0,-1-1 0,-1 1 0,1-1 0,-1 1 0,0-1 0,-1 0 0,0 0 0,0 0 0,-1 0 0,0 1 0,0-1 0,-3-10 0,2 14 5,0 0-1,-1 0 1,1 1 0,-1-1-1,0 0 1,0 1-1,-1-1 1,1 1 0,-1-1-1,0 1 1,0 0 0,0 0-1,0 0 1,0 1-1,-1-1 1,1 1 0,-1 0-1,1 0 1,-1 0-1,0 0 1,0 1 0,0-1-1,0 1 1,0 0-1,-7 0 1,1-1-154,0 0 1,0 2-1,0-1 1,0 1-1,0 1 1,-1-1-1,1 2 1,0 0-1,-15 4 1,8 1-6678</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16.196"/>
    </inkml:context>
    <inkml:brush xml:id="br0">
      <inkml:brushProperty name="width" value="0.05" units="cm"/>
      <inkml:brushProperty name="height" value="0.05" units="cm"/>
    </inkml:brush>
  </inkml:definitions>
  <inkml:trace contextRef="#ctx0" brushRef="#br0">202 55 24575,'0'-10'0,"-9"-2"0,-13 0 0,-7 2 0,-7 3 0,-3 3 0,5 6 0,9 13 0,17 3 0,11-5 0,4-15 0,-3-7 0,-2 3 0,2 2 0,6 2 0,1-4 0,-1 0-8191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19.390"/>
    </inkml:context>
    <inkml:brush xml:id="br0">
      <inkml:brushProperty name="width" value="0.05" units="cm"/>
      <inkml:brushProperty name="height" value="0.05" units="cm"/>
    </inkml:brush>
  </inkml:definitions>
  <inkml:trace contextRef="#ctx0" brushRef="#br0">0 539 24575,'1'-3'0,"0"0"0,0 0 0,1 0 0,-1 0 0,0 0 0,1 0 0,0 0 0,0 0 0,0 1 0,0-1 0,0 0 0,4-2 0,2-4 0,33-43 0,43-69 0,-51 75 0,1 1 0,49-49 0,-11 12 0,-66 76 0,0-1 0,0 1 0,0 0 0,1 0 0,7-6 0,-12 12 0,-1-1 0,0 0 0,0 0 0,0 1 0,1-1 0,-1 1 0,0-1 0,1 1 0,-1-1 0,1 1 0,-1 0 0,0 0 0,1-1 0,-1 1 0,1 0 0,-1 1 0,0-1 0,1 0 0,-1 0 0,1 0 0,-1 1 0,0-1 0,1 1 0,-1-1 0,0 1 0,1 0 0,-1-1 0,0 1 0,0 0 0,0 0 0,0 0 0,0 0 0,0 0 0,0 0 0,0 0 0,0 0 0,0 0 0,0 0 0,0 2 0,3 4 0,-1-1 0,0 1 0,-1-1 0,0 1 0,0 0 0,0 0 0,-1 0 0,1 11 0,0 63 0,-3-51 0,-2 60 0,0-52 0,2 1 0,5 47 0,-4-85-54,0 1-1,0-1 0,1 1 1,-1-1-1,0 0 1,0 1-1,1-1 0,-1 0 1,1 1-1,-1-1 1,1 0-1,0 1 0,0-1 1,-1 0-1,1 0 0,0 0 1,0 0-1,0 0 1,0 0-1,0 0 0,0 0 1,1 0-1,-1 0 1,2 0-1,9 0-6771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19.718"/>
    </inkml:context>
    <inkml:brush xml:id="br0">
      <inkml:brushProperty name="width" value="0.05" units="cm"/>
      <inkml:brushProperty name="height" value="0.05" units="cm"/>
    </inkml:brush>
  </inkml:definitions>
  <inkml:trace contextRef="#ctx0" brushRef="#br0">1 20 24575,'0'5'0,"14"1"0,13 0 0,8-5 0,7-4 0,5-1 0,0 0 0,-9-8 0,-10-3-8191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20.076"/>
    </inkml:context>
    <inkml:brush xml:id="br0">
      <inkml:brushProperty name="width" value="0.05" units="cm"/>
      <inkml:brushProperty name="height" value="0.05" units="cm"/>
    </inkml:brush>
  </inkml:definitions>
  <inkml:trace contextRef="#ctx0" brushRef="#br0">78 0 24575,'-5'14'0,"-1"14"0,0 7 0,2 6 0,-9 7 0,-1-2 0,1 2 0,3 1 0,3-7-8191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20.781"/>
    </inkml:context>
    <inkml:brush xml:id="br0">
      <inkml:brushProperty name="width" value="0.05" units="cm"/>
      <inkml:brushProperty name="height" value="0.05" units="cm"/>
    </inkml:brush>
  </inkml:definitions>
  <inkml:trace contextRef="#ctx0" brushRef="#br0">7 28 24575,'0'0'0,"1"-1"0,-1 0 0,0 1 0,1-1 0,-1 0 0,1 1 0,-1-1 0,1 1 0,-1-1 0,1 1 0,-1-1 0,1 1 0,-1-1 0,1 1 0,0-1 0,-1 1 0,1 0 0,0-1 0,-1 1 0,1 0 0,0 0 0,0 0 0,-1-1 0,2 1 0,24-5 0,-22 5 0,6-2 0,19-2 0,55-2 0,-77 6 0,0 0 0,-1 1 0,1-1 0,0 1 0,-1 1 0,1-1 0,-1 1 0,1 0 0,-1 0 0,0 1 0,0 0 0,0 0 0,0 1 0,7 5 0,-12-8 0,1 0 0,0 1 0,0-1 0,-1 1 0,1-1 0,-1 1 0,1 0 0,-1 0 0,0-1 0,0 1 0,0 0 0,0 0 0,0 0 0,0 0 0,0 1 0,-1-1 0,1 0 0,-1 0 0,0 0 0,1 1 0,-1-1 0,0 0 0,0 0 0,-1 1 0,1-1 0,0 0 0,-1 0 0,1 0 0,-1 0 0,0 1 0,1-1 0,-1 0 0,0 0 0,0 0 0,-1 0 0,1-1 0,0 1 0,-1 0 0,1 0 0,-1-1 0,1 1 0,-3 1 0,-7 6 0,0-1 0,-1 0 0,0 0 0,-1-1 0,-14 6 0,-120 49 0,144-61 0,1 0 0,-1 0 0,0 0 0,1 1 0,-1 0 0,1-1 0,-1 1 0,1 0 0,0 0 0,0 0 0,0 1 0,0-1 0,0 0 0,0 1 0,0-1 0,1 1 0,-1 0 0,1-1 0,0 1 0,0 0 0,0 0 0,0 0 0,1 0 0,-1 0 0,1 0 0,-1 6 0,2-4 0,0 1 0,0-1 0,0 0 0,1 1 0,0-1 0,0 0 0,0 0 0,0 0 0,1 0 0,0 0 0,0-1 0,0 1 0,8 7 0,-2-3 10,1-1 0,-1 0 0,1 0 0,1-1 0,-1-1 0,1 1 0,1-2 0,-1 1 0,1-2 0,0 0 0,17 4 0,-8-3-258,0-2 1,0 0-1,1-2 1,-1 0-1,40-5 1,-17-2-6579</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21.971"/>
    </inkml:context>
    <inkml:brush xml:id="br0">
      <inkml:brushProperty name="width" value="0.05" units="cm"/>
      <inkml:brushProperty name="height" value="0.05" units="cm"/>
    </inkml:brush>
  </inkml:definitions>
  <inkml:trace contextRef="#ctx0" brushRef="#br0">1 1 24575,'4'0'0,"12"0"0,11 0 0,7 0 0,6 0 0,1 0 0,-6 0-8191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22.312"/>
    </inkml:context>
    <inkml:brush xml:id="br0">
      <inkml:brushProperty name="width" value="0.05" units="cm"/>
      <inkml:brushProperty name="height" value="0.05" units="cm"/>
    </inkml:brush>
  </inkml:definitions>
  <inkml:trace contextRef="#ctx0" brushRef="#br0">0 1 24575,'9'0'0,"8"0"0,11 0 0,9 0 0,3 0 0,-5 0-8191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22.952"/>
    </inkml:context>
    <inkml:brush xml:id="br0">
      <inkml:brushProperty name="width" value="0.05" units="cm"/>
      <inkml:brushProperty name="height" value="0.05" units="cm"/>
    </inkml:brush>
  </inkml:definitions>
  <inkml:trace contextRef="#ctx0" brushRef="#br0">235 63 24575,'0'-1'0,"0"0"0,0-1 0,-1 1 0,1 0 0,0 0 0,0 0 0,-1 0 0,1 0 0,-1 0 0,1 0 0,-1 0 0,1 0 0,-1 0 0,0 0 0,0 0 0,1 0 0,-1 0 0,0 0 0,0 1 0,0-1 0,0 0 0,0 1 0,0-1 0,0 0 0,0 1 0,0-1 0,0 1 0,0 0 0,0-1 0,0 1 0,0 0 0,-1 0 0,1 0 0,0 0 0,0 0 0,-2 0 0,-3 0 0,-1 0 0,0 0 0,1 1 0,-1 0 0,-7 2 0,3 0 0,1 1 0,-1 1 0,1-1 0,-1 2 0,1-1 0,1 1 0,-1 1 0,1 0 0,0 0 0,-12 13 0,18-16 0,-1-1 0,1 1 0,0-1 0,0 1 0,1 0 0,-1 0 0,1 0 0,0 1 0,0-1 0,0 1 0,0-1 0,1 1 0,0-1 0,0 1 0,0 0 0,0-1 0,1 1 0,0 0 0,0 0 0,0 0 0,1-1 0,-1 1 0,1 0 0,0-1 0,1 1 0,-1 0 0,5 8 0,-3-8 0,1 0 0,0-1 0,1 1 0,-1-1 0,1 1 0,0-1 0,0-1 0,0 1 0,1-1 0,-1 0 0,1 0 0,0 0 0,0-1 0,0 0 0,0 0 0,0 0 0,11 0 0,8 2 0,0-1 0,1-1 0,28-3 0,-39 0 0,1 0 0,-1-2 0,1 0 0,-1 0 0,0-2 0,0 0 0,-1 0 0,1-2 0,-1 1 0,13-10 0,-18 10 0,0 0 0,0-1 0,0 0 0,-1 0 0,0-1 0,-1 0 0,0 0 0,0-1 0,-1 0 0,0 0 0,0-1 0,-1 0 0,0 0 0,6-19 0,-10 26 6,0-1 0,-1 1 0,1 0 0,0-1 0,-1 1 0,0-1 0,0 1 0,0-1 0,-1 1 0,1-1 0,-1 1 0,1-1 0,-1 1 0,0 0 0,-1-1 0,1 1 0,0 0 0,-1 0 0,-3-5 0,2 4-112,-1 0 0,1 1 0,-1 0 0,0 0 0,0 0 0,0 0-1,0 0 1,0 1 0,-1-1 0,1 1 0,-1 1 0,1-1 0,-6-1 0,-24-4-6720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23.320"/>
    </inkml:context>
    <inkml:brush xml:id="br0">
      <inkml:brushProperty name="width" value="0.05" units="cm"/>
      <inkml:brushProperty name="height" value="0.05" units="cm"/>
    </inkml:brush>
  </inkml:definitions>
  <inkml:trace contextRef="#ctx0" brushRef="#br0">0 1 24575,'0'4'0,"0"12"0,0 12 0,5 0 0,10-12 0,3-10-8191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24.162"/>
    </inkml:context>
    <inkml:brush xml:id="br0">
      <inkml:brushProperty name="width" value="0.05" units="cm"/>
      <inkml:brushProperty name="height" value="0.05" units="cm"/>
    </inkml:brush>
  </inkml:definitions>
  <inkml:trace contextRef="#ctx0" brushRef="#br0">120 0 24575,'-1'15'0,"-2"0"0,0 0 0,0 0 0,-1-1 0,-1 1 0,-1-1 0,-7 14 0,6-13 0,-22 41 0,22-45 0,0 0 0,1 1 0,1 0 0,0-1 0,0 2 0,1-1 0,-2 13 0,6-23 0,0 0 0,0-1 0,0 1 0,0 0 0,0-1 0,0 1 0,0 0 0,0-1 0,1 1 0,-1 0 0,1-1 0,-1 1 0,1-1 0,0 1 0,0-1 0,0 1 0,-1-1 0,1 1 0,1-1 0,-1 0 0,0 1 0,0-1 0,0 0 0,1 0 0,-1 0 0,0 0 0,1 0 0,-1 0 0,1-1 0,-1 1 0,1 0 0,2 0 0,5 1 0,0 0 0,0 0 0,0-1 0,17 0 0,-21-1 0,66 3-455,1-3 0,136-20 0,-175 14-6371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24.562"/>
    </inkml:context>
    <inkml:brush xml:id="br0">
      <inkml:brushProperty name="width" value="0.05" units="cm"/>
      <inkml:brushProperty name="height" value="0.05" units="cm"/>
    </inkml:brush>
  </inkml:definitions>
  <inkml:trace contextRef="#ctx0" brushRef="#br0">232 24 24575,'0'-9'0,"-10"-3"0,-2 9 0,-10 25 0,1 12 0,-7 10 0,2 12 0,-4 10 0,3 3 0,6-1 0,2-3 0,4-7 0,14-14 0,8-19 0,1-14-8191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29.880"/>
    </inkml:context>
    <inkml:brush xml:id="br0">
      <inkml:brushProperty name="width" value="0.05" units="cm"/>
      <inkml:brushProperty name="height" value="0.05" units="cm"/>
    </inkml:brush>
  </inkml:definitions>
  <inkml:trace contextRef="#ctx0" brushRef="#br0">1378 0 24575,'-49'20'0,"36"-15"0,0 0 0,0 1 0,1 1 0,-13 7 0,-57 50 0,-81 83 0,98-87 0,-396 389 0,165-156 0,230-225 0,38-38 0,-53 45 0,70-66-43,13-9 149,18-16-1534,2-8-5398</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30.414"/>
    </inkml:context>
    <inkml:brush xml:id="br0">
      <inkml:brushProperty name="width" value="0.05" units="cm"/>
      <inkml:brushProperty name="height" value="0.05" units="cm"/>
    </inkml:brush>
  </inkml:definitions>
  <inkml:trace contextRef="#ctx0" brushRef="#br0">29 1 24575,'-1'0'0,"1"0"0,-1 0 0,0 0 0,1 1 0,-1-1 0,1 0 0,-1 1 0,1-1 0,-1 0 0,1 1 0,-1-1 0,1 0 0,-1 1 0,1-1 0,0 1 0,-1-1 0,1 1 0,-1-1 0,1 1 0,0-1 0,0 1 0,-1 0 0,1-1 0,0 1 0,0-1 0,0 2 0,-5 19 0,4-17 0,-6 72 0,2 1 0,10 130 0,-4-202 0,5 69 0,3 0 0,3-1 0,4 0 0,47 131 0,-8-66 0,105 188 0,-157-321-86,-3-3 37,1 0-1,0 0 1,-1 0 0,1-1 0,0 1 0,0 0-1,0 0 1,0-1 0,1 1 0,-1-1 0,0 1 0,1-1-1,-1 1 1,1-1 0,-1 0 0,1 0 0,0 0-1,-1 0 1,1 0 0,0 0 0,0 0 0,0 0 0,0-1-1,0 1 1,2 0 0,14-8-6777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51.309"/>
    </inkml:context>
    <inkml:brush xml:id="br0">
      <inkml:brushProperty name="width" value="0.05" units="cm"/>
      <inkml:brushProperty name="height" value="0.05" units="cm"/>
    </inkml:brush>
  </inkml:definitions>
  <inkml:trace contextRef="#ctx0" brushRef="#br0">246 0 24575,'-9'0'0,"-3"14"0,-9 14 0,-1 7 0,-6 6 0,2 6 0,1 0 0,4 1 0,-3 6 0,2-2 0,5 1 0,6-15 0,4-17 0,13-22 0,5-12-8191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52.091"/>
    </inkml:context>
    <inkml:brush xml:id="br0">
      <inkml:brushProperty name="width" value="0.05" units="cm"/>
      <inkml:brushProperty name="height" value="0.05" units="cm"/>
    </inkml:brush>
  </inkml:definitions>
  <inkml:trace contextRef="#ctx0" brushRef="#br0">1 1 24575,'0'0'-8191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52.906"/>
    </inkml:context>
    <inkml:brush xml:id="br0">
      <inkml:brushProperty name="width" value="0.05" units="cm"/>
      <inkml:brushProperty name="height" value="0.05" units="cm"/>
    </inkml:brush>
  </inkml:definitions>
  <inkml:trace contextRef="#ctx0" brushRef="#br0">1 1 24575,'14'0'0,"18"0"0,9 0 0,7 0 0,3 0 0,-1 0 0,0 0 0,-4 0 0,0 0 0,0 0 0,-1 0 0,-1 0 0,-7 0-8191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53.454"/>
    </inkml:context>
    <inkml:brush xml:id="br0">
      <inkml:brushProperty name="width" value="0.05" units="cm"/>
      <inkml:brushProperty name="height" value="0.05" units="cm"/>
    </inkml:brush>
  </inkml:definitions>
  <inkml:trace contextRef="#ctx0" brushRef="#br0">19 0 24575,'-10'0'0,"2"0"0,8 0 0,11 0 0,10 0 0,10 0 0,10 0 0,-3 0-8191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53.775"/>
    </inkml:context>
    <inkml:brush xml:id="br0">
      <inkml:brushProperty name="width" value="0.05" units="cm"/>
      <inkml:brushProperty name="height" value="0.05" units="cm"/>
    </inkml:brush>
  </inkml:definitions>
  <inkml:trace contextRef="#ctx0" brushRef="#br0">0 0 24575,'5'0'0,"6"0"0,10 0 0,12 0 0,4 0 0,-4 0-8191</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1:59:54.864"/>
    </inkml:context>
    <inkml:brush xml:id="br0">
      <inkml:brushProperty name="width" value="0.05" units="cm"/>
      <inkml:brushProperty name="height" value="0.05" units="cm"/>
    </inkml:brush>
  </inkml:definitions>
  <inkml:trace contextRef="#ctx0" brushRef="#br0">293 82 24575,'1'-3'0,"-1"0"0,0 0 0,-1-1 0,1 1 0,-1 0 0,1 0 0,-1-1 0,0 1 0,0 0 0,0 0 0,0 0 0,-1 0 0,1 0 0,-1 0 0,-4-4 0,3 4 0,0 1 0,0-1 0,0 1 0,-1 0 0,1 0 0,-1 1 0,0-1 0,1 1 0,-1-1 0,0 1 0,0 0 0,-7 0 0,3-1 0,-1 1 0,0 0 0,0 0 0,0 1 0,0 1 0,0-1 0,0 1 0,0 1 0,0 0 0,-16 5 0,18-4 0,1 1 0,0-1 0,0 1 0,0 0 0,0 1 0,0-1 0,1 1 0,0 0 0,0 1 0,0-1 0,1 1 0,-1 0 0,-5 12 0,6-11 0,0 0 0,0 1 0,1 0 0,0-1 0,1 1 0,0 0 0,0 0 0,0 9 0,1-14 0,1 0 0,0-1 0,1 1 0,-1 0 0,0 0 0,1 0 0,-1 0 0,1-1 0,0 1 0,0 0 0,0-1 0,1 1 0,-1-1 0,0 1 0,1-1 0,0 1 0,-1-1 0,1 0 0,0 0 0,0 0 0,1 0 0,-1 0 0,0 0 0,0-1 0,1 1 0,3 1 0,4 1 0,0 0 0,0-1 0,0 0 0,0-1 0,1 0 0,-1 0 0,13 0 0,1-2 0,49-4 0,-66 3 0,-1 0 0,1 0 0,0-1 0,0 0 0,0-1 0,-1 1 0,0-1 0,1 0 0,8-7 0,-1-1 0,-1 0 0,18-20 0,-27 27 0,-4 4 0,0-1 0,0 1 0,1 0 0,-1-1 0,0 1 0,0 0 0,1-1 0,-1 1 0,0 0 0,1-1 0,-1 1 0,0 0 0,1 0 0,-1-1 0,0 1 0,1 0 0,-1 0 0,1 0 0,-1-1 0,0 1 0,1 0 0,-1 0 0,1 0 0,-1 0 0,1 0 0,-1 0 0,0 0 0,1 0 0,0 0 0,-1 13 0,-13 29 0,10-35 0,-8 37 0,1 0 0,3 1 0,1 1 0,2 78 0,-7 47 0,4-146 119,5-22-321,6-12-1080,5-6-5544</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44.692"/>
    </inkml:context>
    <inkml:brush xml:id="br0">
      <inkml:brushProperty name="width" value="0.05" units="cm"/>
      <inkml:brushProperty name="height" value="0.05" units="cm"/>
    </inkml:brush>
  </inkml:definitions>
  <inkml:trace contextRef="#ctx0" brushRef="#br0">629 30 24575,'0'-1'0,"1"0"0,-1 0 0,0 0 0,1 0 0,-1 1 0,1-1 0,0 0 0,-1 0 0,1 1 0,0-1 0,-1 0 0,1 1 0,0-1 0,0 0 0,-1 1 0,1-1 0,0 1 0,0 0 0,0-1 0,0 1 0,0 0 0,0-1 0,-1 1 0,1 0 0,2 0 0,28-6 0,-27 6 0,26-5 0,-11 1 0,-42 10 0,-22 3 0,0-3 0,-52 0 0,-58 9 0,79-6 0,-141-2 0,143-7 0,530 0-1365,-417 0-5461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47.107"/>
    </inkml:context>
    <inkml:brush xml:id="br0">
      <inkml:brushProperty name="width" value="0.05" units="cm"/>
      <inkml:brushProperty name="height" value="0.05" units="cm"/>
    </inkml:brush>
  </inkml:definitions>
  <inkml:trace contextRef="#ctx0" brushRef="#br0">38 1 24575,'4'0'0,"-2"0"0,-7 0 0,-11 0 0,1 0 0,8 0 0,14 0 0,16 0 0,8 0 0,-10 0 0,-18 0 0,-15 0 0,-14 0 0,-2 0-8191</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48.240"/>
    </inkml:context>
    <inkml:brush xml:id="br0">
      <inkml:brushProperty name="width" value="0.05" units="cm"/>
      <inkml:brushProperty name="height" value="0.05" units="cm"/>
    </inkml:brush>
  </inkml:definitions>
  <inkml:trace contextRef="#ctx0" brushRef="#br0">158 0 24575,'-5'0'0,"-6"0"0,-10 0 0,-7 0 0,12 0 0,2 0 0,0 0 0,-6 0 0,3 0 0,6 0-8191</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49.200"/>
    </inkml:context>
    <inkml:brush xml:id="br0">
      <inkml:brushProperty name="width" value="0.05" units="cm"/>
      <inkml:brushProperty name="height" value="0.05" units="cm"/>
    </inkml:brush>
  </inkml:definitions>
  <inkml:trace contextRef="#ctx0" brushRef="#br0">145 1 24575,'-4'0'0,"-7"0"0,-11 0 0,-6 0 0,-7 0 0,6 0 0,14 0 0,18 0 0,13 0 0,-6 0 0,-8 0 0,-15 0 0,-4 0-8191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51.679"/>
    </inkml:context>
    <inkml:brush xml:id="br0">
      <inkml:brushProperty name="width" value="0.05" units="cm"/>
      <inkml:brushProperty name="height" value="0.05" units="cm"/>
    </inkml:brush>
  </inkml:definitions>
  <inkml:trace contextRef="#ctx0" brushRef="#br0">1 176 24575,'0'-9'0,"0"-12"0,9-3 0,3-2 0,0-6 0,-3-2 0,-2 5-8191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0:52.936"/>
    </inkml:context>
    <inkml:brush xml:id="br0">
      <inkml:brushProperty name="width" value="0.05" units="cm"/>
      <inkml:brushProperty name="height" value="0.05" units="cm"/>
    </inkml:brush>
  </inkml:definitions>
  <inkml:trace contextRef="#ctx0" brushRef="#br0">247 203 24575,'0'-4'0,"-9"-3"0,-3-8 0,0-6 0,-2-1 0,-8-5 0,-10 2 0,-4 5 0,-5 7 0,4-5 0,14 1 0,14 4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07.390"/>
    </inkml:context>
    <inkml:brush xml:id="br0">
      <inkml:brushProperty name="width" value="0.05" units="cm"/>
      <inkml:brushProperty name="height" value="0.05" units="cm"/>
    </inkml:brush>
  </inkml:definitions>
  <inkml:trace contextRef="#ctx0" brushRef="#br0">1 225 24575,'0'-87'0,"-1"166"0,3 100 0,-2-174 0,0 0 0,0 0 0,1 0 0,0-1 0,0 1 0,0 0 0,3 6 0,-4-11 0,0 1 0,0-1 0,0 0 0,1 0 0,-1 0 0,0 1 0,0-1 0,0 0 0,0 0 0,1 0 0,-1 0 0,0 1 0,0-1 0,1 0 0,-1 0 0,0 0 0,0 0 0,1 0 0,-1 0 0,0 0 0,0 0 0,1 0 0,-1 0 0,0 0 0,0 0 0,1 0 0,-1 0 0,0 0 0,0 0 0,1 0 0,-1 0 0,0 0 0,0 0 0,1 0 0,-1 0 0,0 0 0,0 0 0,0-1 0,1 1 0,-1 0 0,0 0 0,0 0 0,15-22 0,9-26 0,19-41 0,74-110 0,-112 192-59,1 0 0,1 0-1,-1 1 1,1 0-1,0 0 1,1 0 0,-1 1-1,1 0 1,0 0 0,1 1-1,-1 0 1,1 1 0,-1 0-1,1 0 1,0 1-1,0 0 1,0 0 0,0 1-1,1 1 1,-1-1 0,0 1-1,14 2 1,19 4-6767</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08.042"/>
    </inkml:context>
    <inkml:brush xml:id="br0">
      <inkml:brushProperty name="width" value="0.05" units="cm"/>
      <inkml:brushProperty name="height" value="0.05" units="cm"/>
    </inkml:brush>
  </inkml:definitions>
  <inkml:trace contextRef="#ctx0" brushRef="#br0">363 43 24575,'-1'-1'0,"1"-1"0,0 1 0,-1-1 0,1 1 0,-1-1 0,0 1 0,1-1 0,-1 1 0,0-1 0,0 1 0,0 0 0,0-1 0,0 1 0,0 0 0,0 0 0,0 0 0,-1 0 0,1 0 0,0 0 0,-1 0 0,1 0 0,-1 1 0,1-1 0,-1 0 0,1 1 0,-3-1 0,-46-10 0,47 11 0,-6-1 0,0 1 0,1 0 0,-1 1 0,0 0 0,0 0 0,1 1 0,-1 0 0,1 1 0,-1-1 0,1 2 0,0-1 0,0 1 0,0 0 0,1 1 0,-1 0 0,-12 11 0,6-4 0,1 1 0,0 1 0,0 0 0,1 1 0,1 0 0,-17 31 0,25-40 0,0-1 0,1 1 0,-1 0 0,1 0 0,0 0 0,0 0 0,1 0 0,0 1 0,0-1 0,0 0 0,1 10 0,0-13 0,1 0 0,0-1 0,0 1 0,0 0 0,0-1 0,0 1 0,0-1 0,1 1 0,-1-1 0,1 1 0,-1-1 0,1 0 0,0 0 0,0 0 0,0 0 0,0 0 0,1-1 0,-1 1 0,0 0 0,1-1 0,-1 0 0,1 1 0,-1-1 0,1 0 0,0-1 0,-1 1 0,4 0 0,1 1 0,-1-1 0,1 0 0,-1-1 0,1 1 0,-1-1 0,1-1 0,-1 1 0,1-1 0,-1 0 0,1-1 0,-1 1 0,0-1 0,1-1 0,-1 1 0,0-1 0,-1 0 0,1 0 0,0-1 0,-1 1 0,10-10 0,5-5 0,-1-2 0,-1 0 0,26-37 0,-26 33 0,-18 23 0,1 0 0,-1 1 0,1-1 0,0 0 0,-1 0 0,1 0 0,0 1 0,-1-1 0,1 0 0,0 1 0,0-1 0,0 0 0,0 1 0,0-1 0,0 1 0,0 0 0,-1-1 0,1 1 0,2-1 0,-3 2 0,1-1 0,-1 0 0,1 0 0,-1 1 0,1-1 0,-1 0 0,1 1 0,-1-1 0,1 0 0,-1 1 0,0-1 0,1 1 0,-1-1 0,0 1 0,1-1 0,-1 1 0,0-1 0,1 1 0,-1-1 0,0 1 0,0-1 0,0 1 0,0 0 0,1 0 0,3 48 0,-4-38 0,3 27-1365,1-4-5461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08.559"/>
    </inkml:context>
    <inkml:brush xml:id="br0">
      <inkml:brushProperty name="width" value="0.05" units="cm"/>
      <inkml:brushProperty name="height" value="0.05" units="cm"/>
    </inkml:brush>
  </inkml:definitions>
  <inkml:trace contextRef="#ctx0" brushRef="#br0">5 0 24575,'-2'40'0,"1"-28"0,0 0 0,1 0 0,0 0 0,1 0 0,0 0 0,5 19 0,-5-30 0,-1-1 0,0 0 0,0 1 0,0-1 0,1 1 0,-1-1 0,0 0 0,0 1 0,1-1 0,-1 0 0,0 1 0,1-1 0,-1 0 0,1 0 0,-1 1 0,0-1 0,1 0 0,-1 0 0,1 1 0,-1-1 0,0 0 0,1 0 0,-1 0 0,1 0 0,-1 0 0,1 0 0,-1 0 0,1 0 0,-1 0 0,1 0 0,-1 0 0,1 0 0,-1 0 0,0 0 0,1 0 0,-1 0 0,1-1 0,-1 1 0,1 0 0,-1 0 0,0-1 0,1 1 0,-1 0 0,0 0 0,1-1 0,-1 1 0,0 0 0,1-1 0,-1 0 0,19-19 0,-17 18 0,19-26 0,-16 20 0,0 1 0,0 0 0,1 0 0,0 0 0,12-9 0,-17 15 0,-1 1 0,1 0 0,-1 0 0,1-1 0,0 1 0,-1 0 0,1 0 0,-1 0 0,1 0 0,0 0 0,-1 0 0,1 0 0,-1 0 0,1 0 0,0 0 0,-1 0 0,1 0 0,0 0 0,-1 1 0,1-1 0,-1 0 0,1 0 0,-1 1 0,1-1 0,-1 0 0,1 1 0,-1-1 0,1 1 0,-1-1 0,1 0 0,-1 1 0,1-1 0,-1 1 0,0-1 0,1 1 0,-1 0 0,0-1 0,0 1 0,1-1 0,-1 1 0,0-1 0,0 2 0,11 30 0,-10-27 0,2 6 24,0 0 0,1-1 0,0 1 0,8 13 0,-9-20-138,0 1-1,0-1 1,0-1 0,1 1 0,-1 0 0,1-1-1,0 1 1,0-1 0,0 0 0,0-1-1,0 1 1,7 2 0,23 8-6712</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09.191"/>
    </inkml:context>
    <inkml:brush xml:id="br0">
      <inkml:brushProperty name="width" value="0.05" units="cm"/>
      <inkml:brushProperty name="height" value="0.05" units="cm"/>
    </inkml:brush>
  </inkml:definitions>
  <inkml:trace contextRef="#ctx0" brushRef="#br0">178 504 24575,'-1'-1'0,"1"0"0,0 0 0,-1 0 0,1 0 0,-1 0 0,1 1 0,-1-1 0,0 0 0,1 0 0,-1 1 0,0-1 0,1 0 0,-1 1 0,0-1 0,0 1 0,0-1 0,1 1 0,-1-1 0,0 1 0,0 0 0,0-1 0,0 1 0,0 0 0,0 0 0,-1 0 0,-30-6 0,28 6 0,-1-1 0,0 1 0,0 0 0,0 1 0,0-1 0,0 1 0,-1 0 0,1 0 0,1 0 0,-1 1 0,0 0 0,0 0 0,1 0 0,-1 1 0,1-1 0,-1 1 0,-5 6 0,7-7 0,0 1 0,0 0 0,0-1 0,1 1 0,0 0 0,-1 1 0,1-1 0,0 0 0,1 1 0,-1-1 0,0 1 0,1-1 0,0 1 0,0 0 0,0-1 0,0 1 0,1 0 0,0 0 0,-1 0 0,1 0 0,1 0 0,-1-1 0,1 6 0,0-5 0,1-1 0,-1 0 0,1 1 0,-1-1 0,1 0 0,0 0 0,0 0 0,1-1 0,-1 1 0,0 0 0,1-1 0,0 1 0,-1-1 0,1 0 0,0 0 0,0 0 0,0 0 0,1-1 0,-1 1 0,0-1 0,0 0 0,1 0 0,4 1 0,0 0 0,-1-1 0,1 0 0,0 0 0,-1 0 0,1-1 0,0 0 0,-1-1 0,1 0 0,13-3 0,-11 0 0,-1 0 0,-1 0 0,1-1 0,0 0 0,-1 0 0,0-1 0,-1 0 0,1-1 0,-1 0 0,0 0 0,-1 0 0,0-1 0,0 0 0,0 0 0,-1 0 0,-1-1 0,5-10 0,1-5 0,0-1 0,-2 0 0,-1-1 0,-1 0 0,4-30 0,-4-6 0,-3-1 0,-7-102 0,4 159 0,-1 0 0,0 0 0,-1-1 0,0 1 0,-2-7 0,3 12 0,1 0 0,0 1 0,-1-1 0,1 0 0,-1 0 0,1 1 0,0-1 0,-1 0 0,0 1 0,1-1 0,-1 1 0,1-1 0,-1 1 0,0-1 0,1 1 0,-1-1 0,0 1 0,0-1 0,-1 1 0,1 0 0,0 0 0,1 0 0,-1 0 0,0 0 0,0 1 0,0-1 0,0 0 0,0 1 0,0-1 0,0 1 0,1-1 0,-1 1 0,0-1 0,0 1 0,1-1 0,-1 1 0,0 0 0,1 0 0,-1-1 0,1 1 0,-1 0 0,0 1 0,-7 10 0,0 1 0,1 0 0,0 1 0,1 0 0,1 0 0,-4 16 0,-19 91 0,17-54 0,3 0 0,3 1 0,4 85 0,1-149-72,0 1 1,1-1-1,-1 0 0,1 0 0,-1 0 0,1 0 0,0 0 0,1 0 1,-1 0-1,1 0 0,0 0 0,0 0 0,0-1 0,0 1 0,0-1 1,1 0-1,0 0 0,4 4 0,23 14-6754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09.687"/>
    </inkml:context>
    <inkml:brush xml:id="br0">
      <inkml:brushProperty name="width" value="0.05" units="cm"/>
      <inkml:brushProperty name="height" value="0.05" units="cm"/>
    </inkml:brush>
  </inkml:definitions>
  <inkml:trace contextRef="#ctx0" brushRef="#br0">231 17 24575,'0'-1'0,"0"0"0,0 1 0,-1-1 0,1 0 0,0 1 0,0-1 0,0 1 0,0-1 0,-1 0 0,1 1 0,0-1 0,0 1 0,-1-1 0,1 1 0,0-1 0,-1 1 0,1-1 0,-1 1 0,1-1 0,-1 1 0,1-1 0,-1 1 0,1 0 0,-1-1 0,1 1 0,-1 0 0,0-1 0,-21-1 0,-22 12 0,33-5 0,1 0 0,0 1 0,0 0 0,0 1 0,1 0 0,0 0 0,0 1 0,1 0 0,-13 16 0,15-18 0,1 1 0,1-1 0,-1 1 0,1 0 0,0 1 0,1-1 0,-1 0 0,2 1 0,-1 0 0,1 0 0,0 0 0,1 0 0,-1 0 0,1 15 0,2-20 0,-1 1 0,1 0 0,0-1 0,1 1 0,-1-1 0,0 1 0,1-1 0,0 1 0,0-1 0,0 0 0,0 0 0,0 0 0,1 0 0,0 0 0,-1-1 0,1 1 0,0-1 0,0 0 0,0 0 0,0 0 0,1 0 0,-1 0 0,1-1 0,-1 1 0,1-1 0,-1 0 0,1 0 0,0 0 0,5 0 0,3 1 0,-1-1 0,1 0 0,-1-1 0,1 0 0,-1-1 0,1 0 0,-1-1 0,17-5 0,-23 6 0,-1-1 0,0 0 0,1 0 0,-1 0 0,0 0 0,-1-1 0,1 0 0,0 1 0,-1-1 0,1-1 0,-1 1 0,0 0 0,0-1 0,0 0 0,-1 1 0,1-1 0,-1 0 0,0 0 0,0-1 0,0 1 0,-1 0 0,1-1 0,-1 1 0,0-1 0,-1 1 0,1-1 0,-1 0 0,0 1 0,0-1 0,0 1 0,0-1 0,-1 0 0,0 1 0,0-1 0,0 1 0,-1 0 0,1-1 0,-1 1 0,0 0 0,0 0 0,-5-7 0,-25-21-1365,-2 7-5461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10.491"/>
    </inkml:context>
    <inkml:brush xml:id="br0">
      <inkml:brushProperty name="width" value="0.05" units="cm"/>
      <inkml:brushProperty name="height" value="0.05" units="cm"/>
    </inkml:brush>
  </inkml:definitions>
  <inkml:trace contextRef="#ctx0" brushRef="#br0">13 0 24575,'-12'164'0,"12"-163"0,0 0 0,0 0 0,0 1 0,0-1 0,0 0 0,0 0 0,0 1 0,0-1 0,1 0 0,-1 0 0,1 0 0,-1 0 0,1 0 0,-1 1 0,1-1 0,0 1 0,0-2 0,-1 0 0,0 0 0,1 0 0,-1 1 0,1-1 0,-1 0 0,1 0 0,-1 0 0,0 0 0,1 0 0,-1 0 0,1 0 0,-1 0 0,1 0 0,-1 0 0,1 0 0,-1 0 0,1-1 0,-1 1 0,0 0 0,1 0 0,-1 0 0,1-1 0,-1 1 0,0 0 0,1 0 0,-1-1 0,1 1 0,30-35 0,-23 25 0,2-2 0,25-28 0,-32 38 0,0 0 0,-1-1 0,1 1 0,0 0 0,0 0 0,0 0 0,0 1 0,0-1 0,1 1 0,-1-1 0,1 1 0,3 0 0,-6 1 0,0 0 0,0 0 0,0 0 0,0 0 0,0 0 0,0 0 0,0 1 0,1-1 0,-1 1 0,0-1 0,0 1 0,0-1 0,0 1 0,-1-1 0,1 1 0,0 0 0,0-1 0,0 1 0,0 0 0,-1 0 0,1 0 0,0 0 0,-1 0 0,1 0 0,0 0 0,-1 0 0,0 0 0,1 0 0,-1 0 0,1 0 0,-1 1 0,7 38 0,-6-37 0,-1 5 0,1-1 0,-1 0 0,1 0 0,0-1 0,1 1 0,2 8 0,-3-14 0,-1 0 0,1 1 0,0-1 0,-1 0 0,1 0 0,0 0 0,0 0 0,0 1 0,0-1 0,0 0 0,0-1 0,0 1 0,0 0 0,0 0 0,0 0 0,0-1 0,0 1 0,1 0 0,-1-1 0,0 1 0,1-1 0,-1 0 0,0 1 0,1-1 0,-1 0 0,0 0 0,1 0 0,-1 0 0,1 0 0,-1 0 0,0 0 0,3-1 0,1 0 0,1-1 0,-1 0 0,0 0 0,0 0 0,0-1 0,0 0 0,0 0 0,8-7 0,35-34 0,-21 18 0,-25 24 0,6-6 0,0 1 0,1-1 0,0 2 0,0-1 0,1 1 0,15-7 0,-24 13 0,0 0 0,0-1 0,1 1 0,-1 0 0,0-1 0,1 1 0,-1 0 0,0 0 0,1 0 0,-1 0 0,1 1 0,-1-1 0,0 0 0,0 1 0,1-1 0,-1 0 0,0 1 0,1-1 0,-1 1 0,0 0 0,0 0 0,0-1 0,0 1 0,0 0 0,0 0 0,0 0 0,0 0 0,0 0 0,0 0 0,0 0 0,-1 0 0,1 0 0,0 1 0,-1-1 0,1 0 0,-1 0 0,1 1 0,-1-1 0,0 0 0,1 3 0,1 6 0,0 1 0,-1-1 0,0 1 0,-1 10 0,1-16 0,-1 15-455,1 0 0,5 31 0,4-17-6371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12.953"/>
    </inkml:context>
    <inkml:brush xml:id="br0">
      <inkml:brushProperty name="width" value="0.05" units="cm"/>
      <inkml:brushProperty name="height" value="0.05" units="cm"/>
    </inkml:brush>
  </inkml:definitions>
  <inkml:trace contextRef="#ctx0" brushRef="#br0">1 1 24575,'5'0'0,"10"0"0,17 0 0,8 0 0,11 0 0,6 0 0,2 0 0,1 0 0,-10 0-8191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13.259"/>
    </inkml:context>
    <inkml:brush xml:id="br0">
      <inkml:brushProperty name="width" value="0.05" units="cm"/>
      <inkml:brushProperty name="height" value="0.05" units="cm"/>
    </inkml:brush>
  </inkml:definitions>
  <inkml:trace contextRef="#ctx0" brushRef="#br0">0 1 24575,'10'0'0,"6"0"0,16 0 0,11 0 0,8 0 0,5 0 0,-8 0-8191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16.713"/>
    </inkml:context>
    <inkml:brush xml:id="br0">
      <inkml:brushProperty name="width" value="0.05" units="cm"/>
      <inkml:brushProperty name="height" value="0.05" units="cm"/>
    </inkml:brush>
  </inkml:definitions>
  <inkml:trace contextRef="#ctx0" brushRef="#br0">270 21 24575,'0'-1'0,"0"0"0,-1 0 0,1 0 0,-1 0 0,1 0 0,-1 0 0,1 0 0,-1 0 0,0 0 0,1 0 0,-1 1 0,0-1 0,0 0 0,0 0 0,0 1 0,0-1 0,1 0 0,-1 1 0,0-1 0,0 1 0,-1-1 0,1 1 0,0 0 0,0-1 0,0 1 0,0 0 0,0 0 0,0 0 0,0 0 0,-2 0 0,-37-1 0,29 2 0,-1 1 0,1 0 0,0 1 0,0 1 0,0-1 0,0 2 0,0 0 0,1 0 0,0 0 0,-15 12 0,19-12 0,1-1 0,-1 1 0,1 1 0,0-1 0,0 1 0,1 0 0,-1 0 0,1 0 0,1 0 0,-1 1 0,1-1 0,0 1 0,1 0 0,0 0 0,0 0 0,0 1 0,-1 12 0,3-15 0,1 0 0,-1-1 0,1 1 0,0-1 0,0 1 0,1 0 0,-1-1 0,1 0 0,0 1 0,0-1 0,0 0 0,1 0 0,-1 0 0,1 0 0,0-1 0,0 1 0,0-1 0,1 0 0,-1 0 0,1 0 0,0 0 0,0 0 0,0-1 0,0 0 0,5 2 0,7 4 0,0-1 0,1-1 0,0 0 0,0-2 0,23 5 0,-26-7 0,0-1 0,0 0 0,0 0 0,-1-2 0,1 1 0,0-2 0,0 0 0,25-7 0,-34 7 0,1 0 0,-1 0 0,1-1 0,-1 1 0,0-1 0,0-1 0,0 1 0,0-1 0,0 1 0,-1-1 0,0-1 0,0 1 0,0-1 0,0 1 0,-1-1 0,1 0 0,-1 0 0,-1-1 0,1 1 0,-1 0 0,0-1 0,0 0 0,1-6 0,-1 3 11,-1 0 0,0 0 0,0 0 0,-1 0 0,0 0 0,-1 0-1,0 0 1,0 0 0,-1 0 0,-3-11 0,3 16-70,1 0-1,-1 0 1,0 0-1,0 1 1,0-1 0,-1 1-1,1-1 1,-1 1-1,0 0 1,0 0 0,0 0-1,0 0 1,0 1-1,-1-1 1,1 1 0,-1 0-1,0 0 1,1 0-1,-1 1 1,0-1 0,0 1-1,0 0 1,0 0-1,-5-1 1,-15 1-6767</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17.774"/>
    </inkml:context>
    <inkml:brush xml:id="br0">
      <inkml:brushProperty name="width" value="0.05" units="cm"/>
      <inkml:brushProperty name="height" value="0.05" units="cm"/>
    </inkml:brush>
  </inkml:definitions>
  <inkml:trace contextRef="#ctx0" brushRef="#br0">1 10 24575,'0'5'0,"4"1"0,-2 5 0,2-1 0,10 0 0,8-4 0,8-6 0,1-13 0,-11-4 0,-13 1 0,-17 8 0,2 5 0,8 3 0,12 1 0,5 2-8191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20.089"/>
    </inkml:context>
    <inkml:brush xml:id="br0">
      <inkml:brushProperty name="width" value="0.05" units="cm"/>
      <inkml:brushProperty name="height" value="0.05" units="cm"/>
    </inkml:brush>
  </inkml:definitions>
  <inkml:trace contextRef="#ctx0" brushRef="#br0">1 0 24575</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21.773"/>
    </inkml:context>
    <inkml:brush xml:id="br0">
      <inkml:brushProperty name="width" value="0.05" units="cm"/>
      <inkml:brushProperty name="height" value="0.05" units="cm"/>
    </inkml:brush>
  </inkml:definitions>
  <inkml:trace contextRef="#ctx0" brushRef="#br0">45 57 24575,'0'-10'0,"0"-11"0,0 1 0,0 14 0,-4 8 0,-2 13 0,0 18 0,-4 12 0,1 4 0,1 2 0,7-7 0,12-12 0,19-10 0,9-10 0,7-6 0,0-5 0,-7-2-8191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22.446"/>
    </inkml:context>
    <inkml:brush xml:id="br0">
      <inkml:brushProperty name="width" value="0.05" units="cm"/>
      <inkml:brushProperty name="height" value="0.05" units="cm"/>
    </inkml:brush>
  </inkml:definitions>
  <inkml:trace contextRef="#ctx0" brushRef="#br0">156 23 24575,'0'-9'0,"0"1"0,-5 2 0,-1 7 0,-9 18 0,-2 18 0,-7 23 0,0 9 0,4 3 0,1-11 0,4-6 0,4-9 0,14-16 0,6-13-8191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24.838"/>
    </inkml:context>
    <inkml:brush xml:id="br0">
      <inkml:brushProperty name="width" value="0.05" units="cm"/>
      <inkml:brushProperty name="height" value="0.05" units="cm"/>
    </inkml:brush>
  </inkml:definitions>
  <inkml:trace contextRef="#ctx0" brushRef="#br0">216 13 24575,'0'-9'0,"0"6"0,-9 13 0,-4 14 0,-8 17 0,0 20 0,-12 13 0,1 4 0,-4-2 0,4-1 0,18-21 0,9-30 0,22-24 0,11-25 0,1-22 0,-4-4-8191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25.185"/>
    </inkml:context>
    <inkml:brush xml:id="br0">
      <inkml:brushProperty name="width" value="0.05" units="cm"/>
      <inkml:brushProperty name="height" value="0.05" units="cm"/>
    </inkml:brush>
  </inkml:definitions>
  <inkml:trace contextRef="#ctx0" brushRef="#br0">1 46 24575,'0'-9'0,"9"-13"0,3 7 0,0 20 0,-3 19 0,-2 9 0,-3 9 0,-2 6 0,-1 0 0,4 1 0,1 1 0,9 11 0,1 4 0,8 1 0,0-16 0,-5-16-8191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25.513"/>
    </inkml:context>
    <inkml:brush xml:id="br0">
      <inkml:brushProperty name="width" value="0.05" units="cm"/>
      <inkml:brushProperty name="height" value="0.05" units="cm"/>
    </inkml:brush>
  </inkml:definitions>
  <inkml:trace contextRef="#ctx0" brushRef="#br0">1 22 24575,'4'0'0,"7"0"0,10 0 0,16 0 0,11 0 0,7 0 0,7 0 0,-2-10 0,-11-2-8191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26.166"/>
    </inkml:context>
    <inkml:brush xml:id="br0">
      <inkml:brushProperty name="width" value="0.05" units="cm"/>
      <inkml:brushProperty name="height" value="0.05" units="cm"/>
    </inkml:brush>
  </inkml:definitions>
  <inkml:trace contextRef="#ctx0" brushRef="#br0">417 54 24575,'0'-2'0,"-1"1"0,1-1 0,0 1 0,-1-1 0,1 1 0,-1-1 0,1 1 0,-1 0 0,0-1 0,1 1 0,-1 0 0,0 0 0,0-1 0,0 1 0,0 0 0,0 0 0,0 0 0,0 0 0,-1 0 0,1 1 0,0-1 0,0 0 0,-1 0 0,1 1 0,-3-2 0,-40-9 0,41 11 0,-21-5 0,-1 2 0,1 0 0,-1 2 0,-44 3 0,62-1 0,0 0 0,0 0 0,0 1 0,0-1 0,0 2 0,0-1 0,0 1 0,1 0 0,-1 0 0,1 1 0,0-1 0,0 2 0,0-1 0,1 1 0,-1-1 0,1 1 0,0 1 0,1-1 0,-1 1 0,1 0 0,-4 6 0,0 5 0,2 0 0,-1 1 0,2 0 0,0 0 0,1 0 0,-2 29 0,5-34 0,0-1 0,1 0 0,0 1 0,1-1 0,1 0 0,0 1 0,0-1 0,2 0 0,-1 0 0,9 18 0,-8-24 0,0 0 0,0 0 0,0-1 0,1 0 0,-1 1 0,1-2 0,1 1 0,-1-1 0,1 1 0,0-2 0,-1 1 0,2-1 0,-1 1 0,0-2 0,1 1 0,-1-1 0,1 0 0,0 0 0,8 1 0,14 0 0,-1-1 0,1-1 0,39-3 0,-36 0 0,171-6-1365,-152 6-5461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27.919"/>
    </inkml:context>
    <inkml:brush xml:id="br0">
      <inkml:brushProperty name="width" value="0.05" units="cm"/>
      <inkml:brushProperty name="height" value="0.05" units="cm"/>
    </inkml:brush>
  </inkml:definitions>
  <inkml:trace contextRef="#ctx0" brushRef="#br0">0 0 24575,'5'0'0,"10"0"0,17 0 0,13 0 0,11 0 0,7 0 0,-8 0-8191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28.288"/>
    </inkml:context>
    <inkml:brush xml:id="br0">
      <inkml:brushProperty name="width" value="0.05" units="cm"/>
      <inkml:brushProperty name="height" value="0.05" units="cm"/>
    </inkml:brush>
  </inkml:definitions>
  <inkml:trace contextRef="#ctx0" brushRef="#br0">0 11 24575,'10'0'0,"11"0"0,17 0 0,7 0 0,9 0 0,9-4 0,-5-2-8191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32.788"/>
    </inkml:context>
    <inkml:brush xml:id="br0">
      <inkml:brushProperty name="width" value="0.05" units="cm"/>
      <inkml:brushProperty name="height" value="0.05" units="cm"/>
    </inkml:brush>
  </inkml:definitions>
  <inkml:trace contextRef="#ctx0" brushRef="#br0">296 1 24575,'-11'-1'0,"1"1"0,-1 1 0,1-1 0,0 2 0,-1-1 0,1 1 0,0 1 0,0 0 0,0 0 0,0 1 0,1 1 0,0-1 0,-1 1 0,2 1 0,-1 0 0,1 0 0,-1 1 0,2 0 0,-14 15 0,7-6 0,2 0 0,0 1 0,1 0 0,-15 32 0,23-43 0,1-1 0,-1 1 0,1 0 0,0 0 0,1 1 0,-1-1 0,1 0 0,0 1 0,1-1 0,0 0 0,0 1 0,0-1 0,1 0 0,-1 1 0,2-1 0,-1 0 0,1 0 0,0 0 0,3 8 0,-2-10 0,0 0 0,0 0 0,0-1 0,1 0 0,-1 1 0,1-1 0,0 0 0,0-1 0,0 1 0,0-1 0,0 0 0,0 0 0,1 0 0,-1 0 0,1-1 0,7 2 0,9 1 0,-1-1 0,30 0 0,-42-3 0,3 1 0,-1-1 0,1 0 0,0-1 0,0 0 0,-1-1 0,1 0 0,0-1 0,15-5 0,-20 5 0,0-1 0,0 1 0,0-1 0,0 0 0,-1 0 0,1-1 0,-1 0 0,0 0 0,0 0 0,-1 0 0,0-1 0,0 0 0,0 1 0,4-10 0,-2 3 14,-1 0-1,-1-1 0,1 0 0,-2 1 1,0-1-1,-1-1 0,0 1 1,0-24-1,-2 31-87,0-1-1,0 1 1,-1-1 0,0 1 0,0-1-1,-1 1 1,0 0 0,0 0 0,0 0-1,-1 0 1,0 0 0,0 0 0,0 1-1,-1-1 1,0 1 0,0 0 0,0 0-1,-1 0 1,-7-5 0,-4 0-6752</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35.688"/>
    </inkml:context>
    <inkml:brush xml:id="br0">
      <inkml:brushProperty name="width" value="0.05" units="cm"/>
      <inkml:brushProperty name="height" value="0.05" units="cm"/>
    </inkml:brush>
  </inkml:definitions>
  <inkml:trace contextRef="#ctx0" brushRef="#br0">13 1 24575,'-1'1'0,"0"0"0,-1 1 0,1-1 0,0 1 0,0 0 0,0-1 0,1 1 0,-1 0 0,0-1 0,1 1 0,-1 0 0,1 0 0,-1 0 0,1 0 0,0-1 0,0 1 0,0 0 0,0 0 0,0 0 0,0 0 0,0 0 0,1 0 0,-1-1 0,2 5 0,-1-3 0,-1 0 0,1 1 0,0-1 0,-1 0 0,0 1 0,0-1 0,-1 7 0,1-7 0,-1 0 0,1 0 0,0 0 0,0 0 0,0 0 0,0 0 0,1 0 0,-1 0 0,1-1 0,0 1 0,-1 0 0,1 0 0,1 0 0,-1-1 0,0 1 0,1-1 0,-1 1 0,4 4 0,-3-6 0,-1 0 0,0 0 0,1 0 0,-1 0 0,0 0 0,1 0 0,0 0 0,-1-1 0,1 1 0,-1 0 0,1-1 0,0 1 0,-1-1 0,1 0 0,0 0 0,0 1 0,-1-1 0,1 0 0,0 0 0,-1-1 0,1 1 0,0 0 0,0-1 0,-1 1 0,1-1 0,0 1 0,-1-1 0,1 0 0,-1 1 0,1-1 0,-1 0 0,1 0 0,1-2 0,-4 4 0,0-1 0,0 1 0,0-1 0,0 0 0,0 1 0,0-1 0,0 0 0,-1 0 0,1 0 0,0 1 0,0-1 0,0 0 0,0-1 0,0 1 0,0 0 0,0 0 0,-1 0 0,1-1 0,0 1 0,0 0 0,0-1 0,0 1 0,0-1 0,0 1 0,0-1 0,0 0 0,1 1 0,-1-1 0,0 0 0,0 0 0,0 0 0,1 1 0,-1-1 0,0 0 0,1 0 0,-1 0 0,1 0 0,-1 0 0,1 0 0,0 0 0,-1 0 0,1 0 0,0-1 0,0 1 0,-1 0 0,1 0 0,0 0 0,0 0 0,0 0 0,1 0 0,-1 0 0,0-1 0,0 1 0,0 0 0,1 0 0,-1 0 0,1 0 0,-1 0 0,1 0 0,-1 0 0,1 0 0,0 0 0,-1 0 0,1 1 0,0-1 0,0 0 0,0 0 0,-2 0-97,0 1 61,1 0-1,0-1 1,-1 1 0,1 0 0,-1 0-1,1 0 1,0-1 0,-1 1 0,1 0 0,-1 0-1,1 0 1,0 0 0,-1 0 0,1 0-1,-1 0 1,1 0 0,-1 0 0,1 0 0,0 0-1,-1 0 1,1 0 0,-1 0 0,1 1-1,0-1 1,-1 0 0,1 0 0,0 0 0,-1 1-1,1-1 1,0 0 0,-1 0 0,1 1-1,0-1 1,-1 1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37.178"/>
    </inkml:context>
    <inkml:brush xml:id="br0">
      <inkml:brushProperty name="width" value="0.05" units="cm"/>
      <inkml:brushProperty name="height" value="0.05" units="cm"/>
    </inkml:brush>
  </inkml:definitions>
  <inkml:trace contextRef="#ctx0" brushRef="#br0">5 1 24575,'-5'0'0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38.221"/>
    </inkml:context>
    <inkml:brush xml:id="br0">
      <inkml:brushProperty name="width" value="0.05" units="cm"/>
      <inkml:brushProperty name="height" value="0.05" units="cm"/>
    </inkml:brush>
  </inkml:definitions>
  <inkml:trace contextRef="#ctx0" brushRef="#br0">26 19 24575,'-26'0'0,"50"0"0,9 0 0,32 0 0,28 1 0,103-13 0,-182 10 0,-2 0 0,0 0 0,24 1 0,-34 0 0,0 1 0,0 0 0,0 0 0,-1 1 0,1-1 0,0 0 0,0 1 0,-1-1 0,1 1 0,0-1 0,-1 1 0,1 0 0,-1-1 0,1 1 0,0 0 0,-1 0 0,0 0 0,1 1 0,-1-1 0,0 0 0,1 0 0,-1 1 0,0-1 0,0 1 0,0-1 0,0 1 0,1 2 0,-1 2 0,0 1 0,0 0 0,-1 0 0,0-1 0,0 1 0,0 0 0,-1-1 0,-2 11 0,-18 59 0,7-31 0,-3 20 0,2 0 0,4 0 0,-6 107 0,17-164 3,1-20-1371,-1-11-5458</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38.824"/>
    </inkml:context>
    <inkml:brush xml:id="br0">
      <inkml:brushProperty name="width" value="0.05" units="cm"/>
      <inkml:brushProperty name="height" value="0.05" units="cm"/>
    </inkml:brush>
  </inkml:definitions>
  <inkml:trace contextRef="#ctx0" brushRef="#br0">17 54 24575,'-9'0'0,"1"0"0,12 0 0,23 0 0,17 0 0,15-10 0,6-2 0,2 0 0,-6 3 0,-18 2 0,-17 3-8191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45.599"/>
    </inkml:context>
    <inkml:brush xml:id="br0">
      <inkml:brushProperty name="width" value="0.05" units="cm"/>
      <inkml:brushProperty name="height" value="0.05" units="cm"/>
    </inkml:brush>
  </inkml:definitions>
  <inkml:trace contextRef="#ctx0" brushRef="#br0">1394 1 24404,'-1393'1529'0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47.770"/>
    </inkml:context>
    <inkml:brush xml:id="br0">
      <inkml:brushProperty name="width" value="0.05" units="cm"/>
      <inkml:brushProperty name="height" value="0.05" units="cm"/>
    </inkml:brush>
  </inkml:definitions>
  <inkml:trace contextRef="#ctx0" brushRef="#br0">386 47 24575,'0'-1'0,"0"0"0,0 0 0,-1 0 0,1 0 0,-1 0 0,1 0 0,-1 0 0,1 0 0,-1 1 0,0-1 0,1 0 0,-1 0 0,0 0 0,1 1 0,-1-1 0,0 0 0,0 1 0,0-1 0,0 1 0,0-1 0,0 1 0,0 0 0,0-1 0,0 1 0,0 0 0,0 0 0,0-1 0,0 1 0,0 0 0,0 0 0,0 0 0,-2 0 0,-2 0 0,0 0 0,0 0 0,0 1 0,0-1 0,-9 3 0,-6 6 0,0 0 0,0 2 0,1 0 0,1 1 0,0 1 0,-23 21 0,5-5 0,12-11 0,-35 29 0,54-42 0,-1 0 0,2 0 0,-1 0 0,1 0 0,0 1 0,0 0 0,-6 10 0,10-16 0,0 1 0,0-1 0,-1 0 0,1 1 0,0-1 0,0 0 0,0 1 0,-1-1 0,1 1 0,0-1 0,0 0 0,0 1 0,0-1 0,0 1 0,0-1 0,0 0 0,0 1 0,0-1 0,0 1 0,0-1 0,0 0 0,0 1 0,0-1 0,0 0 0,0 1 0,0-1 0,1 1 0,-1-1 0,0 0 0,0 1 0,0-1 0,1 0 0,-1 1 0,0-1 0,0 0 0,1 0 0,-1 1 0,0-1 0,1 0 0,-1 0 0,0 1 0,1-1 0,-1 0 0,1 0 0,20-3 0,8-10 0,0-1 0,-1-1 0,0-2 0,-2-1 0,36-30 0,-29 22 0,30-29 76,-44 37-557,0 1 1,27-18 0,-23 21-6346</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49.617"/>
    </inkml:context>
    <inkml:brush xml:id="br0">
      <inkml:brushProperty name="width" value="0.05" units="cm"/>
      <inkml:brushProperty name="height" value="0.05" units="cm"/>
    </inkml:brush>
  </inkml:definitions>
  <inkml:trace contextRef="#ctx0" brushRef="#br0">85 0 24575,'0'5'0,"0"11"0,-4 11 0,-2 16 0,0 14 0,-8 11 0,-2 4 0,2 3 0,3 3 0,4-7 0,2-2 0,3-7 0,6-15 0,12-30 0,3-17-8191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51.085"/>
    </inkml:context>
    <inkml:brush xml:id="br0">
      <inkml:brushProperty name="width" value="0.05" units="cm"/>
      <inkml:brushProperty name="height" value="0.05" units="cm"/>
    </inkml:brush>
  </inkml:definitions>
  <inkml:trace contextRef="#ctx0" brushRef="#br0">22 32 24575,'1'-1'0,"-1"0"0,0 0 0,1 0 0,-1 0 0,1 0 0,-1 1 0,1-1 0,0 0 0,-1 0 0,1 1 0,0-1 0,-1 0 0,1 1 0,0-1 0,0 1 0,0-1 0,-1 1 0,1-1 0,0 1 0,0 0 0,0-1 0,0 1 0,0 0 0,0 0 0,2-1 0,29-4 0,-29 5 0,76-7 0,0 3 0,95 9 0,-153-3 0,0 1 0,0 0 0,0 2 0,0 0 0,0 2 0,-1 0 0,0 1 0,29 17 0,-39-19 0,0 0 0,0 1 0,-1 1 0,0-1 0,0 1 0,-1 1 0,0 0 0,0 0 0,-1 0 0,-1 1 0,1 0 0,-1 1 0,-1-1 0,0 1 0,-1 0 0,0 0 0,4 17 0,-3 4 0,-2 1 0,0 0 0,-2 0 0,-2 0 0,-1 0 0,-2 0 0,-1 0 0,-1-1 0,-12 36 0,15-61 0,0 0 0,-1 1 0,0-1 0,0 0 0,-1-1 0,0 1 0,0-1 0,0 0 0,-1 0 0,0-1 0,0 1 0,-1-1 0,1-1 0,-9 5 0,-10 5 0,-2 0 0,-41 13 0,42-18 0,-1-1 0,0-2 0,0-1 0,-42 3 0,13-6 0,-67-5 0,113 3-80,1 0 0,-1-1-1,1 0 1,-1-1 0,1 0-1,0-1 1,-1 0 0,1 0-1,1-1 1,-1 0 0,0 0 0,1-1-1,0 0 1,0 0 0,1-1-1,-11-10 1,4-3-6746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55.419"/>
    </inkml:context>
    <inkml:brush xml:id="br0">
      <inkml:brushProperty name="width" value="0.05" units="cm"/>
      <inkml:brushProperty name="height" value="0.05" units="cm"/>
    </inkml:brush>
  </inkml:definitions>
  <inkml:trace contextRef="#ctx0" brushRef="#br0">60 0 24575,'0'5'0,"0"11"0,0 16 0,0 12 0,-4 8 0,-3 9 0,2 4 0,0-5 0,2-3 0,0-3 0,-7-9 0,-3-9 0,6-19 0,4-22 0,7-10 0,3-17 0,0-2-8191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1:56.588"/>
    </inkml:context>
    <inkml:brush xml:id="br0">
      <inkml:brushProperty name="width" value="0.05" units="cm"/>
      <inkml:brushProperty name="height" value="0.05" units="cm"/>
    </inkml:brush>
  </inkml:definitions>
  <inkml:trace contextRef="#ctx0" brushRef="#br0">1 54 24575,'15'-11'0,"-2"0"0,-2 6 0,1 1 0,-1 0 0,1 0 0,0 1 0,21-2 0,63-1 0,-89 6 0,1 0 0,-1 0 0,0 1 0,1 0 0,-1 0 0,0 0 0,0 1 0,0 1 0,0-1 0,0 1 0,-1 0 0,11 6 0,-13-6 0,0 1 0,0-1 0,-1 1 0,0 0 0,1 0 0,-1 0 0,-1 0 0,1 1 0,-1-1 0,1 1 0,-1-1 0,0 1 0,-1 0 0,1 0 0,-1 0 0,0 0 0,0 0 0,-1 0 0,0 5 0,1 0 0,-2-1 0,1 0 0,-1 1 0,-1-1 0,0 0 0,0 0 0,-1 0 0,0 0 0,0 0 0,-1-1 0,0 1 0,-1-1 0,0 0 0,0 0 0,-1-1 0,-10 12 0,-5 2 0,-2-1 0,0 0 0,-45 28 0,67-48 0,1 0 0,-1 1 0,0-1 0,1 0 0,-1 1 0,0-1 0,1 1 0,-1-1 0,0 1 0,1-1 0,-1 1 0,1-1 0,-1 1 0,1-1 0,-1 1 0,1 0 0,0-1 0,-1 1 0,1 0 0,0-1 0,-1 1 0,1 0 0,0 0 0,0-1 0,0 1 0,0 1 0,0-2 0,1 1 0,-1 0 0,1-1 0,0 1 0,-1 0 0,1-1 0,0 1 0,0-1 0,0 0 0,-1 1 0,1-1 0,0 1 0,0-1 0,0 0 0,0 0 0,-1 0 0,1 1 0,1-1 0,56 3 0,-51-3 0,392-5 0,-388 5-227,0 0-1,0-1 1,0-1-1,0 1 1,15-5-1,2-6-6598</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00.725"/>
    </inkml:context>
    <inkml:brush xml:id="br0">
      <inkml:brushProperty name="width" value="0.05" units="cm"/>
      <inkml:brushProperty name="height" value="0.05" units="cm"/>
    </inkml:brush>
  </inkml:definitions>
  <inkml:trace contextRef="#ctx0" brushRef="#br0">1137 0 24575,'-1'1'0,"-1"-1"0,1 0 0,0 1 0,-1 0 0,1-1 0,0 1 0,0 0 0,-1-1 0,1 1 0,0 0 0,0 0 0,0 0 0,0 0 0,0 0 0,0 0 0,0 0 0,1 0 0,-1 1 0,-1 0 0,-14 29 0,11-21 0,-64 138 0,35-71 0,-13 29 0,-107 208 0,138-290 0,-30 34 0,-5 7 0,-14 22 0,-17 27 0,57-80 0,-2-1 0,0-1 0,-48 42 0,-2 2 0,-142 143 0,149-153 0,61-54 93,9-11-138,0-1-1,0 0 0,0 1 1,0-1-1,0 1 1,0-1-1,0 0 1,0 1-1,0-1 0,0 1 1,0-1-1,1 0 1,-1 1-1,0-1 1,0 0-1,0 1 0,0-1 1,1 0-1,-1 1 1,0-1-1,0 0 1,1 1-1,-1-1 0,0 0 1,0 0-1,1 1 1,-1-1-1,0 0 1,1 0-1,-1 1 1,1-1-1,13 5-6780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03.406"/>
    </inkml:context>
    <inkml:brush xml:id="br0">
      <inkml:brushProperty name="width" value="0.05" units="cm"/>
      <inkml:brushProperty name="height" value="0.05" units="cm"/>
    </inkml:brush>
  </inkml:definitions>
  <inkml:trace contextRef="#ctx0" brushRef="#br0">927 0 24575,'-7'0'0,"-281"11"0,12 8 0,269-19 0,1 2 0,0-1 0,0 1 0,-1 0 0,1 0 0,0 1 0,1-1 0,-1 1 0,0 1 0,1-1 0,0 1 0,0 0 0,0 0 0,0 1 0,1-1 0,-8 10 0,0 4 0,0 0 0,2 1 0,-14 33 0,6-14 0,-15 32 0,-49 144 0,67-161 0,3-18 0,2 0 0,2 0 0,1 1 0,-3 61 0,10-93 0,0-1 0,0 1 0,0 0 0,1-1 0,0 1 0,0 0 0,0-1 0,0 1 0,0-1 0,1 0 0,0 1 0,-1-1 0,1 0 0,0 0 0,1 0 0,2 4 0,0-3 0,-1-1 0,0 1 0,1-1 0,0 0 0,-1-1 0,1 1 0,0-1 0,1 0 0,-1 0 0,6 1 0,11 1 0,1-1 0,-1 0 0,1-2 0,29-2 0,-46 1 0,57-1 0,77-3 0,-120 2 0,1-1 0,-1 0 0,0-2 0,31-10 0,-47 13-97,0 1-1,0-1 1,0-1-1,0 1 1,0 0-1,-1-1 1,1 0-1,-1 0 1,1 0-1,-1 0 1,0 0-1,0-1 0,2-3 1,8-18-6729</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04.377"/>
    </inkml:context>
    <inkml:brush xml:id="br0">
      <inkml:brushProperty name="width" value="0.05" units="cm"/>
      <inkml:brushProperty name="height" value="0.05" units="cm"/>
    </inkml:brush>
  </inkml:definitions>
  <inkml:trace contextRef="#ctx0" brushRef="#br0">73 112 24575,'-5'-20'0,"2"3"0,3 16 0,1 0 0,0 0 0,-1 1 0,1-1 0,0 0 0,0 0 0,0 1 0,0-1 0,0 0 0,0 1 0,0-1 0,0 1 0,0-1 0,0 1 0,0-1 0,0 1 0,0 0 0,0 0 0,0-1 0,2 1 0,71-8 0,-52 7 0,35-7 0,70-24 0,-118 28 0,-9 1 0,-20-1 0,-39 1 0,-4 5 0,-82 13 0,144-15 0,5-1 0,16-2 0,29-3 0,-42 8 0,-14 1 0,-16 3 0,-84 16-1365,77-15-5461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10.542"/>
    </inkml:context>
    <inkml:brush xml:id="br0">
      <inkml:brushProperty name="width" value="0.05" units="cm"/>
      <inkml:brushProperty name="height" value="0.05" units="cm"/>
    </inkml:brush>
  </inkml:definitions>
  <inkml:trace contextRef="#ctx0" brushRef="#br0">319 0 24575,'-10'0'0,"-6"0"0,-2 5 0,-7 2 0,-8-1 0,-3-1 0,-5-2 0,0-1 0,-3 0 0,12-2 0,10 0-8191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28.371"/>
    </inkml:context>
    <inkml:brush xml:id="br0">
      <inkml:brushProperty name="width" value="0.05" units="cm"/>
      <inkml:brushProperty name="height" value="0.05" units="cm"/>
    </inkml:brush>
  </inkml:definitions>
  <inkml:trace contextRef="#ctx0" brushRef="#br0">22 97 24575,'0'-10'0,"-5"2"0,-1 12 0,0 0 0,1-10 0,6-3 0,4-6 0,8-9 0,4 4 0,-2 11 0,-3 6-8191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33.717"/>
    </inkml:context>
    <inkml:brush xml:id="br0">
      <inkml:brushProperty name="width" value="0.05" units="cm"/>
      <inkml:brushProperty name="height" value="0.05" units="cm"/>
    </inkml:brush>
  </inkml:definitions>
  <inkml:trace contextRef="#ctx0" brushRef="#br0">68 294 24575,'1'-7'0,"0"0"0,0 0 0,0 0 0,1 0 0,0 0 0,1 0 0,5-11 0,6-18 0,18-46 0,-22 61 0,-1 0 0,-1-1 0,5-23 0,-39 123 0,13-42 0,-13 54 0,18-52 0,-52 221 0,47-222 0,4-11 0,-8 41 0,17-58-88,5-12 217,11-22-426,-10 15-812,9-12-5717</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34.872"/>
    </inkml:context>
    <inkml:brush xml:id="br0">
      <inkml:brushProperty name="width" value="0.05" units="cm"/>
      <inkml:brushProperty name="height" value="0.05" units="cm"/>
    </inkml:brush>
  </inkml:definitions>
  <inkml:trace contextRef="#ctx0" brushRef="#br0">100 75 24575,'2'-59'0,"-1"44"0,-6 48 0,-2 1 0,-2 1 0,-1-1 0,-2-1 0,-2 0 0,-19 35 0,32-65 0,-1 0 0,1 0 0,-1 0 0,1 0 0,0 0 0,0 0 0,0 0 0,0 1 0,0-1 0,1 0 0,0 0 0,-1 1 0,1-1 0,1 6 0,0-7 0,0 0 0,0-1 0,0 1 0,0 0 0,0-1 0,1 1 0,-1-1 0,1 1 0,-1-1 0,1 0 0,-1 0 0,1 0 0,0 0 0,0 0 0,-1 0 0,1 0 0,0 0 0,0-1 0,0 1 0,0-1 0,0 1 0,0-1 0,0 0 0,2 1 0,35 2 0,-1 0 0,1-3 0,65-6 0,-68 0-1365,-8-1-5461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35.801"/>
    </inkml:context>
    <inkml:brush xml:id="br0">
      <inkml:brushProperty name="width" value="0.05" units="cm"/>
      <inkml:brushProperty name="height" value="0.05" units="cm"/>
    </inkml:brush>
  </inkml:definitions>
  <inkml:trace contextRef="#ctx0" brushRef="#br0">294 46 24575,'0'-5'0,"0"-10"0,-5-3 0,-10 10 0,-3 17 0,-3 7 0,2 9 0,-5 15 0,1 14 0,-4-2 0,2 0 0,6 0 0,-4 0 0,3-3 0,4-2 0,0 2 0,3-14 0,4-11-8191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39.049"/>
    </inkml:context>
    <inkml:brush xml:id="br0">
      <inkml:brushProperty name="width" value="0.05" units="cm"/>
      <inkml:brushProperty name="height" value="0.05" units="cm"/>
    </inkml:brush>
  </inkml:definitions>
  <inkml:trace contextRef="#ctx0" brushRef="#br0">326 24 24575,'0'-9'0,"-5"-3"0,-1 10 0,-14 18 0,-3 13 0,-7 9 0,1 4 0,-3 3 0,3 9 0,3 4 0,5-4 0,-3 0 0,2 3 0,-3-7 0,1-18 0,15-22 0,8-19 0,5-7-8191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39.641"/>
    </inkml:context>
    <inkml:brush xml:id="br0">
      <inkml:brushProperty name="width" value="0.05" units="cm"/>
      <inkml:brushProperty name="height" value="0.05" units="cm"/>
    </inkml:brush>
  </inkml:definitions>
  <inkml:trace contextRef="#ctx0" brushRef="#br0">0 57 24575,'19'-9'0,"15"-3"0,7 0 0,5 3 0,4 2 0,-1 3 0,0 2 0,-4 1 0,0 1 0,2 0 0,-3 1 0,0-1 0,-11 1 0,-12-1-8191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0.335"/>
    </inkml:context>
    <inkml:brush xml:id="br0">
      <inkml:brushProperty name="width" value="0.05" units="cm"/>
      <inkml:brushProperty name="height" value="0.05" units="cm"/>
    </inkml:brush>
  </inkml:definitions>
  <inkml:trace contextRef="#ctx0" brushRef="#br0">5 0 24575,'-4'0'0,"7"0"0,17 0 0,15 0 0,11 0 0,6 0 0,-10 0 0,-12 0-8191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0.721"/>
    </inkml:context>
    <inkml:brush xml:id="br0">
      <inkml:brushProperty name="width" value="0.05" units="cm"/>
      <inkml:brushProperty name="height" value="0.05" units="cm"/>
    </inkml:brush>
  </inkml:definitions>
  <inkml:trace contextRef="#ctx0" brushRef="#br0">1 0 24575,'9'0'0,"13"0"0,7 0 0,8 0 0,2 0 0,-5 0-8191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1.853"/>
    </inkml:context>
    <inkml:brush xml:id="br0">
      <inkml:brushProperty name="width" value="0.05" units="cm"/>
      <inkml:brushProperty name="height" value="0.05" units="cm"/>
    </inkml:brush>
  </inkml:definitions>
  <inkml:trace contextRef="#ctx0" brushRef="#br0">679 168 24575,'1'0'0,"0"-1"0,0 1 0,0-1 0,-1 0 0,1 0 0,0 1 0,-1-1 0,1 0 0,0 0 0,-1 0 0,1 0 0,-1 0 0,0 1 0,1-1 0,-1 0 0,0 0 0,1 0 0,-1 0 0,0 0 0,0 0 0,0 0 0,0-2 0,0 2 0,-1 1 0,1-1 0,-1 1 0,1-1 0,-1 0 0,0 1 0,1-1 0,-1 1 0,0-1 0,1 1 0,-1 0 0,0-1 0,0 1 0,1 0 0,-1-1 0,0 1 0,0 0 0,0 0 0,1 0 0,-1 0 0,-1 0 0,-8-1 0,-1 1 0,1 0 0,-14 3 0,8 0 0,0 0 0,0 1 0,0 1 0,0 0 0,1 2 0,0 0 0,0 0 0,1 1 0,0 1 0,0 0 0,1 1 0,-20 19 0,13-9 0,2 1 0,0 1 0,1 0 0,1 1 0,2 1 0,-22 44 0,35-64 0,-1 0 0,0 0 0,1 0 0,-1 1 0,1-1 0,0 0 0,1 0 0,-1 1 0,1-1 0,0 1 0,0-1 0,0 0 0,0 1 0,1-1 0,0 0 0,1 7 0,0-8 0,0 1 0,0-1 0,0 0 0,0 0 0,1 0 0,-1 0 0,1 0 0,0 0 0,0-1 0,0 0 0,0 1 0,0-1 0,0 0 0,0 0 0,1-1 0,-1 1 0,1-1 0,0 1 0,4 0 0,6 1 0,0 0 0,0 0 0,0-2 0,0 0 0,0 0 0,0-2 0,0 1 0,0-2 0,26-5 0,-33 5 0,0 0 0,0 0 0,0 0 0,-1-1 0,1 0 0,-1 0 0,1-1 0,-1 1 0,-1-1 0,1-1 0,0 1 0,-1-1 0,0 0 0,0 0 0,0-1 0,-1 1 0,0-1 0,0 0 0,0 0 0,-1-1 0,4-8 0,-6 12 0,0-1 0,0 1 0,0 0 0,-1 0 0,1-1 0,-1 1 0,0-1 0,0 1 0,0 0 0,0-1 0,-1 1 0,1 0 0,-1-1 0,0 1 0,0 0 0,0 0 0,0-1 0,-1 1 0,1 0 0,-1 0 0,0 1 0,0-1 0,0 0 0,0 0 0,0 1 0,-1 0 0,1-1 0,-1 1 0,1 0 0,-1 0 0,-4-2 0,-9-5 0,0 1 0,-1 1 0,0 1 0,-32-8 0,12 3 0,-85-22 0,89 27 0,1-2 0,0-1 0,1-2 0,0-1 0,-44-24 0,69 32 0,0 0 0,0-1 0,1 0 0,0 1 0,0-2 0,0 1 0,0 0 0,1-1 0,0 0 0,-4-8 0,7 12 0,0-1 0,0 1 0,0 0 0,0 0 0,0 0 0,1-1 0,-1 1 0,1 0 0,0-1 0,0 1 0,0 0 0,0-1 0,0 1 0,0 0 0,1-1 0,-1 1 0,1 0 0,-1 0 0,1-1 0,0 1 0,0 0 0,0 0 0,0 0 0,1 0 0,-1 0 0,0 0 0,1 0 0,-1 1 0,1-1 0,0 0 0,-1 1 0,1-1 0,4-1 0,10-7 0,1 1 0,0 1 0,1 1 0,-1 0 0,1 1 0,1 1 0,-1 1 0,37-4 0,15 3 0,74 4 0,-89 2 0,64 5-1365,-79 1-5461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3.980"/>
    </inkml:context>
    <inkml:brush xml:id="br0">
      <inkml:brushProperty name="width" value="0.05" units="cm"/>
      <inkml:brushProperty name="height" value="0.05" units="cm"/>
    </inkml:brush>
  </inkml:definitions>
  <inkml:trace contextRef="#ctx0" brushRef="#br0">235 9 24575,'-2'-8'0,"-4"9"0,-7 16 0,-13 30 0,-25 66 0,-3 4 0,29-66 0,12-23 0,-31 50 0,48-83 0,88-131 0,-69 90-1365,-5 5-5461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4.374"/>
    </inkml:context>
    <inkml:brush xml:id="br0">
      <inkml:brushProperty name="width" value="0.05" units="cm"/>
      <inkml:brushProperty name="height" value="0.05" units="cm"/>
    </inkml:brush>
  </inkml:definitions>
  <inkml:trace contextRef="#ctx0" brushRef="#br0">1 25 24575,'0'-9'0,"9"-4"0,3 11 0,5 14 0,-2 15 0,12 2 0,0 11 0,11-2 0,-3 7 0,4-5 0,-6-4 0,1-8 0,-5 0 0,1-4 0,-4-2 0,-6-14 0,-8-8-8191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4.825"/>
    </inkml:context>
    <inkml:brush xml:id="br0">
      <inkml:brushProperty name="width" value="0.05" units="cm"/>
      <inkml:brushProperty name="height" value="0.05" units="cm"/>
    </inkml:brush>
  </inkml:definitions>
  <inkml:trace contextRef="#ctx0" brushRef="#br0">0 1 24575,'14'0'0,"14"0"0,11 0 0,9 0 0,5 0 0,-6 0-8191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5.561"/>
    </inkml:context>
    <inkml:brush xml:id="br0">
      <inkml:brushProperty name="width" value="0.05" units="cm"/>
      <inkml:brushProperty name="height" value="0.05" units="cm"/>
    </inkml:brush>
  </inkml:definitions>
  <inkml:trace contextRef="#ctx0" brushRef="#br0">400 3 24575,'-68'-1'0,"25"-1"0,1 2 0,0 3 0,-54 8 0,91-9 0,0-1 0,1 1 0,-1 0 0,1 1 0,-1-1 0,1 1 0,0 0 0,0 0 0,0 0 0,0 1 0,1-1 0,-1 1 0,1 0 0,0 0 0,0 0 0,0 0 0,-4 9 0,1 0 0,1-1 0,0 1 0,0 0 0,2 1 0,-4 20 0,5-26 0,1 0 0,1 0 0,-1 0 0,2 0 0,-1 0 0,1 1 0,0-1 0,0 0 0,1 0 0,5 13 0,-5-16 0,0-1 0,1 1 0,0-1 0,0 1 0,0-1 0,0 0 0,1 0 0,-1-1 0,1 1 0,0-1 0,0 0 0,0 0 0,1 0 0,-1 0 0,1-1 0,-1 1 0,10 2 0,6 1 0,1-2 0,0 0 0,0 0 0,0-2 0,0-1 0,37-2 0,126-23 0,-162 20 0,19-4-1365,-11-1-5461</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7.340"/>
    </inkml:context>
    <inkml:brush xml:id="br0">
      <inkml:brushProperty name="width" value="0.05" units="cm"/>
      <inkml:brushProperty name="height" value="0.05" units="cm"/>
    </inkml:brush>
  </inkml:definitions>
  <inkml:trace contextRef="#ctx0" brushRef="#br0">1 1 24575,'4'0'0,"12"0"0,16 0 0,12 0 0,13 0 0,6 0 0,-8 0-8191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7.667"/>
    </inkml:context>
    <inkml:brush xml:id="br0">
      <inkml:brushProperty name="width" value="0.05" units="cm"/>
      <inkml:brushProperty name="height" value="0.05" units="cm"/>
    </inkml:brush>
  </inkml:definitions>
  <inkml:trace contextRef="#ctx0" brushRef="#br0">1 17 24575,'4'0'0,"7"0"0,10 0 0,11 0 0,10 0 0,11 0 0,2 0 0,-10-4 0,-1-2 0,-10 0-8191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49.233"/>
    </inkml:context>
    <inkml:brush xml:id="br0">
      <inkml:brushProperty name="width" value="0.05" units="cm"/>
      <inkml:brushProperty name="height" value="0.05" units="cm"/>
    </inkml:brush>
  </inkml:definitions>
  <inkml:trace contextRef="#ctx0" brushRef="#br0">250 51 24575,'0'-2'0,"0"0"0,-1 1 0,1-1 0,0 0 0,0 1 0,-1-1 0,1 0 0,-1 1 0,0-1 0,1 1 0,-1-1 0,0 1 0,0-1 0,0 1 0,0 0 0,0-1 0,0 1 0,-1 0 0,-1-2 0,-1 1 0,1 0 0,-1 0 0,1 0 0,-1 0 0,0 1 0,0 0 0,1-1 0,-7 1 0,3-1 0,-1 1 0,0 1 0,0-1 0,0 1 0,1 1 0,-1-1 0,0 2 0,-11 2 0,13-2 0,0 1 0,0 1 0,0-1 0,0 1 0,0 0 0,1 1 0,-1-1 0,1 1 0,0 0 0,1 0 0,-1 1 0,1 0 0,0-1 0,0 1 0,1 1 0,0-1 0,-4 10 0,2-3 0,1 0 0,1 0 0,-1 0 0,2 1 0,0-1 0,1 1 0,0 26 0,1-36 0,1 0 0,-1-1 0,1 1 0,0 0 0,-1-1 0,2 1 0,-1-1 0,0 1 0,1-1 0,0 0 0,0 1 0,0-1 0,0 0 0,0 0 0,0-1 0,4 4 0,-2-2 0,1-1 0,0 0 0,-1 0 0,1 0 0,1 0 0,-1-1 0,0 0 0,0 0 0,10 2 0,8-1 0,1 0 0,0-1 0,0-2 0,25-2 0,-25 1 0,-9 1 0,1-1 0,-1-1 0,1-1 0,-1 0 0,0-1 0,0-1 0,15-6 0,-25 9 0,-1 0 0,1 0 0,-1-1 0,0 1 0,0-1 0,0 0 0,0 0 0,-1 0 0,1-1 0,-1 1 0,1-1 0,-1 0 0,-1 0 0,1 0 0,0 0 0,-1 0 0,0-1 0,0 1 0,0-1 0,-1 0 0,1 1 0,-1-1 0,0 0 0,-1 0 0,1 0 0,-1-7 0,0 7 0,-1 0 0,0 1 0,0-1 0,-1 0 0,1 1 0,-1-1 0,0 1 0,0-1 0,-1 1 0,1 0 0,-1 0 0,0 0 0,0 0 0,0 1 0,-1-1 0,1 1 0,-1 0 0,0 0 0,0 0 0,0 0 0,0 1 0,0 0 0,-1 0 0,-8-3 0,1 0 0,0 1 0,0 1 0,-1 0 0,1 1 0,-1 0 0,1 1 0,-1 0 0,-16 2 0,5 3-1365,13 3-5461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50.535"/>
    </inkml:context>
    <inkml:brush xml:id="br0">
      <inkml:brushProperty name="width" value="0.05" units="cm"/>
      <inkml:brushProperty name="height" value="0.05" units="cm"/>
    </inkml:brush>
  </inkml:definitions>
  <inkml:trace contextRef="#ctx0" brushRef="#br0">1 0 24575,'0'10'0,"0"11"0,0-2 0,0-13 0,0-3 0,9-3 0,4-5 0,-6-2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51.285"/>
    </inkml:context>
    <inkml:brush xml:id="br0">
      <inkml:brushProperty name="width" value="0.05" units="cm"/>
      <inkml:brushProperty name="height" value="0.05" units="cm"/>
    </inkml:brush>
  </inkml:definitions>
  <inkml:trace contextRef="#ctx0" brushRef="#br0">423 7 24575,'0'-1'0,"0"1"0,0 0 0,0-1 0,0 1 0,0 0 0,0 0 0,0-1 0,0 1 0,-1 0 0,1 0 0,0-1 0,0 1 0,0 0 0,0 0 0,-1 0 0,1-1 0,0 1 0,0 0 0,0 0 0,-1 0 0,1-1 0,0 1 0,0 0 0,-1 0 0,1 0 0,0 0 0,0 0 0,-1 0 0,1 0 0,0 0 0,0 0 0,-1 0 0,1 0 0,0 0 0,-1 0 0,1 0 0,0 0 0,0 0 0,-1 0 0,1 0 0,0 0 0,0 0 0,-1 0 0,1 0 0,-17 6 0,16-6 0,-16 8 0,1 1 0,0 0 0,0 1 0,1 1 0,0 1 0,1 0 0,-20 21 0,-81 107 0,113-138 0,-29 40 0,1 2 0,-27 55 0,54-93 0,0-1 0,1 1 0,0 0 0,0 0 0,0 0 0,1 0 0,0 0 0,0 0 0,0 0 0,1 1 0,0-1 0,1 8 0,0-10 0,0 0 0,0-1 0,0 1 0,1-1 0,-1 1 0,1-1 0,0 0 0,0 1 0,0-1 0,1 0 0,-1 0 0,1-1 0,-1 1 0,1 0 0,0-1 0,0 0 0,0 1 0,0-1 0,1 0 0,-1-1 0,6 3 0,6 2 0,0-2 0,0 1 0,0-2 0,1 0 0,29 1 0,-12-3 0,59-5 0,-85 2 0,1 1 0,0-1 0,0 0 0,-1 0 0,0-1 0,1 0 0,-1-1 0,8-4 0,-12 6 0,0 1 0,-1-1 0,1 0 0,0-1 0,-1 1 0,1 0 0,-1-1 0,0 1 0,0-1 0,0 0 0,0 0 0,0 1 0,-1-1 0,1-1 0,-1 1 0,0 0 0,0 0 0,0 0 0,0-1 0,0-6 0,-1 9 0,0-1 0,-1 0 0,1 0 0,0 1 0,-1-1 0,1 0 0,-1 1 0,0-1 0,0 1 0,1-1 0,-1 1 0,0-1 0,0 1 0,-1-1 0,1 1 0,0 0 0,0 0 0,-1 0 0,1-1 0,0 1 0,-1 1 0,1-1 0,-1 0 0,1 0 0,-1 0 0,-3 0 0,-4-2 0,0 0 0,-1 1 0,-14-2 0,19 3 0,-46-4-682,-69 2-1,69 4-6143</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53.600"/>
    </inkml:context>
    <inkml:brush xml:id="br0">
      <inkml:brushProperty name="width" value="0.05" units="cm"/>
      <inkml:brushProperty name="height" value="0.05" units="cm"/>
    </inkml:brush>
  </inkml:definitions>
  <inkml:trace contextRef="#ctx0" brushRef="#br0">1 62 24575,'0'30'0,"3"-1"0,0 1 0,2 0 0,1-1 0,14 40 0,17 43 0,-32-105 0,-2-15 0,-1-20 0,-2 26 0,0-33 0,2-1 0,1 1 0,9-42 0,-9 66 0,0-1 0,1 1 0,1-1 0,0 1 0,0 0 0,1 1 0,0-1 0,1 1 0,0 1 0,1-1 0,0 1 0,18-16 0,-23 22 0,0 1 0,0-1 0,1 1 0,-1 0 0,1 0 0,-1 0 0,1 0 0,0 1 0,0 0 0,-1-1 0,1 1 0,0 1 0,0-1 0,0 1 0,1-1 0,-1 1 0,0 0 0,7 1 0,-5 1 0,-1-1 0,0 1 0,0 0 0,0 1 0,0-1 0,0 1 0,0 0 0,0 0 0,-1 1 0,0-1 0,0 1 0,0 0 0,5 6 0,36 40-1365,-19-28-5461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54.260"/>
    </inkml:context>
    <inkml:brush xml:id="br0">
      <inkml:brushProperty name="width" value="0.05" units="cm"/>
      <inkml:brushProperty name="height" value="0.05" units="cm"/>
    </inkml:brush>
  </inkml:definitions>
  <inkml:trace contextRef="#ctx0" brushRef="#br0">377 77 24575,'0'-3'0,"0"0"0,0 0 0,0 0 0,-1 1 0,1-1 0,-1 0 0,0 0 0,0 1 0,0-1 0,0 0 0,0 1 0,0-1 0,-1 1 0,1-1 0,-1 1 0,0 0 0,0 0 0,0 0 0,0 0 0,-3-3 0,0 2 0,1 1 0,-1-1 0,0 1 0,0 0 0,0 0 0,0 1 0,0-1 0,0 1 0,0 0 0,-8 0 0,-2 1 0,1 0 0,-1 0 0,1 2 0,-1 0 0,1 0 0,0 1 0,-18 7 0,20-5 0,1 0 0,0 1 0,0 1 0,0 0 0,1 0 0,0 1 0,-15 14 0,20-17 0,-1 1 0,1 0 0,1 1 0,-1-1 0,1 1 0,0 0 0,0 0 0,1 0 0,0 0 0,0 1 0,1-1 0,0 1 0,-1 8 0,2-13 0,1 0 0,0 0 0,0 0 0,0-1 0,0 1 0,1 0 0,-1 0 0,1 0 0,-1-1 0,1 1 0,0 0 0,0-1 0,0 1 0,1-1 0,-1 1 0,1-1 0,-1 1 0,5 3 0,-3-3 0,0 0 0,1 0 0,0-1 0,0 1 0,0-1 0,0 0 0,0 0 0,0 0 0,1-1 0,7 2 0,0 0 0,1-2 0,-1 1 0,0-2 0,1 0 0,-1 0 0,1-1 0,23-5 0,-26 3 0,0-1 0,0 0 0,-1 0 0,1-1 0,-1 0 0,0 0 0,0-1 0,0-1 0,7-6 0,8-11 0,30-36 0,-53 59 0,-1 0 0,1 0 0,-1 0 0,1 1 0,0-1 0,0 0 0,0 0 0,0 0 0,-1 0 0,1 1 0,0-1 0,0 1 0,0-1 0,1 0 0,-1 1 0,0 0 0,0-1 0,1 1 0,-1 0 0,-1 0 0,0 0 0,1 0 0,-1 1 0,1-1 0,-1 0 0,0 1 0,1-1 0,-1 0 0,0 1 0,1-1 0,-1 0 0,0 1 0,0-1 0,1 0 0,-1 1 0,0-1 0,0 1 0,0-1 0,1 1 0,-1-1 0,0 1 0,0-1 0,0 1 0,0-1 0,0 1 0,0 0 0,-3 49 0,2-38 0,-1 2-103,0 4 162,1 0 0,1 0 0,2 22 0,-2-36-121,0-1-1,1 0 1,-1 1-1,1-1 1,0 1 0,0-1-1,0 0 1,1 0-1,-1 1 1,1-1-1,-1 0 1,1 0 0,0-1-1,0 1 1,1 0-1,-1-1 1,0 1 0,1-1-1,0 0 1,-1 0-1,1 0 1,0 0-1,5 3 1,11-1-6764</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54.899"/>
    </inkml:context>
    <inkml:brush xml:id="br0">
      <inkml:brushProperty name="width" value="0.05" units="cm"/>
      <inkml:brushProperty name="height" value="0.05" units="cm"/>
    </inkml:brush>
  </inkml:definitions>
  <inkml:trace contextRef="#ctx0" brushRef="#br0">5 3 24575,'-4'146'0,"3"-140"0,1 0 0,0 0 0,0 0 0,1 0 0,1 8 0,-2-13 0,0-1 0,0 1 0,0-1 0,1 0 0,-1 1 0,0-1 0,0 1 0,0-1 0,1 0 0,-1 1 0,0-1 0,0 0 0,1 1 0,-1-1 0,0 0 0,1 1 0,-1-1 0,0 0 0,1 0 0,-1 1 0,0-1 0,1 0 0,-1 0 0,1 0 0,-1 0 0,0 1 0,1-1 0,-1 0 0,1 0 0,0 0 0,1-1 0,-1 1 0,1-1 0,-1 1 0,1-1 0,-1 0 0,0 0 0,1 0 0,-1 0 0,0 0 0,1 0 0,-1 0 0,0 0 0,2-3 0,10-13 0,0 0 0,11-20 0,-17 24 0,1 1 0,0-1 0,1 2 0,0-1 0,0 2 0,1-1 0,18-13 0,-27 23 0,0 0 0,1 0 0,-1 0 0,0 0 0,1 0 0,-1 1 0,0-1 0,1 1 0,-1-1 0,1 1 0,-1-1 0,1 1 0,0 0 0,-1 0 0,1 0 0,-1 0 0,1 0 0,-1 0 0,1 0 0,-1 0 0,1 0 0,-1 1 0,1-1 0,-1 1 0,1-1 0,-1 1 0,1 0 0,-1 0 0,0-1 0,1 1 0,-1 0 0,0 0 0,0 0 0,0 0 0,0 0 0,0 1 0,0-1 0,0 0 0,0 0 0,0 1 0,0-1 0,-1 1 0,1-1 0,0 3 0,4 8 0,-1 0 0,0 1 0,-1-1 0,3 18 0,-4-15 0,9 23-1365,2-6-5461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55.599"/>
    </inkml:context>
    <inkml:brush xml:id="br0">
      <inkml:brushProperty name="width" value="0.05" units="cm"/>
      <inkml:brushProperty name="height" value="0.05" units="cm"/>
    </inkml:brush>
  </inkml:definitions>
  <inkml:trace contextRef="#ctx0" brushRef="#br0">262 674 24575,'-2'-3'0,"-1"0"0,1 0 0,0 0 0,-1 0 0,1 1 0,-1-1 0,0 1 0,0 0 0,0-1 0,0 2 0,0-1 0,0 0 0,-1 0 0,1 1 0,-1 0 0,1 0 0,-1 0 0,1 0 0,-1 0 0,0 1 0,-4 0 0,-1-1 0,0 1 0,0 0 0,0 0 0,0 1 0,0 1 0,0 0 0,-13 3 0,15-1 0,0 0 0,0 0 0,1 0 0,-1 1 0,1 0 0,0 0 0,0 1 0,1 0 0,0 0 0,0 0 0,0 0 0,1 1 0,-1 0 0,2 0 0,-1 0 0,1 0 0,0 1 0,-2 7 0,4-10 0,0-1 0,0 1 0,0-1 0,0 1 0,1-1 0,0 1 0,0 0 0,0-1 0,1 1 0,-1-1 0,1 1 0,0 0 0,3 7 0,-2-9 0,0 1 0,0-2 0,0 1 0,0 0 0,0 0 0,1-1 0,-1 1 0,1-1 0,0 1 0,0-1 0,-1 0 0,1 0 0,1-1 0,-1 1 0,0-1 0,0 1 0,1-1 0,-1 0 0,0 0 0,5 0 0,-1 0 0,-1 0 0,1-1 0,0 0 0,-1 0 0,1-1 0,0 0 0,-1 0 0,1 0 0,-1-1 0,1 0 0,-1 0 0,0-1 0,0 0 0,0 0 0,0 0 0,0-1 0,-1 0 0,1 0 0,-1 0 0,0-1 0,5-5 0,5-7 0,-1 1 0,-1-2 0,0 0 0,-1 0 0,12-27 0,-11 17 0,-1 0 0,-2-1 0,-1 0 0,-2-1 0,0 0 0,2-38 0,-1-184 0,-9 137 0,1 98 0,1 0 0,6-32 0,-7 49 0,0 0 0,0 0 0,0 0 0,0 0 0,0 0 0,0 0 0,1 0 0,-1 1 0,0-1 0,0 0 0,0 0 0,0 0 0,0 0 0,0 0 0,0 0 0,1 0 0,-1 0 0,0 0 0,0 0 0,0 0 0,0 0 0,0 0 0,0 0 0,0 0 0,1-1 0,-1 1 0,0 0 0,0 0 0,0 0 0,0 0 0,0 0 0,0 0 0,0 0 0,0 0 0,0 0 0,0 0 0,1 0 0,-1 0 0,0-1 0,0 1 0,0 0 0,0 0 0,0 0 0,0 0 0,0 0 0,0 0 0,0 0 0,0-1 0,0 1 0,0 0 0,0 0 0,0 0 0,0 0 0,0 0 0,0 0 0,0 0 0,0-1 0,0 1 0,0 0 0,4 16 0,0 23 0,-3 5 0,-2 0 0,-11 68 0,-26 88 0,22-122 0,6-33 0,3-17 0,2 0 0,0 0 0,2 1 0,0 31 0,4-56-48,-1 1-1,1-1 0,0 1 0,1-1 0,-1 0 1,1 0-1,-1 0 0,1 0 0,0 0 1,1 0-1,-1 0 0,1-1 0,0 1 1,-1-1-1,1 0 0,1 1 0,-1-2 1,0 1-1,1 0 0,0-1 0,-1 1 1,1-1-1,0 0 0,0 0 0,1-1 0,-1 1 1,8 1-1,25 5-6777</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56.819"/>
    </inkml:context>
    <inkml:brush xml:id="br0">
      <inkml:brushProperty name="width" value="0.05" units="cm"/>
      <inkml:brushProperty name="height" value="0.05" units="cm"/>
    </inkml:brush>
  </inkml:definitions>
  <inkml:trace contextRef="#ctx0" brushRef="#br0">291 56 24575,'-12'0'0,"0"2"0,0-1 0,0 2 0,1-1 0,-1 2 0,1-1 0,0 2 0,0-1 0,0 2 0,1-1 0,-1 1 0,1 1 0,-16 13 0,14-9 0,0 0 0,1 1 0,0 0 0,0 1 0,1 0 0,1 1 0,0 0 0,1 0 0,-8 20 0,15-30 0,-1 0 0,0 1 0,1-1 0,0 0 0,0 0 0,1 1 0,-1-1 0,1 0 0,0 1 0,0-1 0,0 0 0,0 1 0,1-1 0,0 0 0,1 5 0,-1-6 0,1 0 0,0 0 0,0 0 0,-1-1 0,1 1 0,1-1 0,-1 0 0,0 1 0,1-1 0,-1 0 0,1 0 0,-1-1 0,1 1 0,0 0 0,0-1 0,0 0 0,0 0 0,0 0 0,0 0 0,6 1 0,4 1 0,-1-1 0,1 0 0,-1-1 0,1 0 0,0-1 0,18-2 0,-25 1 0,1 0 0,-1-1 0,0 0 0,1 0 0,-1 0 0,0 0 0,-1-1 0,1 0 0,0-1 0,-1 1 0,1-1 0,-1 0 0,0 0 0,6-7 0,-2-1 0,0 1 0,-1-1 0,0-1 0,-1 1 0,0-1 0,6-18 0,-10 23 0,0-1 0,0 0 0,-1 0 0,-1 0 0,1 0 0,-1 0 0,-1 0 0,0 0 0,0 0 0,-1 0 0,-2-11 0,2 16 0,-1-1 0,0 1 0,0-1 0,-1 1 0,1 0 0,-1 0 0,0 0 0,0 0 0,0 1 0,-1-1 0,1 1 0,-1 0 0,-6-4 0,-12-13 0,21 19 0,1 1 0,-1-1 0,0 1 0,1-1 0,-1 0 0,1 1 0,-1-1 0,1 0 0,0 1 0,-1-1 0,1 0 0,-1 1 0,1-1 0,0 0 0,0 0 0,0 1 0,-1-1 0,1 0 0,0 0 0,0 0 0,0 1 0,0-1 0,0 0 0,0 0 0,0 0 0,1 1 0,-1-1 0,0 0 0,1-1 0,0 1 0,0-1 0,0 1 0,1 0 0,-1 0 0,0 0 0,1 0 0,-1 0 0,1 0 0,-1 0 0,1 1 0,-1-1 0,1 0 0,2 0 0,6-1 0,0 0 0,0 0 0,17 0 0,-21 2 0,-1 0 0,1 0 0,-1 1 0,1-1 0,-1 1 0,1 1 0,-1-1 0,0 1 0,1 0 0,-1 0 0,0 1 0,0-1 0,-1 1 0,10 7 0,-8-4 0,0 0 0,0 0 0,-1 0 0,0 1 0,0 0 0,0 0 0,-1 1 0,0-1 0,3 9 0,0 5 0,0 0 0,-2 0 0,0 1 0,-2 0 0,0 0 0,0 40 0,-4 34 0,1-96 0,0 1 0,0 0 0,0 0 0,0-1 0,0 1 0,1 0 0,-1 0 0,0-1 0,0 1 0,0 0 0,1 0 0,-1-1 0,0 1 0,1 0 0,-1-1 0,1 1 0,-1-1 0,1 1 0,0 0 0,8-6 0,9-27 0,-15 27 0,8-19 0,1 0 0,1 1 0,0 1 0,2 0 0,1 1 0,1 1 0,21-20 0,-36 38 0,-1 0 0,1 1 0,-1-1 0,1 1 0,0 0 0,0 0 0,0-1 0,0 1 0,0 0 0,0 1 0,0-1 0,0 0 0,0 0 0,0 1 0,0 0 0,1-1 0,-1 1 0,0 0 0,0 0 0,1 0 0,-1 0 0,0 0 0,3 1 0,-3 1 0,0-1 0,0 0 0,-1 1 0,1-1 0,0 1 0,-1-1 0,0 1 0,1 0 0,-1 0 0,0 0 0,0 0 0,0-1 0,0 1 0,0 1 0,0-1 0,-1 0 0,1 0 0,-1 0 0,1 0 0,-1 0 0,0 1 0,0 2 0,0 8 0,0-1 0,-1 0 0,-1 1 0,-3 14 0,3-16 0,0-1 0,0 1 0,1 0 0,1 0 0,1 15 0,-2-25 0,1 0 0,0 1 0,0-1 0,1 0 0,-1 0 0,0 0 0,0 0 0,0 0 0,1 0 0,-1 0 0,1 0 0,-1 0 0,1 0 0,-1 0 0,1 0 0,-1 0 0,1 0 0,0 0 0,0 0 0,-1 0 0,1-1 0,0 1 0,0 0 0,0-1 0,0 1 0,1 0 0,0-1 0,-1 0 0,1 0 0,-1 0 0,1 0 0,-1-1 0,1 1 0,-1-1 0,0 1 0,1-1 0,-1 1 0,1-1 0,-1 0 0,0 1 0,0-1 0,1 0 0,1-2 0,7-7 0,0 0 0,0-1 0,9-13 0,-18 22 0,54-73 0,-29 37 0,2 1 0,45-47 0,-68 80 0,0-1 0,0 1 0,0 0 0,0 0 0,1 1 0,10-5 0,-15 7 0,0 1 0,0-1 0,0 1 0,1 0 0,-1-1 0,0 1 0,0 0 0,1 0 0,-1 0 0,0 0 0,1 0 0,-1 0 0,0 0 0,0 1 0,1-1 0,-1 0 0,0 1 0,0-1 0,0 1 0,0-1 0,1 1 0,-1 0 0,0 0 0,0-1 0,0 1 0,0 0 0,0 0 0,-1 0 0,1 0 0,0 0 0,0 0 0,-1 0 0,1 0 0,0 0 0,-1 0 0,1 0 0,-1 1 0,1-1 0,-1 2 0,4 9 0,0 1 0,-1 0 0,0 0 0,-2 1 0,2 18 0,-5 74 0,0-63 0,1-9-120,-1-15 183,1 1 1,1-1-1,5 35 0,-4-50-128,0 1 0,0-1 0,0 0 0,0 0 0,1 0-1,0 0 1,-1-1 0,1 1 0,1 0 0,-1-1 0,0 1 0,1-1-1,0 0 1,0 0 0,0 0 0,0 0 0,0 0 0,1-1 0,-1 1-1,1-1 1,0 0 0,6 3 0,17 1-6761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58.366"/>
    </inkml:context>
    <inkml:brush xml:id="br0">
      <inkml:brushProperty name="width" value="0.05" units="cm"/>
      <inkml:brushProperty name="height" value="0.05" units="cm"/>
    </inkml:brush>
  </inkml:definitions>
  <inkml:trace contextRef="#ctx0" brushRef="#br0">1 0 24575,'9'0'0,"22"0"0,20 0 0,14 0 0,6 0 0,5 0 0,-1 0 0,-14 0-8191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2:58.708"/>
    </inkml:context>
    <inkml:brush xml:id="br0">
      <inkml:brushProperty name="width" value="0.05" units="cm"/>
      <inkml:brushProperty name="height" value="0.05" units="cm"/>
    </inkml:brush>
  </inkml:definitions>
  <inkml:trace contextRef="#ctx0" brushRef="#br0">0 1 24575,'5'0'0,"15"0"0,13 0 0,16 0 0,13 0 0,1 0 0,-11 0-8191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00.421"/>
    </inkml:context>
    <inkml:brush xml:id="br0">
      <inkml:brushProperty name="width" value="0.05" units="cm"/>
      <inkml:brushProperty name="height" value="0.05" units="cm"/>
    </inkml:brush>
  </inkml:definitions>
  <inkml:trace contextRef="#ctx0" brushRef="#br0">222 10 24575,'-10'-1'0,"1"2"0,0-1 0,-1 1 0,1 1 0,0 0 0,0 0 0,-16 7 0,20-7 0,0 1 0,0 0 0,0 0 0,1 1 0,-1-1 0,1 1 0,-1 0 0,1 0 0,1 0 0,-1 1 0,1 0 0,-1-1 0,-3 10 0,5-10 0,-15 27 0,-18 51 0,32-74 0,0 0 0,1 0 0,0 0 0,0 1 0,1-1 0,0 0 0,0 1 0,1-1 0,0 1 0,1-1 0,0 0 0,2 12 0,-1-16 0,-1 0 0,1-1 0,0 1 0,0 0 0,0-1 0,0 0 0,1 1 0,-1-1 0,1 0 0,0 0 0,0 0 0,0-1 0,0 1 0,4 2 0,0-2 0,0 1 0,0-1 0,0 0 0,0 0 0,0-1 0,0 0 0,10 1 0,-2-1 0,0-1 0,1 0 0,-1-1 0,0-1 0,0-1 0,0 0 0,16-4 0,-25 5 0,1-1 0,-1-1 0,0 1 0,0-1 0,0 0 0,0 0 0,-1 0 0,1-1 0,-1 0 0,0 0 0,0 0 0,0-1 0,-1 0 0,5-5 0,-5 4 0,0-1 0,-1 0 0,1 0 0,-1 0 0,-1 0 0,1-1 0,-1 1 0,-1-1 0,1 1 0,-1-1 0,0-13 0,-1 13 8,0-1 0,0 0 0,-1 0 0,-1 0 0,1 1 0,-1-1 0,-1 1 0,1-1 0,-1 1 0,-1 0 0,0 0 0,0 0 0,-1 1 0,-6-9 0,-2 0-256,0 2 1,-2 0-1,0 0 1,0 2-1,-20-13 1,27 19-6579</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00.828"/>
    </inkml:context>
    <inkml:brush xml:id="br0">
      <inkml:brushProperty name="width" value="0.05" units="cm"/>
      <inkml:brushProperty name="height" value="0.05" units="cm"/>
    </inkml:brush>
  </inkml:definitions>
  <inkml:trace contextRef="#ctx0" brushRef="#br0">0 0 24575,'0'14'0,"0"14"0,9 1 0,3-7 0,0-9-8191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01.831"/>
    </inkml:context>
    <inkml:brush xml:id="br0">
      <inkml:brushProperty name="width" value="0.05" units="cm"/>
      <inkml:brushProperty name="height" value="0.05" units="cm"/>
    </inkml:brush>
  </inkml:definitions>
  <inkml:trace contextRef="#ctx0" brushRef="#br0">1 83 24575,'0'-3'0,"0"-1"0,0 1 0,1 0 0,0 0 0,0 0 0,0-1 0,0 1 0,0 0 0,0 0 0,1 1 0,-1-1 0,1 0 0,0 0 0,0 1 0,0-1 0,0 1 0,0 0 0,1-1 0,-1 1 0,1 0 0,0 0 0,-1 1 0,1-1 0,0 1 0,0-1 0,0 1 0,0 0 0,0 0 0,0 0 0,5-1 0,9-1 0,1 0 0,0 1 0,0 1 0,20 1 0,-34 0 0,6 0 0,1 0 0,-1 1 0,1 0 0,0 1 0,-1 0 0,0 1 0,0 0 0,0 0 0,13 7 0,-20-8 0,0 0 0,0 0 0,0 0 0,0 0 0,0 1 0,0 0 0,-1-1 0,1 1 0,-1 0 0,0 0 0,0 0 0,0 0 0,0 1 0,0-1 0,-1 1 0,0-1 0,1 1 0,-1-1 0,-1 1 0,1 0 0,0-1 0,-1 1 0,0 0 0,0 0 0,0-1 0,0 1 0,-1 0 0,1-1 0,-3 8 0,-1 2 0,-1-1 0,0 1 0,-1-1 0,0 0 0,-1-1 0,0 0 0,-1 0 0,0 0 0,-13 11 0,-20 30 0,40-51 0,0 1 0,0-1 0,0 0 0,0 0 0,0 0 0,0 1 0,1-1 0,-1 0 0,0 1 0,1-1 0,-1 1 0,1-1 0,0 1 0,-1-1 0,1 1 0,0-1 0,0 1 0,0-1 0,0 1 0,0-1 0,0 1 0,0-1 0,1 1 0,-1-1 0,0 1 0,1-1 0,0 2 0,2 0 0,0 0 0,1 0 0,-1-1 0,0 1 0,1-1 0,-1 0 0,1 0 0,6 3 0,-8-5 0,24 13 0,-11-7 0,0 1 0,-1 1 0,1 0 0,17 15 0,-29-20 0,1 0 0,-1 0 0,0 0 0,0 1 0,0-1 0,-1 1 0,1-1 0,-1 1 0,0 0 0,0 0 0,0 0 0,-1 1 0,1-1 0,-1 0 0,0 1 0,0-1 0,-1 0 0,1 1 0,-1-1 0,0 1 0,-1 4 0,0-3 0,1 0 0,-2-1 0,1 1 0,-1 0 0,0-1 0,0 0 0,0 1 0,-1-1 0,0 0 0,0 0 0,0 0 0,-1-1 0,0 1 0,1-1 0,-2 0 0,1 0 0,0 0 0,-1 0 0,0-1 0,1 0 0,-1 0 0,-1 0 0,1-1 0,0 0 0,-1 0 0,-8 3 0,-6 0 0,0-1 0,0-1 0,0 0 0,-1-2 0,1 0 0,-26-3 0,-8-6-1365,12-5-5461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15.632"/>
    </inkml:context>
    <inkml:brush xml:id="br0">
      <inkml:brushProperty name="width" value="0.05" units="cm"/>
      <inkml:brushProperty name="height" value="0.05" units="cm"/>
    </inkml:brush>
  </inkml:definitions>
  <inkml:trace contextRef="#ctx0" brushRef="#br0">34 0 24575,'0'10'0,"0"11"0,-9 8 0,-3 8 0,0-2-8191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15.859"/>
    </inkml:context>
    <inkml:brush xml:id="br0">
      <inkml:brushProperty name="width" value="0.05" units="cm"/>
      <inkml:brushProperty name="height" value="0.05" units="cm"/>
    </inkml:brush>
  </inkml:definitions>
  <inkml:trace contextRef="#ctx0" brushRef="#br0">69 0 24575,'0'5'0,"-4"1"0,-2 10 0,-9 1 0,-2 7 0,2-5 0,3-5-8191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16.274"/>
    </inkml:context>
    <inkml:brush xml:id="br0">
      <inkml:brushProperty name="width" value="0.05" units="cm"/>
      <inkml:brushProperty name="height" value="0.05" units="cm"/>
    </inkml:brush>
  </inkml:definitions>
  <inkml:trace contextRef="#ctx0" brushRef="#br0">1 1 24575,'0'9'0,"4"3"0,2 5 0,0 8 0,8 0 0,2-5-8191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16.498"/>
    </inkml:context>
    <inkml:brush xml:id="br0">
      <inkml:brushProperty name="width" value="0.05" units="cm"/>
      <inkml:brushProperty name="height" value="0.05" units="cm"/>
    </inkml:brush>
  </inkml:definitions>
  <inkml:trace contextRef="#ctx0" brushRef="#br0">0 1 24575,'10'0'0,"2"9"0,4 3 0,0 0-8191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16.738"/>
    </inkml:context>
    <inkml:brush xml:id="br0">
      <inkml:brushProperty name="width" value="0.05" units="cm"/>
      <inkml:brushProperty name="height" value="0.05" units="cm"/>
    </inkml:brush>
  </inkml:definitions>
  <inkml:trace contextRef="#ctx0" brushRef="#br0">0 1 24575,'10'0'0,"2"0"-8191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35.897"/>
    </inkml:context>
    <inkml:brush xml:id="br0">
      <inkml:brushProperty name="width" value="0.05" units="cm"/>
      <inkml:brushProperty name="height" value="0.05" units="cm"/>
      <inkml:brushProperty name="color" value="#E71224"/>
    </inkml:brush>
  </inkml:definitions>
  <inkml:trace contextRef="#ctx0" brushRef="#br0">0 19 24575,'0'-9'0,"0"1"0,0 7 0,0 22 0,0 21 0,0 9 0,0 4 0,0 3 0,0-4 0,0-3 0,0 1 0,9-10 0,4-12-8191</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36.663"/>
    </inkml:context>
    <inkml:brush xml:id="br0">
      <inkml:brushProperty name="width" value="0.05" units="cm"/>
      <inkml:brushProperty name="height" value="0.05" units="cm"/>
      <inkml:brushProperty name="color" value="#E71224"/>
    </inkml:brush>
  </inkml:definitions>
  <inkml:trace contextRef="#ctx0" brushRef="#br0">39 61 24575,'-8'-20'0,"1"3"0,8 16 0,-1 1 0,0-1 0,0 0 0,1 1 0,-1-1 0,0 0 0,1 1 0,-1-1 0,1 0 0,-1 1 0,1-1 0,-1 1 0,1-1 0,0 1 0,-1-1 0,1 1 0,-1 0 0,1-1 0,0 1 0,-1 0 0,1-1 0,0 1 0,0 0 0,-1 0 0,1 0 0,1-1 0,15-2 0,1 0 0,-1 1 0,1 0 0,-1 2 0,1 0 0,-1 1 0,1 0 0,19 6 0,-33-6 0,-1-1 0,0 2 0,1-1 0,-1 0 0,0 1 0,0-1 0,0 1 0,0 0 0,0 0 0,0 0 0,0 1 0,-1-1 0,1 0 0,-1 1 0,0 0 0,1 0 0,-1 0 0,-1 0 0,3 3 0,-3-3 0,0-1 0,0 1 0,-1-1 0,1 1 0,-1-1 0,1 1 0,-1 0 0,0-1 0,0 1 0,0 0 0,-1-1 0,1 1 0,-1 0 0,1-1 0,-1 1 0,0-1 0,0 1 0,0-1 0,0 1 0,0-1 0,-1 0 0,1 0 0,-1 1 0,1-1 0,-5 3 0,-2 2 0,0 0 0,0 0 0,-1-1 0,0-1 0,-1 1 0,-13 4 0,-6 5 0,29-15 0,-1 0 0,1 0 0,0 1 0,-1-1 0,1 0 0,0 0 0,-1 0 0,1 0 0,0 0 0,0 1 0,-1-1 0,1 0 0,0 0 0,0 1 0,0-1 0,-1 0 0,1 0 0,0 1 0,0-1 0,0 0 0,-1 0 0,1 1 0,0-1 0,0 0 0,0 1 0,0-1 0,0 0 0,0 1 0,0-1 0,0 0 0,0 1 0,9 5 0,33 4 0,-13-4 0,-18-2 0,1 0 0,-1 2 0,1-1 0,-2 2 0,1-1 0,-1 1 0,0 1 0,18 17 0,-23-20 0,-1 0 0,0 1 0,0-1 0,0 1 0,-1 0 0,0 1 0,0-1 0,0 0 0,-1 1 0,0-1 0,0 1 0,-1 0 0,0 0 0,0 0 0,-1-1 0,1 1 0,-2 11 0,0-7 0,-1-1 0,0 1 0,0-1 0,-1 0 0,0 0 0,-1 0 0,0 0 0,-1-1 0,0 0 0,0 0 0,-1 0 0,0 0 0,-1-1 0,1 0 0,-2 0 0,-14 12 0,9-11 0,-1 0 0,1 0 0,-1-2 0,0 0 0,-1 0 0,0-1 0,0-1 0,0-1 0,-1 0 0,-22 3 0,29-6 0,0-1 0,1 1 0,-1-1 0,1-1 0,-1 0 0,-16-3 0,23 3 0,0 1 0,0 0 0,1-1 0,-1 0 0,0 1 0,1-1 0,-1 0 0,1 0 0,-1 0 0,1 0 0,-1 0 0,1 0 0,0 0 0,-1 0 0,1-1 0,0 1 0,0 0 0,0-1 0,0 1 0,0-1 0,0 1 0,0-1 0,1 0 0,-1 1 0,0-1 0,1 0 0,0 1 0,-1-1 0,1 0 0,0 0 0,0 1 0,0-1 0,0 0 0,0 0 0,0 1 0,0-1 0,1 0 0,-1 0 0,1-1 0,18-37-1365,7-1-5461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38.327"/>
    </inkml:context>
    <inkml:brush xml:id="br0">
      <inkml:brushProperty name="width" value="0.05" units="cm"/>
      <inkml:brushProperty name="height" value="0.05" units="cm"/>
      <inkml:brushProperty name="color" value="#E71224"/>
    </inkml:brush>
  </inkml:definitions>
  <inkml:trace contextRef="#ctx0" brushRef="#br0">135 821 24575,'42'1'0,"54"-2"0,-86 0 0,-1 0 0,1 0 0,0-1 0,-1-1 0,0 0 0,1 0 0,11-6 0,-18 7 0,0 0 0,0-1 0,0 1 0,0-1 0,0 1 0,0-1 0,0 0 0,-1 0 0,0 0 0,1-1 0,-1 1 0,-1-1 0,1 1 0,1-5 0,-2 6 0,0 0 0,0 0 0,-1 0 0,1 0 0,-1 0 0,0-1 0,0 1 0,0 0 0,0 0 0,0 0 0,0 0 0,0-1 0,-1 1 0,1 0 0,-1 0 0,1 0 0,-1 0 0,0 0 0,0 0 0,0 0 0,0 0 0,0 1 0,-1-1 0,1 0 0,0 1 0,-1-1 0,-1-1 0,-3-1 0,0 0 0,0 1 0,0 0 0,0 0 0,0 0 0,-1 1 0,0 0 0,1 0 0,-1 1 0,0-1 0,0 2 0,1-1 0,-1 1 0,0 0 0,0 0 0,0 1 0,-8 1 0,2 0 0,0 1 0,1 1 0,-1 0 0,1 0 0,0 1 0,0 1 0,1 0 0,-14 9 0,12-5 0,1 0 0,0 1 0,0 1 0,2 0 0,-1 0 0,1 1 0,1 0 0,1 1 0,0-1 0,-8 19 0,13-23 0,0-1 0,0 1 0,1 0 0,0 0 0,0 0 0,1 0 0,0 0 0,1 14 0,1-17 0,-1 0 0,1 0 0,1 0 0,-1-1 0,1 1 0,0 0 0,0-1 0,1 0 0,0 1 0,0-1 0,0 0 0,0 0 0,1-1 0,4 5 0,-2-3 0,1 0 0,0-1 0,1 0 0,-1 0 0,1-1 0,0 0 0,0 0 0,0-1 0,1 0 0,-1-1 0,1 1 0,0-2 0,9 2 0,8 0 0,1-2 0,-1 0 0,32-5 0,-45 3 0,0-1 0,-1 0 0,0-1 0,1 0 0,-1-1 0,0 0 0,-1-1 0,1-1 0,-1 1 0,0-2 0,0 0 0,15-13 0,-14 9 0,-2 0 0,0 0 0,0-1 0,-1-1 0,0 1 0,-1-2 0,-1 1 0,0-1 0,-1 0 0,6-19 0,-1-8 0,-1 0 0,-2-1 0,-2 1 0,2-51 0,-10-171 0,1 222 0,0 21 0,-1-12 0,2 32 0,0 0 0,0 0 0,0 0 0,0 0 0,0 0 0,0 0 0,0 0 0,0 0 0,0 0 0,-1 0 0,1-1 0,0 1 0,0 0 0,0 0 0,0 0 0,0 0 0,0 0 0,0 0 0,0 0 0,0 0 0,-1 0 0,1 0 0,0 0 0,0 0 0,0 0 0,0 0 0,0 0 0,0 0 0,0 0 0,0 0 0,0 0 0,-1 0 0,1 0 0,0 0 0,0 0 0,0 1 0,0-1 0,0 0 0,0 0 0,0 0 0,0 0 0,0 0 0,0 0 0,0 0 0,-1 0 0,1 0 0,0 0 0,0 0 0,0 0 0,0 1 0,0-1 0,0 0 0,0 0 0,0 0 0,0 0 0,0 0 0,0 0 0,0 0 0,0 0 0,0 1 0,0-1 0,0 0 0,0 0 0,0 0 0,0 0 0,0 0 0,-7 22 0,-8 40 0,3 2 0,3 0 0,2 0 0,4 109 0,3-147 0,1 0 0,1 0 0,2 0 0,0-1 0,14 46 0,-16-64 0,1 0 0,0 0 0,1 0 0,-1 0 0,1-1 0,1 1 0,-1-1 0,1 0 0,0 0 0,0-1 0,1 1 0,-1-1 0,1 0 0,1-1 0,-1 0 0,1 0 0,-1 0 0,1 0 0,0-1 0,0 0 0,1-1 0,-1 0 0,11 2 0,-10-3 0,-1 0 0,1-1 0,0 0 0,0 0 0,-1-1 0,1 0 0,0 0 0,-1-1 0,1 0 0,-1 0 0,0-1 0,1 0 0,-1 0 0,0-1 0,-1 0 0,1 0 0,-1 0 0,0-1 0,0 0 0,0 0 0,-1-1 0,6-6 0,3-6 0,-1 1 0,-1-2 0,0 0 0,-2 0 0,0-1 0,11-32 0,-4 0 0,-3 0 0,-2-1 0,8-80 0,-13 43 0,-6-116 0,-2 176 0,-1 0 0,-2 0 0,-1 1 0,-14-47 0,19 75 0,0 0 0,0 0 0,0 0 0,-1 0 0,1 0 0,0 0 0,-1 0 0,1 0 0,-1 0 0,1 0 0,-1 0 0,1 0 0,-1 1 0,0-1 0,1 0 0,-1 0 0,0 0 0,0 1 0,1-1 0,-1 0 0,0 1 0,0-1 0,0 1 0,0-1 0,0 1 0,0-1 0,-2 1 0,1 0 0,1 1 0,0-1 0,0 1 0,-1 0 0,1 0 0,0 0 0,0 0 0,0 0 0,0 0 0,0 0 0,0 0 0,0 0 0,0 0 0,0 0 0,0 1 0,1-1 0,-2 2 0,-3 9 0,-1 0 0,1 0 0,-4 18 0,-1 33 0,2 1 0,2-1 0,6 111 0,1-103 0,-1-41 0,1 0 0,2 0 0,0-1 0,3 1 0,9 33 0,-10-50 0,0 0 0,0 0 0,2 0 0,-1-1 0,2 0 0,0 0 0,0-1 0,1 0 0,0 0 0,1-1 0,0-1 0,0 1 0,13 7 0,-10-8 0,0-1 0,0-1 0,1 0 0,0 0 0,0-1 0,1-1 0,22 5 0,-29-9 0,0 1 0,1-1 0,-1-1 0,0 1 0,0-2 0,0 1 0,1-1 0,-1 0 0,0-1 0,0 0 0,0 0 0,0 0 0,-1-1 0,1-1 0,10-5 0,-3-2 0,0 0 0,-1-1 0,0-1 0,0 0 0,-2-1 0,0 0 0,0-1 0,-1 0 0,-1-1 0,10-21 0,-14 25 0,0 0 0,-1 0 0,-1-1 0,0 0 0,0 0 0,-1 0 0,-1 0 0,0-1 0,-1 1 0,-1-1 0,0 1 0,0-1 0,-2 1 0,-4-26 0,4 35 0,1 0 0,-1 0 0,1 0 0,-1 0 0,0 1 0,-1-1 0,1 0 0,-1 1 0,1 0 0,-1-1 0,0 1 0,0 0 0,-1 1 0,-3-4 0,6 5 0,0 1 0,0-1 0,0 1 0,-1-1 0,1 1 0,0 0 0,0-1 0,0 1 0,-1 0 0,1 0 0,0 0 0,0 0 0,-1 0 0,1 0 0,0 0 0,0 0 0,-1 0 0,1 1 0,0-1 0,-2 1 0,1 0 0,1 0 0,-1 1 0,0-1 0,0 1 0,1-1 0,-1 1 0,1-1 0,-1 1 0,1 0 0,0 0 0,-1 0 0,1 0 0,0 0 0,0 0 0,0 3 0,-4 9 0,0 1 0,1 0 0,1 0 0,1 1 0,0-1 0,0 0 0,2 1 0,0-1 0,1 1 0,0-1 0,2 1 0,-1-1 0,2 0 0,0 0 0,1 0 0,10 22 0,-11-32 0,-1 1 0,0-1 0,1 0 0,0 0 0,1 0 0,-1-1 0,1 1 0,-1-1 0,1 0 0,1 0 0,-1-1 0,0 0 0,1 0 0,0 0 0,-1 0 0,1-1 0,0 0 0,1 0 0,-1-1 0,0 0 0,0 0 0,7 0 0,-4-1 0,0-1 0,-1 0 0,1 0 0,0-1 0,-1 0 0,1-1 0,-1 1 0,0-2 0,0 1 0,0-1 0,0-1 0,-1 1 0,1-1 0,-1 0 0,7-8 0,69-73 0,-82 85 0,-1 0 0,1 0 0,0 0 0,0 0 0,0 1 0,-1-1 0,1 0 0,0 1 0,0-1 0,0 1 0,0-1 0,0 1 0,0-1 0,0 1 0,1-1 0,-1 1 0,0 0 0,0 0 0,0 0 0,0 0 0,0-1 0,0 2 0,1-1 0,-1 0 0,0 0 0,0 0 0,0 0 0,0 1 0,0-1 0,0 0 0,0 1 0,0-1 0,0 1 0,0 0 0,0-1 0,0 1 0,0 0 0,1 0 0,2 4 0,0 1 0,0-1 0,0 1 0,-1-1 0,5 12 0,6 10 0,-10-20 0,1-1 0,0 0 0,0 0 0,1-1 0,0 0 0,0 0 0,0 0 0,0 0 0,1-1 0,-1 0 0,1-1 0,12 5 0,-8-5 0,0 0 0,0 0 0,0-1 0,0-1 0,1 0 0,-1 0 0,22-3 0,-10-1 0,0-1 0,-1-1 0,0-1 0,-1-1 0,1 0 0,-1-2 0,0-1 0,23-15 0,-36 20-195,1-1 0,-1 1 0,0-2 0,-1 1 0,0-1 0,8-9 0,3-11-6631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38.757"/>
    </inkml:context>
    <inkml:brush xml:id="br0">
      <inkml:brushProperty name="width" value="0.05" units="cm"/>
      <inkml:brushProperty name="height" value="0.05" units="cm"/>
      <inkml:brushProperty name="color" value="#E71224"/>
    </inkml:brush>
  </inkml:definitions>
  <inkml:trace contextRef="#ctx0" brushRef="#br0">0 1 24575,'5'0'0,"15"0"0,9 0 0,14 0 0,17 0 0,13 0 0,18 0 0,20 0 0,15 0 0,9 0 0,-18 0-8191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0.345"/>
    </inkml:context>
    <inkml:brush xml:id="br0">
      <inkml:brushProperty name="width" value="0.05" units="cm"/>
      <inkml:brushProperty name="height" value="0.05" units="cm"/>
      <inkml:brushProperty name="color" value="#E71224"/>
    </inkml:brush>
  </inkml:definitions>
  <inkml:trace contextRef="#ctx0" brushRef="#br0">359 0 24575,'-37'1'0,"-67"8"0,89-6 0,0 0 0,-1 1 0,1 1 0,1 0 0,-1 1 0,-24 13 0,31-14 0,2 1 0,-1-1 0,1 1 0,-1 0 0,2 1 0,-1-1 0,1 1 0,0 0 0,0 0 0,1 1 0,-5 10 0,6-11 0,0-1 0,1 1 0,0 0 0,0 0 0,1 0 0,0 0 0,0 0 0,0 0 0,1 0 0,0 0 0,1 0 0,-1 0 0,1 1 0,2 6 0,-1-10 0,-1-1 0,1 1 0,0-1 0,0 0 0,0 1 0,0-1 0,1 0 0,-1 0 0,1-1 0,0 1 0,0 0 0,0-1 0,0 1 0,0-1 0,0 0 0,1 0 0,-1-1 0,1 1 0,-1-1 0,1 1 0,0-1 0,0 0 0,-1-1 0,1 1 0,0-1 0,6 1 0,-3-1 0,-1 0 0,1 0 0,0 0 0,-1-1 0,1 0 0,-1-1 0,1 1 0,-1-1 0,0-1 0,1 1 0,-1-1 0,0 0 0,-1 0 0,12-8 0,-1-5 0,-1-1 0,-1 0 0,0-1 0,16-28 0,7-8 0,-38 82 0,-1-9-106,-1 4 186,1 1 0,1 39-1,1-58-157,0 0-1,1 0 0,0 0 0,0 1 0,0-1 0,1 0 0,-1 0 0,1 0 1,0-1-1,1 1 0,-1 0 0,1-1 0,0 1 0,0-1 0,0 0 1,1 0-1,-1 0 0,5 3 0,18 8-6747</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0.956"/>
    </inkml:context>
    <inkml:brush xml:id="br0">
      <inkml:brushProperty name="width" value="0.05" units="cm"/>
      <inkml:brushProperty name="height" value="0.05" units="cm"/>
      <inkml:brushProperty name="color" value="#E71224"/>
    </inkml:brush>
  </inkml:definitions>
  <inkml:trace contextRef="#ctx0" brushRef="#br0">79 35 24575,'-1'-1'0,"1"-1"0,0 0 0,0 1 0,-1-1 0,1 1 0,-1-1 0,0 1 0,1-1 0,-1 1 0,0-1 0,0 1 0,0 0 0,0-1 0,0 1 0,0 0 0,0 0 0,-1 0 0,1-1 0,0 2 0,-1-1 0,1 0 0,0 0 0,-1 0 0,1 0 0,-1 1 0,1-1 0,-1 1 0,0-1 0,1 1 0,-1 0 0,0 0 0,1 0 0,-1 0 0,1 0 0,-1 0 0,0 0 0,1 0 0,-1 0 0,0 1 0,1-1 0,-1 1 0,1-1 0,-1 1 0,1 0 0,-1-1 0,1 1 0,-1 0 0,1 0 0,0 0 0,0 0 0,-1 0 0,1 1 0,0-1 0,0 0 0,0 0 0,-1 4 0,0-1 0,0 1 0,1 0 0,0 0 0,0 1 0,1-1 0,0 0 0,-1 0 0,2 0 0,-1 0 0,0 0 0,1 0 0,0 1 0,0-1 0,1 0 0,0-1 0,-1 1 0,2 0 0,-1 0 0,0-1 0,5 7 0,7 8 0,1 1 0,1-2 0,22 21 0,3 4 0,-37-39 0,-1 0 0,0 0 0,0 1 0,0-1 0,-1 1 0,1-1 0,-1 1 0,0 0 0,-1 0 0,1 0 0,-1 0 0,0 0 0,0 0 0,0 0 0,-1 0 0,0 1 0,0-1 0,0 0 0,-1 0 0,-2 10 0,2-11 0,0 0 0,-1 0 0,0-1 0,0 1 0,0-1 0,0 0 0,-1 0 0,1 1 0,-1-1 0,0-1 0,0 1 0,0 0 0,0-1 0,0 0 0,-1 1 0,1-1 0,-1-1 0,1 1 0,-1 0 0,0-1 0,0 0 0,0 0 0,0 0 0,1 0 0,-1 0 0,0-1 0,-5 0 0,-25-4-1365,7-6-5461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4.113"/>
    </inkml:context>
    <inkml:brush xml:id="br0">
      <inkml:brushProperty name="width" value="0.05" units="cm"/>
      <inkml:brushProperty name="height" value="0.05" units="cm"/>
      <inkml:brushProperty name="color" value="#E71224"/>
    </inkml:brush>
  </inkml:definitions>
  <inkml:trace contextRef="#ctx0" brushRef="#br0">73 147 24575,'9'-30'0,"-1"7"0,2-71 0,-20 244 0,4-86 0,-15 102 0,16-142 0,0 0 0,-2 0 0,0-1 0,-17 35 0,15-45 0,8-12 0,1-1 0,0 0 0,0 0 0,0 0 0,0 0 0,0 0 0,0 0 0,-1 0 0,1 0 0,0 0 0,0 0 0,0 0 0,0 0 0,0 0 0,0 0 0,-1 0 0,1 0 0,0 0 0,0 0 0,0 0 0,0 0 0,0 0 0,-1 0 0,1 0 0,0 0 0,0 0 0,0-1 0,0 1 0,0 0 0,0 0 0,0 0 0,-1 0 0,1 0 0,0 0 0,0 0 0,0 0 0,0-1 0,0 1 0,0 0 0,0 0 0,0 0 0,0 0 0,0 0 0,0 0 0,0-1 0,0 1 0,0-26 0,6 8 0,0 1 0,1-1 0,0 2 0,2-1 0,0 1 0,1 0 0,16-20 0,94-98 0,-117 131 0,1-1 0,-1 1 0,0-1 0,1 1 0,0 0 0,0 0 0,0 1 0,0-1 0,0 1 0,1 0 0,-1 0 0,1 0 0,-1 1 0,1-1 0,0 1 0,7 0 0,-10 1 0,1 0 0,0 0 0,-1 1 0,1 0 0,0-1 0,-1 1 0,1 0 0,-1 0 0,1 1 0,-1-1 0,1 0 0,-1 1 0,0 0 0,0-1 0,0 1 0,0 0 0,0 0 0,0 0 0,0 0 0,-1 0 0,1 1 0,-1-1 0,0 0 0,1 1 0,-1-1 0,0 1 0,0 0 0,0 3 0,4 14 0,-1 0 0,0 0 0,-2 0 0,0 1 0,-3 39 0,0-30 0,5 41 0,-4-70 2,0 0 0,0 0 0,0 0 0,0 0 0,0 0 0,0 0 0,0 0 0,0 0-1,1 0 1,-1 0 0,0-1 0,1 1 0,-1 0 0,0 0 0,1 0 0,-1 0 0,1 0 0,-1-1 0,1 1 0,0 0-1,-1 0 1,1-1 0,0 1 0,-1-1 0,1 1 0,0 0 0,0-1 0,0 0 0,-1 1 0,1-1 0,0 1 0,0-1-1,0 0 1,0 0 0,0 1 0,0-1 0,0 0 0,0 0 0,0 0 0,0 0 0,0 0 0,0 0 0,-1 0-1,1 0 1,0-1 0,0 1 0,0 0 0,0-1 0,0 1 0,0 0 0,1-2 0,4-1-246,1-1 0,-1 0-1,0-1 1,-1 1 0,7-8 0,17-17-6582</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4.499"/>
    </inkml:context>
    <inkml:brush xml:id="br0">
      <inkml:brushProperty name="width" value="0.05" units="cm"/>
      <inkml:brushProperty name="height" value="0.05" units="cm"/>
      <inkml:brushProperty name="color" value="#E71224"/>
    </inkml:brush>
  </inkml:definitions>
  <inkml:trace contextRef="#ctx0" brushRef="#br0">271 0 24575,'0'5'0,"-9"10"0,-4 13 0,-12 5 0,-3 12 0,-10 12 0,1 10 0,-2 2 0,5 0 0,9-3 0,8-3 0,12-4 0,25-11 0,14-14 0,11-13 0,-3-9-8191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4.872"/>
    </inkml:context>
    <inkml:brush xml:id="br0">
      <inkml:brushProperty name="width" value="0.05" units="cm"/>
      <inkml:brushProperty name="height" value="0.05" units="cm"/>
      <inkml:brushProperty name="color" value="#E71224"/>
    </inkml:brush>
  </inkml:definitions>
  <inkml:trace contextRef="#ctx0" brushRef="#br0">1 0 24575,'0'10'0,"0"6"0,0 12 0,0 9 0,0 3 0,0 4 0,0 0 0,4-9 0,2 0 0,10-6 0,1-13 0,-2-9-8191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5.336"/>
    </inkml:context>
    <inkml:brush xml:id="br0">
      <inkml:brushProperty name="width" value="0.05" units="cm"/>
      <inkml:brushProperty name="height" value="0.05" units="cm"/>
      <inkml:brushProperty name="color" value="#E71224"/>
    </inkml:brush>
  </inkml:definitions>
  <inkml:trace contextRef="#ctx0" brushRef="#br0">130 1 24575,'16'-1'0,"-1"2"0,1 0 0,-1 0 0,1 1 0,-1 1 0,28 10 0,-36-10 0,-1 0 0,0 0 0,0 0 0,-1 1 0,1 0 0,-1 1 0,1-1 0,-1 1 0,0 0 0,-1 0 0,0 1 0,1-1 0,-2 1 0,1 0 0,-1 0 0,0 0 0,5 13 0,-4-6 0,0 1 0,0-1 0,-1 1 0,-1 0 0,-1-1 0,0 1 0,0 0 0,-2 0 0,1 0 0,-2-1 0,0 1 0,-1 0 0,0-1 0,-1 1 0,0-1 0,-10 20 0,8-22 0,0-1 0,0 0 0,-1 0 0,-1 0 0,1-1 0,-2 0 0,1 0 0,-1-1 0,0-1 0,-1 1 0,0-1 0,0-1 0,-1 0 0,1 0 0,-1-1 0,-1 0 0,1-1 0,-1-1 0,-14 4 0,-45 2 0,67-8 0,-1-1 0,1 0 0,0 0 0,-1 0 0,1-1 0,0 1 0,0-1 0,-1 0 0,1 0 0,0-1 0,0 1 0,0-1 0,-6-3 0,10 4 1,-1 0 0,0 0-1,0 0 1,0 0 0,0 0-1,1 0 1,-1 0-1,0 0 1,1-1 0,-1 1-1,1 0 1,0 0 0,-1-1-1,1 1 1,0 0 0,0 0-1,0-1 1,-1 1 0,2 0-1,-1-1 1,0 1 0,0 0-1,0 0 1,0-1 0,1-1-1,15-31-1382,11-7-5444</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5.847"/>
    </inkml:context>
    <inkml:brush xml:id="br0">
      <inkml:brushProperty name="width" value="0.05" units="cm"/>
      <inkml:brushProperty name="height" value="0.05" units="cm"/>
      <inkml:brushProperty name="color" value="#E71224"/>
    </inkml:brush>
  </inkml:definitions>
  <inkml:trace contextRef="#ctx0" brushRef="#br0">1 0 24575,'1'11'0,"1"0"0,0-1 0,1 1 0,0-1 0,0 0 0,8 15 0,-1-2 0,34 78 0,12 32 0,-49-111 0,0 1 0,-2 0 0,0 1 0,1 28 0,-4-38 0,-2 0 0,0 1 0,0-1 0,-2 0 0,1 0 0,-2 1 0,0-2 0,-1 1 0,0 0 0,-1-1 0,0 1 0,-1-2 0,-1 1 0,0 0 0,-1-1 0,0-1 0,-1 1 0,0-1 0,-19 17 0,23-23 0,0-1 0,-1 0 0,1 0 0,-1 0 0,0 0 0,1-1 0,-10 3 0,15-6 1,1 0 0,-1 0-1,0-1 1,0 1 0,0 0 0,0 0-1,0 0 1,0 0 0,0-1-1,0 1 1,0 0 0,0 0 0,0 0-1,-1-1 1,1 1 0,0 0-1,0 0 1,0 0 0,0 0 0,0 0-1,0-1 1,0 1 0,0 0-1,0 0 1,-1 0 0,1 0 0,0 0-1,0 0 1,0-1 0,0 1-1,0 0 1,0 0 0,-1 0-1,1 0 1,0 0 0,0 0 0,0 0-1,0 0 1,-1 0 0,1 0-1,0 0 1,0 0 0,0 0 0,0 0-1,-1 0 1,1 0 0,0 0-1,0 0 1,0 0 0,-1 0 0,1 0-1,16-16-492,-11 11-418,14-15-5916</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6.251"/>
    </inkml:context>
    <inkml:brush xml:id="br0">
      <inkml:brushProperty name="width" value="0.05" units="cm"/>
      <inkml:brushProperty name="height" value="0.05" units="cm"/>
      <inkml:brushProperty name="color" value="#E71224"/>
    </inkml:brush>
  </inkml:definitions>
  <inkml:trace contextRef="#ctx0" brushRef="#br0">1 50 24575,'5'0'0,"15"0"0,4-10 0,8-2 0,3 0 0,4 3 0,-4 2-8191</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6.522"/>
    </inkml:context>
    <inkml:brush xml:id="br0">
      <inkml:brushProperty name="width" value="0.05" units="cm"/>
      <inkml:brushProperty name="height" value="0.05" units="cm"/>
      <inkml:brushProperty name="color" value="#E71224"/>
    </inkml:brush>
  </inkml:definitions>
  <inkml:trace contextRef="#ctx0" brushRef="#br0">0 11 24575,'5'0'0,"10"0"0,22 0 0,14 0 0,7 0 0,8 0 0,2-4 0,-11-2-8191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6.969"/>
    </inkml:context>
    <inkml:brush xml:id="br0">
      <inkml:brushProperty name="width" value="0.05" units="cm"/>
      <inkml:brushProperty name="height" value="0.05" units="cm"/>
      <inkml:brushProperty name="color" value="#E71224"/>
    </inkml:brush>
  </inkml:definitions>
  <inkml:trace contextRef="#ctx0" brushRef="#br0">0 1 24575,'0'14'0,"0"14"0,0 11 0,0 5 0,0 3 0,0-2 0,0 1 0,0 7 0,0-1 0,9-19 0,4-15-8191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7.656"/>
    </inkml:context>
    <inkml:brush xml:id="br0">
      <inkml:brushProperty name="width" value="0.05" units="cm"/>
      <inkml:brushProperty name="height" value="0.05" units="cm"/>
      <inkml:brushProperty name="color" value="#E71224"/>
    </inkml:brush>
  </inkml:definitions>
  <inkml:trace contextRef="#ctx0" brushRef="#br0">32 115 24575,'1'-2'0,"0"-1"0,0 1 0,0 0 0,1-1 0,-1 1 0,1 0 0,-1 0 0,1 0 0,0 0 0,0 0 0,0 0 0,0 0 0,0 1 0,0-1 0,5-2 0,5-5 0,-1-1 0,-1 0 0,-1 2 0,1-1 0,1 1 0,14-8 0,-23 15 0,0-1 0,0 1 0,0 0 0,0 1 0,0-1 0,0 0 0,0 0 0,0 1 0,0 0 0,1-1 0,-1 1 0,0 0 0,0 0 0,0 0 0,1 0 0,-1 0 0,0 1 0,0-1 0,0 1 0,1-1 0,-1 1 0,0 0 0,0 0 0,0 0 0,0 0 0,0 0 0,-1 0 0,1 1 0,0-1 0,0 1 0,2 2 0,0 3 0,1-1 0,-1 1 0,-1-1 0,0 1 0,0 0 0,0 0 0,-1 1 0,0-1 0,0 0 0,1 13 0,-1-6 0,-1 1 0,-1-1 0,0 0 0,-5 28 0,2-27 0,-1 0 0,-1-1 0,-1 0 0,0 0 0,0 0 0,-1 0 0,-1-1 0,0-1 0,-1 1 0,-11 11 0,-15 13 0,-64 54 0,90-83 0,6-7 0,1 1 0,0 0 0,0 0 0,0 1 0,0-1 0,0 0 0,1 1 0,-1-1 0,1 1 0,-1-1 0,1 1 0,0 0 0,-1 5 0,2-7 0,0 0 0,0 1 0,0-1 0,0 0 0,0 1 0,1-1 0,-1 0 0,1 0 0,-1 1 0,1-1 0,-1 0 0,1 0 0,-1 0 0,1 0 0,0 0 0,0 0 0,0 0 0,0 0 0,0 0 0,0 0 0,0 0 0,0-1 0,0 1 0,0 0 0,0-1 0,0 1 0,0 0 0,1-1 0,-1 0 0,0 1 0,0-1 0,1 0 0,1 1 0,27 4 0,1-1 0,0-1 0,-1-1 0,1-2 0,42-5 0,-66 4 0,23-1 40,0-1 0,32-8 0,-49 7-252,0 1 0,-1-2 0,1 0-1,-1 0 1,0-1 0,22-15 0,-11 3-6614</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49.117"/>
    </inkml:context>
    <inkml:brush xml:id="br0">
      <inkml:brushProperty name="width" value="0.05" units="cm"/>
      <inkml:brushProperty name="height" value="0.05" units="cm"/>
      <inkml:brushProperty name="color" value="#E71224"/>
    </inkml:brush>
  </inkml:definitions>
  <inkml:trace contextRef="#ctx0" brushRef="#br0">304 842 24575,'-43'1'0,"0"-2"0,0-2 0,0-2 0,-54-13 0,95 18 0,-1-1 0,1 0 0,0 1 0,0-1 0,0 0 0,0 0 0,0 0 0,0 0 0,0-1 0,0 1 0,0 0 0,0-1 0,1 1 0,-4-4 0,5 4 0,0 0 0,0 1 0,-1-1 0,1 0 0,0 0 0,0 0 0,0 0 0,0 1 0,0-1 0,0 0 0,0 0 0,0 0 0,0 0 0,0 0 0,0 1 0,0-1 0,1 0 0,-1 0 0,0 0 0,1 0 0,-1 1 0,1-1 0,-1 0 0,1 1 0,0-2 0,5-5 0,1 1 0,-1 0 0,2 1 0,-1 0 0,13-8 0,-17 11 0,24-16 0,-2-1 0,0-1 0,-2-2 0,0 0 0,-1-2 0,-1 0 0,23-35 0,-15 14 0,-2-2 0,-2 0 0,31-82 0,-49 111 0,-2-1 0,0 0 0,-1 0 0,3-30 0,-6 43 0,-1 0 0,1 0 0,-1 0 0,-1 1 0,1-1 0,-1 0 0,0 0 0,0 0 0,-1 1 0,0-1 0,0 1 0,0-1 0,0 1 0,-1 0 0,0 0 0,0 0 0,-1 0 0,1 0 0,-5-4 0,5 7 0,0 0 0,1 0 0,-1 1 0,0-1 0,0 1 0,0-1 0,0 1 0,0 0 0,0 0 0,0 1 0,0-1 0,0 1 0,0-1 0,0 1 0,0 0 0,-1 0 0,1 1 0,0-1 0,0 0 0,0 1 0,0 0 0,0 0 0,0 0 0,0 0 0,0 0 0,0 1 0,-3 1 0,-3 3 0,0 0 0,1 0 0,0 0 0,0 1 0,0 1 0,1-1 0,-7 10 0,-3 6 0,1 1 0,1 0 0,1 1 0,1 1 0,1 0 0,2 1 0,1 0 0,0 0 0,2 1 0,2 0 0,0 1 0,2-1 0,0 34 0,6 283 132,1-95-1629,-4-208-5329</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51.351"/>
    </inkml:context>
    <inkml:brush xml:id="br0">
      <inkml:brushProperty name="width" value="0.05" units="cm"/>
      <inkml:brushProperty name="height" value="0.05" units="cm"/>
      <inkml:brushProperty name="color" value="#E71224"/>
    </inkml:brush>
  </inkml:definitions>
  <inkml:trace contextRef="#ctx0" brushRef="#br0">67 1 24575,'-1'76'0,"-4"0"0,-2-1 0,-29 119 0,18-119 0,20-69 0,6-11 0,13-20 0,-15 18 0,31-37 0,3 2 0,65-53 0,-101 91 0,1 0 0,0 0 0,0 0 0,1 1 0,-1 0 0,1 0 0,-1 1 0,1-1 0,11-2 0,-15 5 0,0 0 0,1 0 0,-1 0 0,0 0 0,0 0 0,0 1 0,0-1 0,0 0 0,0 1 0,0 0 0,-1-1 0,1 1 0,0 0 0,0 0 0,0 0 0,-1 0 0,1 1 0,0-1 0,-1 0 0,1 1 0,-1-1 0,0 1 0,1-1 0,-1 1 0,0 0 0,0 0 0,0-1 0,0 1 0,0 0 0,-1 0 0,1 0 0,-1 0 0,1 3 0,4 11 9,-2 1 0,0-1 0,-1 1-1,1 29 1,-3-25-16,8 44-1,-7-58-131,1 0 0,1 0-1,-1 0 1,1 0-1,0 0 1,0-1-1,1 0 1,0 1-1,9 10 1,13 8-6687</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51.781"/>
    </inkml:context>
    <inkml:brush xml:id="br0">
      <inkml:brushProperty name="width" value="0.05" units="cm"/>
      <inkml:brushProperty name="height" value="0.05" units="cm"/>
      <inkml:brushProperty name="color" value="#E71224"/>
    </inkml:brush>
  </inkml:definitions>
  <inkml:trace contextRef="#ctx0" brushRef="#br0">220 0 24575,'-5'0'0,"-15"14"0,-4 14 0,-8 12 0,2 3 0,-3 4 0,4 3 0,6-2 0,8 0 0,7-4 0,13 5 0,20-6 0,15-1 0,5-8 0,5-9 0,-7-9-8191</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52.338"/>
    </inkml:context>
    <inkml:brush xml:id="br0">
      <inkml:brushProperty name="width" value="0.05" units="cm"/>
      <inkml:brushProperty name="height" value="0.05" units="cm"/>
      <inkml:brushProperty name="color" value="#E71224"/>
    </inkml:brush>
  </inkml:definitions>
  <inkml:trace contextRef="#ctx0" brushRef="#br0">324 97 24575,'0'-4'0,"0"0"0,0 0 0,0 1 0,0-1 0,-1 0 0,0 0 0,1 1 0,-2-1 0,1 0 0,0 1 0,-1-1 0,1 1 0,-1 0 0,0-1 0,0 1 0,0 0 0,-1 0 0,1 0 0,-1 1 0,1-1 0,-1 0 0,0 1 0,0 0 0,0 0 0,-1 0 0,1 0 0,0 0 0,-1 0 0,1 1 0,-1 0 0,1 0 0,-1 0 0,-6-1 0,1 1 0,0 1 0,0-1 0,0 2 0,0-1 0,0 1 0,0 1 0,0-1 0,0 1 0,0 1 0,1 0 0,-1 0 0,-14 9 0,14-6 0,0 0 0,1 0 0,-1 1 0,2 1 0,-1-1 0,1 1 0,0 0 0,1 1 0,0 0 0,0 0 0,1 0 0,0 0 0,1 1 0,0 0 0,0 0 0,-3 15 0,6-18 0,-1 0 0,1 0 0,0 0 0,1 0 0,-1 0 0,1 0 0,1 0 0,0 0 0,0 0 0,0 0 0,1 0 0,-1 0 0,2-1 0,-1 1 0,1-1 0,0 1 0,0-1 0,1 0 0,0 0 0,0-1 0,0 1 0,1-1 0,0 0 0,0 0 0,9 7 0,-3-5 0,1 0 0,0-1 0,0-1 0,0 0 0,1 0 0,-1-2 0,1 1 0,0-2 0,22 3 0,14-2 0,60-3 0,-85-1 0,40-1-1365,-11-1-5461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52.849"/>
    </inkml:context>
    <inkml:brush xml:id="br0">
      <inkml:brushProperty name="width" value="0.05" units="cm"/>
      <inkml:brushProperty name="height" value="0.05" units="cm"/>
      <inkml:brushProperty name="color" value="#E71224"/>
    </inkml:brush>
  </inkml:definitions>
  <inkml:trace contextRef="#ctx0" brushRef="#br0">1 3 24575,'1'-2'0,"3"6"0,9 17 0,18 42 0,-24-49 0,21 41 0,-7-16 0,-2 0 0,-1 2 0,23 81 0,-38-111 0,-1 0 0,0 0 0,-1 0 0,0 0 0,-1 0 0,0 0 0,0 0 0,-2 1 0,1-1 0,-1 0 0,-1-1 0,0 1 0,0 0 0,-1-1 0,-1 1 0,0-1 0,0-1 0,-1 1 0,0-1 0,-12 15 0,-6-3 0,20-18 0,1-1 0,-1 1 0,1 0 0,0 0 0,0 0 0,0 0 0,0 1 0,0-1 0,1 1 0,-1 0 0,1-1 0,-2 6 0,4-8-50,0-1-1,0 1 1,0-1-1,0 0 0,0 1 1,0-1-1,0 1 1,0-1-1,0 1 1,0-1-1,0 0 0,1 1 1,-1-1-1,0 1 1,0-1-1,0 0 1,1 1-1,-1-1 0,0 0 1,0 1-1,1-1 1,-1 0-1,0 1 1,1-1-1,-1 0 1,1 1-1,12 4-6775</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53.145"/>
    </inkml:context>
    <inkml:brush xml:id="br0">
      <inkml:brushProperty name="width" value="0.05" units="cm"/>
      <inkml:brushProperty name="height" value="0.05" units="cm"/>
      <inkml:brushProperty name="color" value="#E71224"/>
    </inkml:brush>
  </inkml:definitions>
  <inkml:trace contextRef="#ctx0" brushRef="#br0">0 29 24575,'0'-5'0,"9"-1"0,13 0 0,11 2 0,10 0 0,7 2 0,3 1 0,-6 1-8191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53.412"/>
    </inkml:context>
    <inkml:brush xml:id="br0">
      <inkml:brushProperty name="width" value="0.05" units="cm"/>
      <inkml:brushProperty name="height" value="0.05" units="cm"/>
      <inkml:brushProperty name="color" value="#E71224"/>
    </inkml:brush>
  </inkml:definitions>
  <inkml:trace contextRef="#ctx0" brushRef="#br0">0 0 24575,'5'0'0,"10"0"0,13 0 0,5 0 0,7 0 0,11 0 0,1 0 0,5 0 0,-6 0-8191</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54.114"/>
    </inkml:context>
    <inkml:brush xml:id="br0">
      <inkml:brushProperty name="width" value="0.05" units="cm"/>
      <inkml:brushProperty name="height" value="0.05" units="cm"/>
      <inkml:brushProperty name="color" value="#E71224"/>
    </inkml:brush>
  </inkml:definitions>
  <inkml:trace contextRef="#ctx0" brushRef="#br0">0 17 24575,'0'-9'0,"0"1"0,0 12 0,0 18 0,0 16 0,0 10 0,0 2 0,0 1 0,0 1 0,0 2 0,10-9 0,11-12 0,3-11-8191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3:55.009"/>
    </inkml:context>
    <inkml:brush xml:id="br0">
      <inkml:brushProperty name="width" value="0.05" units="cm"/>
      <inkml:brushProperty name="height" value="0.05" units="cm"/>
      <inkml:brushProperty name="color" value="#E71224"/>
    </inkml:brush>
  </inkml:definitions>
  <inkml:trace contextRef="#ctx0" brushRef="#br0">66 86 24575,'1'-3'0,"-1"-1"0,0 1 0,1-1 0,0 1 0,0 0 0,0-1 0,0 1 0,0 0 0,1-1 0,-1 1 0,1 0 0,0 0 0,0 0 0,0 1 0,0-1 0,1 0 0,-1 1 0,1-1 0,-1 1 0,1 0 0,0 0 0,0 0 0,0 0 0,0 0 0,0 1 0,1 0 0,-1-1 0,0 1 0,1 0 0,3 0 0,4-2 0,0 1 0,0 1 0,1 0 0,-1 0 0,0 1 0,1 1 0,-1 0 0,16 3 0,-25-4 0,0 1 0,1-1 0,-1 0 0,0 1 0,1 0 0,-1-1 0,0 1 0,0 0 0,1 0 0,-1 0 0,0 1 0,0-1 0,0 0 0,0 1 0,-1-1 0,1 1 0,0 0 0,-1 0 0,1-1 0,-1 1 0,1 0 0,-1 0 0,0 0 0,0 1 0,0-1 0,0 0 0,0 0 0,-1 1 0,1-1 0,-1 0 0,1 1 0,-1-1 0,0 0 0,0 1 0,0-1 0,0 1 0,0-1 0,0 0 0,-2 5 0,0 0 0,-1-1 0,1 1 0,-1-1 0,0 0 0,-1 0 0,0 0 0,0 0 0,0-1 0,0 0 0,-1 0 0,0 0 0,0 0 0,-6 4 0,-16 7 0,22-14 0,1 0 0,-1 1 0,1-1 0,0 1 0,-1 0 0,2 0 0,-1 1 0,0-1 0,1 1 0,-1 0 0,-3 6 0,6-9 0,1 0 0,0 0 0,-1 0 0,1 0 0,0 0 0,0 0 0,0 0 0,0 0 0,0 0 0,0 0 0,0 0 0,0 0 0,0 0 0,0 0 0,1 0 0,-1 0 0,0 0 0,1 0 0,-1 0 0,1 0 0,-1 0 0,1 0 0,-1 0 0,1-1 0,0 1 0,-1 0 0,1 0 0,0-1 0,0 1 0,0 0 0,30 19 0,-26-17 0,8 5 0,1-1 0,0 1 0,0 1 0,-1 1 0,13 11 0,-22-16 0,0-1 0,0 1 0,-1-1 0,1 1 0,-1 0 0,0 0 0,-1 1 0,1-1 0,-1 1 0,0-1 0,-1 1 0,1-1 0,-1 1 0,0 0 0,0 6 0,-1-9 0,0 0 0,0 0 0,0 1 0,0-1 0,-1 0 0,1 0 0,-1 0 0,0 0 0,0 0 0,0 0 0,0 0 0,0-1 0,-1 1 0,0 0 0,1 0 0,-1-1 0,0 1 0,-4 3 0,1-2 0,1 0 0,-1-1 0,0 1 0,-1-1 0,1 0 0,-1-1 0,1 1 0,-1-1 0,-7 2 0,-2-1 0,0 0 0,0-1 0,-1 0 0,1-1 0,-1-1 0,1-1 0,-17-2 0,23 2-151,0-2-1,-1 1 0,1-1 0,0-1 1,0 1-1,1-1 0,-1-1 1,-10-7-1,-10-12-6674</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4:11.386"/>
    </inkml:context>
    <inkml:brush xml:id="br0">
      <inkml:brushProperty name="width" value="0.05" units="cm"/>
      <inkml:brushProperty name="height" value="0.05" units="cm"/>
      <inkml:brushProperty name="color" value="#E71224"/>
    </inkml:brush>
  </inkml:definitions>
  <inkml:trace contextRef="#ctx0" brushRef="#br0">1023 56 24575,'9'0'0,"-1"0"0,0-1 0,0 0 0,12-2 0,-19 3 0,-1 0 0,0 0 0,0 0 0,1 0 0,-1 0 0,0 0 0,1 0 0,-1 0 0,0 0 0,0 0 0,1 0 0,-1 0 0,0 0 0,0-1 0,1 1 0,-1 0 0,0 0 0,0 0 0,1 0 0,-1 0 0,0-1 0,0 1 0,0 0 0,1 0 0,-1 0 0,0-1 0,0 1 0,0 0 0,0 0 0,1-1 0,-1 1 0,0 0 0,0 0 0,0-1 0,0 1 0,0 0 0,0 0 0,0-1 0,-11-4 0,-23 0 0,-369-5 0,101 8 0,-11-17 0,293 17 0,31 1 0,38 0 0,-46 1 0,81 0 0,670 23 0,-727-20 0,-32-1 0,-46 0 0,-666-28 0,691 24 0,38 1 0,48 0 0,-54 1 0,163 1-1365,-123-1-5461</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4:12.999"/>
    </inkml:context>
    <inkml:brush xml:id="br0">
      <inkml:brushProperty name="width" value="0.05" units="cm"/>
      <inkml:brushProperty name="height" value="0.05" units="cm"/>
      <inkml:brushProperty name="color" value="#E71224"/>
    </inkml:brush>
  </inkml:definitions>
  <inkml:trace contextRef="#ctx0" brushRef="#br0">1336 30 24575,'0'-1'0,"0"1"0,0-1 0,-1 0 0,1 0 0,0 0 0,-1 1 0,1-1 0,-1 0 0,1 1 0,-1-1 0,1 0 0,-1 1 0,0-1 0,1 0 0,-1 1 0,0-1 0,1 1 0,-1-1 0,0 1 0,0 0 0,1-1 0,-1 1 0,0 0 0,0-1 0,0 1 0,0 0 0,-1 0 0,-28-5 0,23 4 0,-94-6 0,-113 6 0,107 2 0,-751 0 0,1911-1 0,-1730 0 0,873 0-1365,-150 0-5461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4:16.924"/>
    </inkml:context>
    <inkml:brush xml:id="br0">
      <inkml:brushProperty name="width" value="0.05" units="cm"/>
      <inkml:brushProperty name="height" value="0.05" units="cm"/>
      <inkml:brushProperty name="color" value="#E71224"/>
    </inkml:brush>
  </inkml:definitions>
  <inkml:trace contextRef="#ctx0" brushRef="#br0">1050 112 24575,'-377'0'0,"830"0"0,-891 0 0,858 0 0,-542 0 0,-271-4 0,277-2 0,-157-30 0,219 27 0,36 8 0,0-2 0,1 0 0,-1-1 0,1-1 0,0-1 0,-22-10 0,39 16 0,-1 0 0,1 0 0,0 0 0,0 0 0,-1 0 0,1 0 0,0 0 0,0 0 0,-1-1 0,1 1 0,0 0 0,0 0 0,0 0 0,-1 0 0,1 0 0,0-1 0,0 1 0,0 0 0,0 0 0,-1 0 0,1-1 0,0 1 0,0 0 0,0 0 0,0-1 0,0 1 0,0 0 0,0 0 0,0-1 0,0 1 0,0 0 0,0 0 0,0-1 0,0 1 0,0 0 0,0 0 0,0-1 0,0 1 0,0 0 0,0-1 0,11-4 0,18 1 0,7 3-341,-1 1 0,1 2-1,36 7 1,-30-3-6485</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4:54.283"/>
    </inkml:context>
    <inkml:brush xml:id="br0">
      <inkml:brushProperty name="width" value="0.05" units="cm"/>
      <inkml:brushProperty name="height" value="0.05" units="cm"/>
      <inkml:brushProperty name="color" value="#004F8B"/>
    </inkml:brush>
  </inkml:definitions>
  <inkml:trace contextRef="#ctx0" brushRef="#br0">1837 1 24575,'-572'0'0,"523"3"0,0 2 0,-80 19 0,75-14 0,-13-1 0,-1-3 0,0-2 0,-76-8 0,21 2 0,98 1 0,0 0 0,0 1 0,1 1 0,-1 1 0,1 2 0,-1 0 0,-25 8 0,7 2 0,16-5 0,2 0 0,-26 13 0,42-17 0,1 0 0,-1 0 0,1 1 0,0 0 0,0 1 0,1 0 0,0 0 0,0 1 0,-6 9 0,5-4 0,0 1 0,1-1 0,1 1 0,0 1 0,1 0 0,0-1 0,2 1 0,-1 1 0,-1 25 0,2 16 0,5 74 0,0-71 0,-2 82 0,3 64 0,14-87 0,-13-95 0,-3-19 0,0 0 0,0 0 0,1 0 0,0 0 0,0 0 0,0 0 0,1-1 0,-1 1 0,1-1 0,0 1 0,0-1 0,1 0 0,7 7 0,-5-6 0,1-1 0,0 1 0,0-1 0,0 0 0,0-1 0,1 1 0,0-1 0,9 2 0,12 1 0,1-2 0,0 0 0,56-2 0,-78-2 0,718-7 0,-541-8 0,-14 1 0,67 13 0,-235 1 0,1 0 0,-1 0 0,1 0 0,-1 0 0,1-1 0,-1 0 0,1 0 0,-1 0 0,1 0 0,-1 0 0,0-1 0,0 1 0,0-1 0,0 0 0,0 0 0,0 0 0,0 0 0,0-1 0,-1 1 0,0-1 0,1 0 0,-1 0 0,0 1 0,0-1 0,0 0 0,-1-1 0,1 1 0,-1 0 0,1 0 0,-1-1 0,0 1 0,-1-1 0,1 1 0,-1-1 0,1-4 0,4-61 0,-4 1 0,-6-72 0,-1 8 0,5-266 0,4 358 0,1 1 0,3 0 0,0 0 0,17-45 0,-9 44-1365,1 8-5461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4:58.841"/>
    </inkml:context>
    <inkml:brush xml:id="br0">
      <inkml:brushProperty name="width" value="0.05" units="cm"/>
      <inkml:brushProperty name="height" value="0.05" units="cm"/>
      <inkml:brushProperty name="color" value="#004F8B"/>
    </inkml:brush>
  </inkml:definitions>
  <inkml:trace contextRef="#ctx0" brushRef="#br0">1559 112 24575,'1'0'0,"1"0"0,-1 0 0,1 0 0,-1 0 0,1 0 0,-1 0 0,1 0 0,-1-1 0,1 1 0,-1 0 0,1-1 0,-1 1 0,1-1 0,-1 0 0,0 1 0,1-1 0,-1 0 0,0 0 0,0 0 0,0 0 0,0 0 0,1 0 0,-1 0 0,-1 0 0,1-1 0,1 0 0,-2 1 0,0 0 0,0 1 0,1-1 0,-1 0 0,0 1 0,-1-1 0,1 0 0,0 1 0,0-1 0,0 1 0,0-1 0,0 0 0,-1 1 0,1-1 0,0 1 0,0-1 0,-1 0 0,1 1 0,0-1 0,-1 1 0,1-1 0,-2 0 0,1 0 0,-1-1 0,0 1 0,0 0 0,1 0 0,-1 0 0,0 0 0,0 0 0,0 0 0,-5 0 0,-35-7 0,0 2 0,0 3 0,0 1 0,-66 5 0,24-1 0,37-1 0,1-3 0,-1-2 0,-54-11 0,28 2 0,-144-8 0,-76 20 0,138 3 0,145-2 0,1 0 0,0 1 0,-1 0 0,1 1 0,0 0 0,0 0 0,0 1 0,-11 4 0,15-4 0,0 0 0,0 0 0,0 0 0,1 0 0,0 1 0,-1 0 0,1 0 0,1 0 0,-1 0 0,0 0 0,1 1 0,0 0 0,0-1 0,1 1 0,-4 7 0,1 4 0,1 0 0,0 1 0,2-1 0,-1 1 0,1 30 0,-5 36 0,-12 36 0,6 0 0,3 168 0,12-73 0,-2-208 0,1-1 0,0 0 0,0 0 0,0 0 0,0 0 0,1 0 0,0 0 0,0 0 0,0 0 0,0-1 0,1 1 0,0-1 0,0 0 0,0 0 0,6 6 0,-3-5 0,0 0 0,0 0 0,1-1 0,0 0 0,0 0 0,0-1 0,0 1 0,0-2 0,11 4 0,12 0 0,0-2 0,0 0 0,1-2 0,35-2 0,-53 0 0,997-5 0,-951 2 0,69-11 0,-73 6 0,-48 7 0,0 0 0,0-1 0,0 0 0,0 0 0,0 0 0,0-1 0,-1 0 0,0-1 0,1 1 0,-1-1 0,-1 0 0,10-9 0,-7 6 0,-1-1 0,-1 0 0,0-1 0,0 1 0,0-1 0,-1 0 0,-1-1 0,4-9 0,1-7 0,-2-1 0,0-1 0,-2 1 0,-1-1 0,0-48 0,-5-271 127,-2 112-1619,3 198-5334</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5:03.240"/>
    </inkml:context>
    <inkml:brush xml:id="br0">
      <inkml:brushProperty name="width" value="0.05" units="cm"/>
      <inkml:brushProperty name="height" value="0.05" units="cm"/>
      <inkml:brushProperty name="color" value="#004F8B"/>
    </inkml:brush>
  </inkml:definitions>
  <inkml:trace contextRef="#ctx0" brushRef="#br0">1844 86 24575,'0'-1'0,"-1"-1"0,1 0 0,-1 1 0,1-1 0,-1 1 0,0-1 0,0 1 0,0 0 0,0-1 0,0 1 0,0 0 0,0-1 0,0 1 0,0 0 0,-1 0 0,1 0 0,0 0 0,-1 0 0,1 0 0,-1 1 0,1-1 0,-1 0 0,1 1 0,-1-1 0,-3 0 0,-47-10 0,47 10 0,-66-5 0,0 3 0,0 3 0,-89 12 0,-60 1 0,-651-14 0,857 1 0,-1 0 0,1 1 0,0 0 0,0 2 0,0-1 0,0 2 0,-21 7 0,30-8 0,-1 0 0,0 0 0,1 0 0,0 1 0,0 0 0,0 0 0,1 0 0,-1 1 0,1 0 0,0 0 0,0 0 0,0 0 0,1 0 0,0 1 0,0-1 0,0 1 0,1 0 0,0 0 0,-2 9 0,-3 22 0,2 0 0,2 0 0,2 1 0,5 66 0,-1-32 0,0 435 0,-6-462 0,-1-1 0,-17 72 0,11-67 0,-8 89 0,19-9 0,0-77 0,-1 0 0,-12 78 0,11-126 0,1 0 0,-1-1 0,1 1 0,-1 0 0,1 0 0,0-1 0,1 1 0,-1 0 0,1 0 0,-1-1 0,1 1 0,0 0 0,3 6 0,-2-8 0,0 1 0,0-1 0,0 1 0,1-1 0,-1 0 0,0 0 0,1 0 0,0 0 0,-1-1 0,1 1 0,0-1 0,0 1 0,0-1 0,0 0 0,0 0 0,0-1 0,4 2 0,30 3 0,1 0 0,-1-3 0,1-1 0,51-6 0,0 1 0,899 1 0,-586 4 0,-359 1 0,80 14 0,-38-3 0,-81-12 0,0-1 0,-1 0 0,1 1 0,0-1 0,0-1 0,0 1 0,-1 0 0,1-1 0,0 0 0,0 0 0,-1 0 0,1 0 0,-1-1 0,1 0 0,-1 1 0,0-1 0,5-3 0,-4 1 0,0-1 0,0 1 0,-1-1 0,1 0 0,-1 0 0,0 0 0,0 0 0,-1 0 0,1-1 0,2-8 0,8-31 0,11-72 0,-1 4 0,-11 61 0,-3 0 0,4-93 0,-14-107 0,-1 134 0,-15-161 0,8 34 0,6 76 0,0 136 0,-1 0 0,-11-43 0,14 71 0,-1 0 0,0 1 0,0 0 0,-1-1 0,1 1 0,-1 0 0,0 0 0,0 0 0,0 1 0,-1-1 0,1 1 0,-1 0 0,0 0 0,0 0 0,0 0 0,0 1 0,0-1 0,-1 1 0,1 0 0,-1 0 0,1 1 0,-1 0 0,0-1 0,-6 1 0,-8-2 0,0 0 0,0 2 0,0 0 0,-37 4 0,-115 17-1365,119-16-5461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5:15.940"/>
    </inkml:context>
    <inkml:brush xml:id="br0">
      <inkml:brushProperty name="width" value="0.05" units="cm"/>
      <inkml:brushProperty name="height" value="0.05" units="cm"/>
      <inkml:brushProperty name="color" value="#66CC00"/>
    </inkml:brush>
  </inkml:definitions>
  <inkml:trace contextRef="#ctx0" brushRef="#br0">1697 82 24575,'-32'5'0,"28"-3"0,0-1 0,0 0 0,0-1 0,0 1 0,0-1 0,0 0 0,0 0 0,-8 0 0,-37-13 0,33 8 0,0 0 0,-20-1 0,-123-23 0,103 17 0,-103-9 0,-352 21 0,481 1 0,-1 2 0,1 1 0,-1 1 0,1 2 0,1 1 0,-56 22 0,69-20 0,1 1 0,0 0 0,1 1 0,0 1 0,1 0 0,-19 24 0,-7 7 0,25-26 0,0 0 0,1 1 0,1 1 0,1 0 0,0 1 0,-13 40 0,-15 28 0,28-66 0,2 0 0,1 1 0,0 0 0,2 0 0,1 0 0,-4 49 0,8 154 0,4-119 0,-3-98 0,1 0 0,0 0 0,0 0 0,1 0 0,0 0 0,1-1 0,0 1 0,0-1 0,1 1 0,0-1 0,1 0 0,0-1 0,1 1 0,-1-1 0,1 0 0,1-1 0,0 1 0,0-1 0,0 0 0,1-1 0,0 0 0,16 9 0,0 0 0,0-1 0,1-1 0,0-1 0,1-1 0,0-2 0,1 0 0,0-2 0,0-1 0,50 4 0,320 10 0,-146-8 0,-199-13 0,1-2 0,90-17 0,42-29 0,-158 40 0,-1-2 0,0 0 0,-1-2 0,41-29 0,-11 6 0,-29 19 0,28-23 0,-45 33 0,0-1 0,-1 0 0,-1-1 0,1 0 0,-1 0 0,10-19 0,-10 11 0,0 0 0,0 0 0,-2-1 0,0 0 0,-1 0 0,-1 0 0,1-31 0,-3 19 0,-1 1 0,-2-1 0,-1 0 0,-6-29 0,2 34 0,0 1 0,-2-1 0,-1 1 0,-1 1 0,0 0 0,-2 0 0,-1 2 0,-1-1 0,0 2 0,-2 0 0,0 1 0,-1 0 0,-23-17 0,31 26-23,0 0 0,1 0 0,0-1 0,1-1 0,1 1-1,-9-18 1,-1 1-1180,3 5-5623</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5:19.509"/>
    </inkml:context>
    <inkml:brush xml:id="br0">
      <inkml:brushProperty name="width" value="0.05" units="cm"/>
      <inkml:brushProperty name="height" value="0.05" units="cm"/>
      <inkml:brushProperty name="color" value="#66CC00"/>
    </inkml:brush>
  </inkml:definitions>
  <inkml:trace contextRef="#ctx0" brushRef="#br0">1945 471 24575,'0'-27'0,"1"7"0,-2 1 0,0-1 0,-5-30 0,4 43 0,0 0 0,0 1 0,-1-1 0,0 1 0,0 0 0,0 0 0,-1 0 0,0 0 0,0 0 0,0 1 0,-1 0 0,0 0 0,-10-9 0,1 4 0,-1 0 0,0 1 0,0 1 0,-32-12 0,-73-18 0,6 2 0,-47-14 0,71 25 0,50 14 0,-1 3 0,0 1 0,0 1 0,-42 1 0,-164 14 0,230-8 0,-1 0 0,1 2 0,0 0 0,1 1 0,-1 0 0,1 1 0,-1 1 0,1 1 0,1 0 0,0 1 0,0 1 0,0 0 0,1 1 0,-20 19 0,-31 42 0,-74 106 0,119-147 0,-22 43 0,0 1 0,-63 80 0,87-125 0,2 2 0,0-1 0,3 2 0,0 0 0,2 1 0,2 0 0,1 0 0,1 1 0,2 0 0,1 0 0,2 0 0,1 0 0,6 48 0,-2-64 0,1 0 0,0 0 0,2-1 0,0 0 0,1 0 0,1 0 0,0-1 0,1 0 0,1-1 0,0 0 0,14 15 0,11 9 0,1-2 0,68 53 0,-85-76 0,1-1 0,0 0 0,1-2 0,42 18 0,95 22 0,-11-4 0,-101-29 0,129 44 0,-145-54 0,0-1 0,0-1 0,1-2 0,33 1 0,442-9 0,-485 4 0,0 0 0,0-2 0,-1 0 0,1-2 0,0 0 0,-1-1 0,0-1 0,32-14 0,-23 6 0,-1-2 0,0-1 0,43-34 0,-56 38 0,-2 0 0,0-1 0,0 0 0,-1-1 0,-1 0 0,-1-1 0,16-31 0,17-55 0,-26 57 0,33-60 0,-38 83 0,-2-1 0,0 0 0,-2-1 0,0 0 0,-2 0 0,-1-1 0,4-44 0,-5 6 0,-9-120 0,-18-21 0,21 182-195,-1 0 0,-1 0 0,-1 1 0,0-1 0,-2 1 0,-13-29 0,4 18-6631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14T12:05:25.931"/>
    </inkml:context>
    <inkml:brush xml:id="br0">
      <inkml:brushProperty name="width" value="0.05" units="cm"/>
      <inkml:brushProperty name="height" value="0.05" units="cm"/>
      <inkml:brushProperty name="color" value="#66CC00"/>
    </inkml:brush>
  </inkml:definitions>
  <inkml:trace contextRef="#ctx0" brushRef="#br0">2465 358 24575,'1'-5'0,"-1"0"0,0 1 0,0-1 0,0 0 0,-1 0 0,0 0 0,0 0 0,0 1 0,-1-1 0,1 0 0,-1 1 0,0-1 0,0 1 0,-1 0 0,1-1 0,-1 1 0,0 0 0,-6-6 0,-7-5 0,0 2 0,-1 0 0,-1 0 0,0 2 0,0 0 0,-37-15 0,-125-31 0,119 40 0,-136-37 0,158 44 0,0 2 0,-1 1 0,-56-2 0,-122 8 0,147 2 0,25 1 0,-1 2 0,1 1 0,0 3 0,-51 15 0,33-2 0,0 2 0,-71 37 0,93-40 0,14-7 0,0 1 0,-47 33 0,23-10 0,24-19 0,2 2 0,-39 37 0,-26 30 0,51-51 0,-52 62 0,-26 51 0,106-133 0,1 0 0,1 1 0,-8 20 0,5-12 0,5-8 0,2 0 0,0-1 0,1 2 0,0-1 0,2 1 0,0-1 0,1 1 0,1 0 0,0 18 0,3 10 0,2-1 0,14 61 0,-14-85 0,2-1 0,1 0 0,1 0 0,15 29 0,50 71 0,-18-33 0,-43-67 0,1-2 0,1 0 0,0 0 0,1-1 0,1-1 0,22 16 0,115 76 0,-138-98 0,14 5 0,1-1 0,0-2 0,1 0 0,0-2 0,47 8 0,0 2 0,-3-1 0,1-4 0,0-3 0,85 2 0,231-12 0,-186-5 0,-188 2 0,-1-1 0,1 0 0,-1-1 0,0-1 0,0-1 0,0-1 0,28-12 0,-16 4 0,-1-2 0,0-1 0,33-27 0,-42 28 0,-1-1 0,0-1 0,30-39 0,35-67 0,-26 36 0,-31 49 0,-1-1 0,-2-1 0,-2-2 0,30-83 0,-39 90 0,1-1 0,-2 0 0,-1 0 0,-2-1 0,4-51 0,-11 18 0,-2 48 0,1 0 0,1 0 0,1 0 0,2 0 0,9-37 0,-4 34-136,-2-1-1,-1 0 1,0 0-1,-2-1 1,-2 1-1,0-1 1,-2 1-1,-1-1 0,-5-33 1,0 35-6690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27"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spcBef>
                <a:spcPct val="0"/>
              </a:spcBef>
              <a:buClrTx/>
              <a:buSzTx/>
              <a:buFontTx/>
              <a:buNone/>
              <a:defRPr sz="1200"/>
            </a:lvl1pPr>
          </a:lstStyle>
          <a:p>
            <a:endParaRPr lang="en-US" dirty="0"/>
          </a:p>
        </p:txBody>
      </p:sp>
      <p:sp>
        <p:nvSpPr>
          <p:cNvPr id="26628"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6629" name="Rectangle 5"/>
          <p:cNvSpPr>
            <a:spLocks noGrp="1" noChangeArrowheads="1"/>
          </p:cNvSpPr>
          <p:nvPr>
            <p:ph type="body" sz="quarter" idx="3"/>
          </p:nvPr>
        </p:nvSpPr>
        <p:spPr bwMode="auto">
          <a:xfrm>
            <a:off x="701675" y="4416425"/>
            <a:ext cx="560705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630"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spcBef>
                <a:spcPct val="0"/>
              </a:spcBef>
              <a:buClrTx/>
              <a:buSzTx/>
              <a:buFontTx/>
              <a:buNone/>
              <a:defRPr sz="1200"/>
            </a:lvl1pPr>
          </a:lstStyle>
          <a:p>
            <a:endParaRPr lang="en-US" dirty="0"/>
          </a:p>
        </p:txBody>
      </p:sp>
      <p:sp>
        <p:nvSpPr>
          <p:cNvPr id="26631"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spcBef>
                <a:spcPct val="0"/>
              </a:spcBef>
              <a:buClrTx/>
              <a:buSzTx/>
              <a:buFontTx/>
              <a:buNone/>
              <a:defRPr sz="1200"/>
            </a:lvl1pPr>
          </a:lstStyle>
          <a:p>
            <a:fld id="{823FACB9-4E35-4CB3-835A-2EBF55FAEDE3}" type="slidenum">
              <a:rPr lang="en-US"/>
              <a:pPr/>
              <a:t>‹#›</a:t>
            </a:fld>
            <a:endParaRPr lang="en-US" dirty="0"/>
          </a:p>
        </p:txBody>
      </p:sp>
    </p:spTree>
    <p:extLst>
      <p:ext uri="{BB962C8B-B14F-4D97-AF65-F5344CB8AC3E}">
        <p14:creationId xmlns:p14="http://schemas.microsoft.com/office/powerpoint/2010/main" val="97186942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7106" name="Line 2"/>
          <p:cNvSpPr>
            <a:spLocks noChangeShapeType="1"/>
          </p:cNvSpPr>
          <p:nvPr/>
        </p:nvSpPr>
        <p:spPr bwMode="auto">
          <a:xfrm>
            <a:off x="7315200" y="1066800"/>
            <a:ext cx="0" cy="449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7112" name="Group 8"/>
          <p:cNvGrpSpPr>
            <a:grpSpLocks/>
          </p:cNvGrpSpPr>
          <p:nvPr/>
        </p:nvGrpSpPr>
        <p:grpSpPr bwMode="auto">
          <a:xfrm>
            <a:off x="7493000" y="2992438"/>
            <a:ext cx="1338263" cy="2189162"/>
            <a:chOff x="4704" y="1885"/>
            <a:chExt cx="843" cy="1379"/>
          </a:xfrm>
        </p:grpSpPr>
        <p:sp>
          <p:nvSpPr>
            <p:cNvPr id="47113" name="Oval 9"/>
            <p:cNvSpPr>
              <a:spLocks noChangeArrowheads="1"/>
            </p:cNvSpPr>
            <p:nvPr/>
          </p:nvSpPr>
          <p:spPr bwMode="auto">
            <a:xfrm>
              <a:off x="4704"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4" name="Oval 10"/>
            <p:cNvSpPr>
              <a:spLocks noChangeArrowheads="1"/>
            </p:cNvSpPr>
            <p:nvPr/>
          </p:nvSpPr>
          <p:spPr bwMode="auto">
            <a:xfrm>
              <a:off x="4883"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5" name="Oval 11"/>
            <p:cNvSpPr>
              <a:spLocks noChangeArrowheads="1"/>
            </p:cNvSpPr>
            <p:nvPr/>
          </p:nvSpPr>
          <p:spPr bwMode="auto">
            <a:xfrm>
              <a:off x="5062" y="1885"/>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6" name="Oval 12"/>
            <p:cNvSpPr>
              <a:spLocks noChangeArrowheads="1"/>
            </p:cNvSpPr>
            <p:nvPr/>
          </p:nvSpPr>
          <p:spPr bwMode="auto">
            <a:xfrm>
              <a:off x="4704"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7" name="Oval 13"/>
            <p:cNvSpPr>
              <a:spLocks noChangeArrowheads="1"/>
            </p:cNvSpPr>
            <p:nvPr/>
          </p:nvSpPr>
          <p:spPr bwMode="auto">
            <a:xfrm>
              <a:off x="4883"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8" name="Oval 14"/>
            <p:cNvSpPr>
              <a:spLocks noChangeArrowheads="1"/>
            </p:cNvSpPr>
            <p:nvPr/>
          </p:nvSpPr>
          <p:spPr bwMode="auto">
            <a:xfrm>
              <a:off x="5062" y="2064"/>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19" name="Oval 15"/>
            <p:cNvSpPr>
              <a:spLocks noChangeArrowheads="1"/>
            </p:cNvSpPr>
            <p:nvPr/>
          </p:nvSpPr>
          <p:spPr bwMode="auto">
            <a:xfrm>
              <a:off x="5241" y="2064"/>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0" name="Oval 16"/>
            <p:cNvSpPr>
              <a:spLocks noChangeArrowheads="1"/>
            </p:cNvSpPr>
            <p:nvPr/>
          </p:nvSpPr>
          <p:spPr bwMode="auto">
            <a:xfrm>
              <a:off x="4704"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1" name="Oval 17"/>
            <p:cNvSpPr>
              <a:spLocks noChangeArrowheads="1"/>
            </p:cNvSpPr>
            <p:nvPr/>
          </p:nvSpPr>
          <p:spPr bwMode="auto">
            <a:xfrm>
              <a:off x="4883" y="2243"/>
              <a:ext cx="127" cy="127"/>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2" name="Oval 18"/>
            <p:cNvSpPr>
              <a:spLocks noChangeArrowheads="1"/>
            </p:cNvSpPr>
            <p:nvPr/>
          </p:nvSpPr>
          <p:spPr bwMode="auto">
            <a:xfrm>
              <a:off x="5062"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3" name="Oval 19"/>
            <p:cNvSpPr>
              <a:spLocks noChangeArrowheads="1"/>
            </p:cNvSpPr>
            <p:nvPr/>
          </p:nvSpPr>
          <p:spPr bwMode="auto">
            <a:xfrm>
              <a:off x="5241" y="2243"/>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4" name="Oval 20"/>
            <p:cNvSpPr>
              <a:spLocks noChangeArrowheads="1"/>
            </p:cNvSpPr>
            <p:nvPr/>
          </p:nvSpPr>
          <p:spPr bwMode="auto">
            <a:xfrm>
              <a:off x="5420" y="2243"/>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5" name="Oval 21"/>
            <p:cNvSpPr>
              <a:spLocks noChangeArrowheads="1"/>
            </p:cNvSpPr>
            <p:nvPr/>
          </p:nvSpPr>
          <p:spPr bwMode="auto">
            <a:xfrm>
              <a:off x="4704" y="2421"/>
              <a:ext cx="127" cy="128"/>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6" name="Oval 22"/>
            <p:cNvSpPr>
              <a:spLocks noChangeArrowheads="1"/>
            </p:cNvSpPr>
            <p:nvPr/>
          </p:nvSpPr>
          <p:spPr bwMode="auto">
            <a:xfrm>
              <a:off x="4883"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7" name="Oval 23"/>
            <p:cNvSpPr>
              <a:spLocks noChangeArrowheads="1"/>
            </p:cNvSpPr>
            <p:nvPr/>
          </p:nvSpPr>
          <p:spPr bwMode="auto">
            <a:xfrm>
              <a:off x="5062" y="2421"/>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8" name="Oval 24"/>
            <p:cNvSpPr>
              <a:spLocks noChangeArrowheads="1"/>
            </p:cNvSpPr>
            <p:nvPr/>
          </p:nvSpPr>
          <p:spPr bwMode="auto">
            <a:xfrm>
              <a:off x="5241" y="2421"/>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29" name="Oval 25"/>
            <p:cNvSpPr>
              <a:spLocks noChangeArrowheads="1"/>
            </p:cNvSpPr>
            <p:nvPr/>
          </p:nvSpPr>
          <p:spPr bwMode="auto">
            <a:xfrm>
              <a:off x="4704"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0" name="Oval 26"/>
            <p:cNvSpPr>
              <a:spLocks noChangeArrowheads="1"/>
            </p:cNvSpPr>
            <p:nvPr/>
          </p:nvSpPr>
          <p:spPr bwMode="auto">
            <a:xfrm>
              <a:off x="4883" y="2600"/>
              <a:ext cx="127" cy="128"/>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1" name="Oval 27"/>
            <p:cNvSpPr>
              <a:spLocks noChangeArrowheads="1"/>
            </p:cNvSpPr>
            <p:nvPr/>
          </p:nvSpPr>
          <p:spPr bwMode="auto">
            <a:xfrm>
              <a:off x="5062"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2" name="Oval 28"/>
            <p:cNvSpPr>
              <a:spLocks noChangeArrowheads="1"/>
            </p:cNvSpPr>
            <p:nvPr/>
          </p:nvSpPr>
          <p:spPr bwMode="auto">
            <a:xfrm>
              <a:off x="5241" y="2600"/>
              <a:ext cx="127" cy="128"/>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3" name="Oval 29"/>
            <p:cNvSpPr>
              <a:spLocks noChangeArrowheads="1"/>
            </p:cNvSpPr>
            <p:nvPr/>
          </p:nvSpPr>
          <p:spPr bwMode="auto">
            <a:xfrm>
              <a:off x="5420" y="2600"/>
              <a:ext cx="127" cy="128"/>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4" name="Oval 30"/>
            <p:cNvSpPr>
              <a:spLocks noChangeArrowheads="1"/>
            </p:cNvSpPr>
            <p:nvPr/>
          </p:nvSpPr>
          <p:spPr bwMode="auto">
            <a:xfrm>
              <a:off x="4704" y="2779"/>
              <a:ext cx="127" cy="127"/>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5" name="Oval 31"/>
            <p:cNvSpPr>
              <a:spLocks noChangeArrowheads="1"/>
            </p:cNvSpPr>
            <p:nvPr/>
          </p:nvSpPr>
          <p:spPr bwMode="auto">
            <a:xfrm>
              <a:off x="4883"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6" name="Oval 32"/>
            <p:cNvSpPr>
              <a:spLocks noChangeArrowheads="1"/>
            </p:cNvSpPr>
            <p:nvPr/>
          </p:nvSpPr>
          <p:spPr bwMode="auto">
            <a:xfrm>
              <a:off x="5062" y="2779"/>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7" name="Oval 33"/>
            <p:cNvSpPr>
              <a:spLocks noChangeArrowheads="1"/>
            </p:cNvSpPr>
            <p:nvPr/>
          </p:nvSpPr>
          <p:spPr bwMode="auto">
            <a:xfrm>
              <a:off x="5241" y="2779"/>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8" name="Oval 34"/>
            <p:cNvSpPr>
              <a:spLocks noChangeArrowheads="1"/>
            </p:cNvSpPr>
            <p:nvPr/>
          </p:nvSpPr>
          <p:spPr bwMode="auto">
            <a:xfrm>
              <a:off x="4704"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39" name="Oval 35"/>
            <p:cNvSpPr>
              <a:spLocks noChangeArrowheads="1"/>
            </p:cNvSpPr>
            <p:nvPr/>
          </p:nvSpPr>
          <p:spPr bwMode="auto">
            <a:xfrm>
              <a:off x="4883" y="2958"/>
              <a:ext cx="127" cy="127"/>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0" name="Oval 36"/>
            <p:cNvSpPr>
              <a:spLocks noChangeArrowheads="1"/>
            </p:cNvSpPr>
            <p:nvPr/>
          </p:nvSpPr>
          <p:spPr bwMode="auto">
            <a:xfrm>
              <a:off x="5062"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1" name="Oval 37"/>
            <p:cNvSpPr>
              <a:spLocks noChangeArrowheads="1"/>
            </p:cNvSpPr>
            <p:nvPr/>
          </p:nvSpPr>
          <p:spPr bwMode="auto">
            <a:xfrm>
              <a:off x="5241" y="2958"/>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2" name="Oval 38"/>
            <p:cNvSpPr>
              <a:spLocks noChangeArrowheads="1"/>
            </p:cNvSpPr>
            <p:nvPr/>
          </p:nvSpPr>
          <p:spPr bwMode="auto">
            <a:xfrm>
              <a:off x="4883"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7143" name="Oval 39"/>
            <p:cNvSpPr>
              <a:spLocks noChangeArrowheads="1"/>
            </p:cNvSpPr>
            <p:nvPr/>
          </p:nvSpPr>
          <p:spPr bwMode="auto">
            <a:xfrm>
              <a:off x="5241" y="3137"/>
              <a:ext cx="127" cy="127"/>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7144" name="Line 40"/>
          <p:cNvSpPr>
            <a:spLocks noChangeShapeType="1"/>
          </p:cNvSpPr>
          <p:nvPr/>
        </p:nvSpPr>
        <p:spPr bwMode="auto">
          <a:xfrm>
            <a:off x="304800" y="2819400"/>
            <a:ext cx="8229600" cy="0"/>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sp>
        <p:nvSpPr>
          <p:cNvPr id="47107" name="Title Placeholder 1"/>
          <p:cNvSpPr>
            <a:spLocks noGrp="1" noChangeArrowheads="1"/>
          </p:cNvSpPr>
          <p:nvPr>
            <p:ph type="ctrTitle"/>
          </p:nvPr>
        </p:nvSpPr>
        <p:spPr>
          <a:xfrm>
            <a:off x="315913" y="466725"/>
            <a:ext cx="6781800" cy="2133600"/>
          </a:xfrm>
        </p:spPr>
        <p:txBody>
          <a:bodyPr/>
          <a:lstStyle>
            <a:lvl1pPr algn="r">
              <a:defRPr sz="4400"/>
            </a:lvl1pPr>
          </a:lstStyle>
          <a:p>
            <a:pPr lvl="0"/>
            <a:r>
              <a:rPr lang="en-US" altLang="en-US" noProof="0"/>
              <a:t>Click to edit Master title style</a:t>
            </a:r>
          </a:p>
        </p:txBody>
      </p:sp>
      <p:sp>
        <p:nvSpPr>
          <p:cNvPr id="47108" name="Text Placeholder 2"/>
          <p:cNvSpPr>
            <a:spLocks noGrp="1" noChangeArrowheads="1"/>
          </p:cNvSpPr>
          <p:nvPr>
            <p:ph type="subTitle" idx="1"/>
          </p:nvPr>
        </p:nvSpPr>
        <p:spPr>
          <a:xfrm>
            <a:off x="849313" y="3049588"/>
            <a:ext cx="6248400" cy="2362200"/>
          </a:xfrm>
        </p:spPr>
        <p:txBody>
          <a:bodyPr/>
          <a:lstStyle>
            <a:lvl1pPr marL="0" indent="0" algn="r">
              <a:buFontTx/>
              <a:buNone/>
              <a:defRPr sz="2900"/>
            </a:lvl1pPr>
          </a:lstStyle>
          <a:p>
            <a:pPr lvl="0"/>
            <a:r>
              <a:rPr lang="en-US" altLang="en-US" noProof="0"/>
              <a:t>Click to edit Master subtitle style</a:t>
            </a:r>
            <a:endParaRPr lang="en-US" altLang="en-US" noProof="0" dirty="0"/>
          </a:p>
        </p:txBody>
      </p:sp>
      <p:sp>
        <p:nvSpPr>
          <p:cNvPr id="47109" name="Date Placeholder 3"/>
          <p:cNvSpPr>
            <a:spLocks noGrp="1" noChangeArrowheads="1"/>
          </p:cNvSpPr>
          <p:nvPr>
            <p:ph type="dt" sz="half" idx="2"/>
          </p:nvPr>
        </p:nvSpPr>
        <p:spPr/>
        <p:txBody>
          <a:bodyPr/>
          <a:lstStyle>
            <a:lvl1pPr>
              <a:defRPr/>
            </a:lvl1pPr>
          </a:lstStyle>
          <a:p>
            <a:fld id="{6B3D86DF-D88D-4919-AE3E-70ED32C3AA5E}" type="datetime1">
              <a:rPr lang="en-US" altLang="en-US" smtClean="0"/>
              <a:t>3/14/2026</a:t>
            </a:fld>
            <a:endParaRPr lang="en-US" altLang="en-US" dirty="0"/>
          </a:p>
        </p:txBody>
      </p:sp>
      <p:sp>
        <p:nvSpPr>
          <p:cNvPr id="47110" name="Footer Placeholder 4"/>
          <p:cNvSpPr>
            <a:spLocks noGrp="1" noChangeArrowheads="1"/>
          </p:cNvSpPr>
          <p:nvPr>
            <p:ph type="ftr" sz="quarter" idx="3"/>
          </p:nvPr>
        </p:nvSpPr>
        <p:spPr/>
        <p:txBody>
          <a:bodyPr/>
          <a:lstStyle>
            <a:lvl1pPr>
              <a:defRPr/>
            </a:lvl1pPr>
          </a:lstStyle>
          <a:p>
            <a:r>
              <a:rPr lang="en-US" altLang="en-US"/>
              <a:t>Dr. Nabil Mahmood Hewaihi</a:t>
            </a:r>
            <a:endParaRPr lang="en-US" altLang="en-US" dirty="0"/>
          </a:p>
        </p:txBody>
      </p:sp>
      <p:sp>
        <p:nvSpPr>
          <p:cNvPr id="47111" name="Slide Number Placeholder 5"/>
          <p:cNvSpPr>
            <a:spLocks noGrp="1" noChangeArrowheads="1"/>
          </p:cNvSpPr>
          <p:nvPr>
            <p:ph type="sldNum" sz="quarter" idx="4"/>
          </p:nvPr>
        </p:nvSpPr>
        <p:spPr/>
        <p:txBody>
          <a:bodyPr/>
          <a:lstStyle>
            <a:lvl1pPr>
              <a:defRPr/>
            </a:lvl1pPr>
          </a:lstStyle>
          <a:p>
            <a:fld id="{E945280F-DE53-48B1-9FB9-96A39916642A}" type="slidenum">
              <a:rPr lang="en-US" altLang="en-US"/>
              <a:pPr/>
              <a:t>‹#›</a:t>
            </a:fld>
            <a:endParaRPr lang="en-US"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BEE4193C-6532-468B-BFAD-A1A775482FC3}" type="datetime1">
              <a:rPr lang="en-US" altLang="en-US" smtClean="0"/>
              <a:t>3/14/2026</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71C6F290-D301-4864-9490-340EF11588D9}" type="slidenum">
              <a:rPr lang="en-US" altLang="en-US"/>
              <a:pPr/>
              <a:t>‹#›</a:t>
            </a:fld>
            <a:endParaRPr lang="en-US" altLang="en-US" dirty="0"/>
          </a:p>
        </p:txBody>
      </p:sp>
    </p:spTree>
    <p:extLst>
      <p:ext uri="{BB962C8B-B14F-4D97-AF65-F5344CB8AC3E}">
        <p14:creationId xmlns:p14="http://schemas.microsoft.com/office/powerpoint/2010/main" val="3036072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60A6CD74-F769-49F1-A08E-80A1E1E40EB9}" type="datetime1">
              <a:rPr lang="en-US" altLang="en-US" smtClean="0"/>
              <a:t>3/14/2026</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D0208CE1-DD55-4A43-A479-EF83A2DC3985}" type="slidenum">
              <a:rPr lang="en-US" altLang="en-US"/>
              <a:pPr/>
              <a:t>‹#›</a:t>
            </a:fld>
            <a:endParaRPr lang="en-US" altLang="en-US" dirty="0"/>
          </a:p>
        </p:txBody>
      </p:sp>
    </p:spTree>
    <p:extLst>
      <p:ext uri="{BB962C8B-B14F-4D97-AF65-F5344CB8AC3E}">
        <p14:creationId xmlns:p14="http://schemas.microsoft.com/office/powerpoint/2010/main" val="16219752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14900" y="1524000"/>
            <a:ext cx="3619500" cy="4411663"/>
          </a:xfrm>
        </p:spPr>
        <p:txBody>
          <a:bodyPr/>
          <a:lstStyle>
            <a:lvl1pPr marL="45720" indent="0">
              <a:buFontTx/>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fld id="{C312E3F3-961E-4581-A7D9-042A6D53D211}" type="datetime1">
              <a:rPr lang="en-US" altLang="en-US" smtClean="0"/>
              <a:t>3/14/2026</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0927AF89-6755-46F5-BBCF-E571D7F311A5}" type="slidenum">
              <a:rPr lang="en-US" altLang="en-US"/>
              <a:pPr/>
              <a:t>‹#›</a:t>
            </a:fld>
            <a:endParaRPr lang="en-US" altLang="en-US" dirty="0"/>
          </a:p>
        </p:txBody>
      </p:sp>
    </p:spTree>
    <p:extLst>
      <p:ext uri="{BB962C8B-B14F-4D97-AF65-F5344CB8AC3E}">
        <p14:creationId xmlns:p14="http://schemas.microsoft.com/office/powerpoint/2010/main" val="1037358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marL="45720" indent="0">
              <a:buFontTx/>
              <a:buNone/>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fld id="{BBF27A76-D8ED-439D-818C-63427DDEAE9F}" type="datetime1">
              <a:rPr lang="en-US" altLang="en-US" smtClean="0"/>
              <a:t>3/14/2026</a:t>
            </a:fld>
            <a:endParaRPr lang="en-US" altLang="en-US" dirty="0"/>
          </a:p>
        </p:txBody>
      </p:sp>
      <p:sp>
        <p:nvSpPr>
          <p:cNvPr id="8" name="Footer Placeholder 7"/>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9" name="Slide Number Placeholder 8"/>
          <p:cNvSpPr>
            <a:spLocks noGrp="1"/>
          </p:cNvSpPr>
          <p:nvPr>
            <p:ph type="sldNum" sz="quarter" idx="12"/>
          </p:nvPr>
        </p:nvSpPr>
        <p:spPr/>
        <p:txBody>
          <a:bodyPr/>
          <a:lstStyle>
            <a:lvl1pPr>
              <a:defRPr/>
            </a:lvl1pPr>
          </a:lstStyle>
          <a:p>
            <a:fld id="{F76BE3C0-1208-4260-82C3-0EB040027195}" type="slidenum">
              <a:rPr lang="en-US" altLang="en-US"/>
              <a:pPr/>
              <a:t>‹#›</a:t>
            </a:fld>
            <a:endParaRPr lang="en-US" altLang="en-US" dirty="0"/>
          </a:p>
        </p:txBody>
      </p:sp>
    </p:spTree>
    <p:extLst>
      <p:ext uri="{BB962C8B-B14F-4D97-AF65-F5344CB8AC3E}">
        <p14:creationId xmlns:p14="http://schemas.microsoft.com/office/powerpoint/2010/main" val="1393253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FF30F976-C6C5-46AC-BF15-042DDB91640B}" type="datetime1">
              <a:rPr lang="en-US" altLang="en-US" smtClean="0"/>
              <a:t>3/14/2026</a:t>
            </a:fld>
            <a:endParaRPr lang="en-US" altLang="en-US" dirty="0"/>
          </a:p>
        </p:txBody>
      </p:sp>
      <p:sp>
        <p:nvSpPr>
          <p:cNvPr id="4" name="Footer Placeholder 3"/>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5" name="Slide Number Placeholder 4"/>
          <p:cNvSpPr>
            <a:spLocks noGrp="1"/>
          </p:cNvSpPr>
          <p:nvPr>
            <p:ph type="sldNum" sz="quarter" idx="12"/>
          </p:nvPr>
        </p:nvSpPr>
        <p:spPr/>
        <p:txBody>
          <a:bodyPr/>
          <a:lstStyle>
            <a:lvl1pPr>
              <a:defRPr/>
            </a:lvl1pPr>
          </a:lstStyle>
          <a:p>
            <a:fld id="{D5F02DF6-5EF1-449D-8E8F-F40E7D2FCBCB}" type="slidenum">
              <a:rPr lang="en-US" altLang="en-US"/>
              <a:pPr/>
              <a:t>‹#›</a:t>
            </a:fld>
            <a:endParaRPr lang="en-US" altLang="en-US" dirty="0"/>
          </a:p>
        </p:txBody>
      </p:sp>
    </p:spTree>
    <p:extLst>
      <p:ext uri="{BB962C8B-B14F-4D97-AF65-F5344CB8AC3E}">
        <p14:creationId xmlns:p14="http://schemas.microsoft.com/office/powerpoint/2010/main" val="867368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4EB39B33-8D7C-41EC-8450-3CBD5581B8E2}" type="datetime1">
              <a:rPr lang="en-US" altLang="en-US" smtClean="0"/>
              <a:t>3/14/2026</a:t>
            </a:fld>
            <a:endParaRPr lang="en-US" altLang="en-US" dirty="0"/>
          </a:p>
        </p:txBody>
      </p:sp>
      <p:sp>
        <p:nvSpPr>
          <p:cNvPr id="3" name="Footer Placeholder 2"/>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4" name="Slide Number Placeholder 3"/>
          <p:cNvSpPr>
            <a:spLocks noGrp="1"/>
          </p:cNvSpPr>
          <p:nvPr>
            <p:ph type="sldNum" sz="quarter" idx="12"/>
          </p:nvPr>
        </p:nvSpPr>
        <p:spPr/>
        <p:txBody>
          <a:bodyPr/>
          <a:lstStyle>
            <a:lvl1pPr>
              <a:defRPr/>
            </a:lvl1pPr>
          </a:lstStyle>
          <a:p>
            <a:fld id="{AC3460AA-1533-4548-8781-A6D0EAE276D6}" type="slidenum">
              <a:rPr lang="en-US" altLang="en-US"/>
              <a:pPr/>
              <a:t>‹#›</a:t>
            </a:fld>
            <a:endParaRPr lang="en-US" altLang="en-US" dirty="0"/>
          </a:p>
        </p:txBody>
      </p:sp>
    </p:spTree>
    <p:extLst>
      <p:ext uri="{BB962C8B-B14F-4D97-AF65-F5344CB8AC3E}">
        <p14:creationId xmlns:p14="http://schemas.microsoft.com/office/powerpoint/2010/main" val="1251094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marL="45720" indent="0">
              <a:buFontTx/>
              <a:buNone/>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24392300-A72E-4F88-ACD3-3EE844BF72BA}" type="datetime1">
              <a:rPr lang="en-US" altLang="en-US" smtClean="0"/>
              <a:t>3/14/2026</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C6386842-FEC9-453F-B6F7-7C945F3A2D73}" type="slidenum">
              <a:rPr lang="en-US" altLang="en-US"/>
              <a:pPr/>
              <a:t>‹#›</a:t>
            </a:fld>
            <a:endParaRPr lang="en-US" altLang="en-US" dirty="0"/>
          </a:p>
        </p:txBody>
      </p:sp>
    </p:spTree>
    <p:extLst>
      <p:ext uri="{BB962C8B-B14F-4D97-AF65-F5344CB8AC3E}">
        <p14:creationId xmlns:p14="http://schemas.microsoft.com/office/powerpoint/2010/main" val="1530924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B844039-CC01-4C22-8E72-7F3F8D2079C3}" type="datetime1">
              <a:rPr lang="en-US" altLang="en-US" smtClean="0"/>
              <a:t>3/14/2026</a:t>
            </a:fld>
            <a:endParaRPr lang="en-US" altLang="en-US" dirty="0"/>
          </a:p>
        </p:txBody>
      </p:sp>
      <p:sp>
        <p:nvSpPr>
          <p:cNvPr id="6" name="Footer Placeholder 5"/>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7" name="Slide Number Placeholder 6"/>
          <p:cNvSpPr>
            <a:spLocks noGrp="1"/>
          </p:cNvSpPr>
          <p:nvPr>
            <p:ph type="sldNum" sz="quarter" idx="12"/>
          </p:nvPr>
        </p:nvSpPr>
        <p:spPr/>
        <p:txBody>
          <a:bodyPr/>
          <a:lstStyle>
            <a:lvl1pPr>
              <a:defRPr/>
            </a:lvl1pPr>
          </a:lstStyle>
          <a:p>
            <a:fld id="{E96DA581-ADE3-4A40-91CB-711A776CAC29}" type="slidenum">
              <a:rPr lang="en-US" altLang="en-US"/>
              <a:pPr/>
              <a:t>‹#›</a:t>
            </a:fld>
            <a:endParaRPr lang="en-US" altLang="en-US" dirty="0"/>
          </a:p>
        </p:txBody>
      </p:sp>
    </p:spTree>
    <p:extLst>
      <p:ext uri="{BB962C8B-B14F-4D97-AF65-F5344CB8AC3E}">
        <p14:creationId xmlns:p14="http://schemas.microsoft.com/office/powerpoint/2010/main" val="2911566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A013E083-DA48-4C9A-A43F-A1DBD108CEB1}" type="datetime1">
              <a:rPr lang="en-US" altLang="en-US" smtClean="0"/>
              <a:t>3/14/2026</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872E90EB-6CA4-453F-8712-C339590DE034}" type="slidenum">
              <a:rPr lang="en-US" altLang="en-US"/>
              <a:pPr/>
              <a:t>‹#›</a:t>
            </a:fld>
            <a:endParaRPr lang="en-US" altLang="en-US" dirty="0"/>
          </a:p>
        </p:txBody>
      </p:sp>
    </p:spTree>
    <p:extLst>
      <p:ext uri="{BB962C8B-B14F-4D97-AF65-F5344CB8AC3E}">
        <p14:creationId xmlns:p14="http://schemas.microsoft.com/office/powerpoint/2010/main" val="4113127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7950" y="228600"/>
            <a:ext cx="2076450" cy="57070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28600"/>
            <a:ext cx="6076950" cy="5707063"/>
          </a:xfrm>
        </p:spPr>
        <p:txBody>
          <a:bodyPr vert="eaVert"/>
          <a:lstStyle>
            <a:lvl1pPr marL="45720" indent="0">
              <a:buFontTx/>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DE0A6D60-888E-4F3F-B3CE-7795256FE141}" type="datetime1">
              <a:rPr lang="en-US" altLang="en-US" smtClean="0"/>
              <a:t>3/14/2026</a:t>
            </a:fld>
            <a:endParaRPr lang="en-US" altLang="en-US" dirty="0"/>
          </a:p>
        </p:txBody>
      </p:sp>
      <p:sp>
        <p:nvSpPr>
          <p:cNvPr id="5" name="Footer Placeholder 4"/>
          <p:cNvSpPr>
            <a:spLocks noGrp="1"/>
          </p:cNvSpPr>
          <p:nvPr>
            <p:ph type="ftr" sz="quarter" idx="11"/>
          </p:nvPr>
        </p:nvSpPr>
        <p:spPr/>
        <p:txBody>
          <a:bodyPr/>
          <a:lstStyle>
            <a:lvl1pPr>
              <a:defRPr/>
            </a:lvl1pPr>
          </a:lstStyle>
          <a:p>
            <a:r>
              <a:rPr lang="en-US" altLang="en-US"/>
              <a:t>Dr. Nabil Mahmood Hewaihi</a:t>
            </a:r>
            <a:endParaRPr lang="en-US" altLang="en-US" dirty="0"/>
          </a:p>
        </p:txBody>
      </p:sp>
      <p:sp>
        <p:nvSpPr>
          <p:cNvPr id="6" name="Slide Number Placeholder 5"/>
          <p:cNvSpPr>
            <a:spLocks noGrp="1"/>
          </p:cNvSpPr>
          <p:nvPr>
            <p:ph type="sldNum" sz="quarter" idx="12"/>
          </p:nvPr>
        </p:nvSpPr>
        <p:spPr/>
        <p:txBody>
          <a:bodyPr/>
          <a:lstStyle>
            <a:lvl1pPr>
              <a:defRPr/>
            </a:lvl1pPr>
          </a:lstStyle>
          <a:p>
            <a:fld id="{26D251BA-4196-46F7-BF5E-DE37F6712AD1}" type="slidenum">
              <a:rPr lang="en-US" altLang="en-US"/>
              <a:pPr/>
              <a:t>‹#›</a:t>
            </a:fld>
            <a:endParaRPr lang="en-US" altLang="en-US" dirty="0"/>
          </a:p>
        </p:txBody>
      </p:sp>
    </p:spTree>
    <p:extLst>
      <p:ext uri="{BB962C8B-B14F-4D97-AF65-F5344CB8AC3E}">
        <p14:creationId xmlns:p14="http://schemas.microsoft.com/office/powerpoint/2010/main" val="325170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Line 2"/>
          <p:cNvSpPr>
            <a:spLocks noChangeShapeType="1"/>
          </p:cNvSpPr>
          <p:nvPr/>
        </p:nvSpPr>
        <p:spPr bwMode="auto">
          <a:xfrm>
            <a:off x="7962900" y="152400"/>
            <a:ext cx="0" cy="1524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dirty="0"/>
          </a:p>
        </p:txBody>
      </p:sp>
      <p:grpSp>
        <p:nvGrpSpPr>
          <p:cNvPr id="46088" name="Group 8"/>
          <p:cNvGrpSpPr>
            <a:grpSpLocks/>
          </p:cNvGrpSpPr>
          <p:nvPr/>
        </p:nvGrpSpPr>
        <p:grpSpPr bwMode="auto">
          <a:xfrm>
            <a:off x="8153400" y="152400"/>
            <a:ext cx="792163" cy="1295400"/>
            <a:chOff x="5136" y="960"/>
            <a:chExt cx="528" cy="864"/>
          </a:xfrm>
        </p:grpSpPr>
        <p:sp>
          <p:nvSpPr>
            <p:cNvPr id="46089" name="Oval 9"/>
            <p:cNvSpPr>
              <a:spLocks noChangeArrowheads="1"/>
            </p:cNvSpPr>
            <p:nvPr/>
          </p:nvSpPr>
          <p:spPr bwMode="auto">
            <a:xfrm>
              <a:off x="5136"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0" name="Oval 10"/>
            <p:cNvSpPr>
              <a:spLocks noChangeArrowheads="1"/>
            </p:cNvSpPr>
            <p:nvPr/>
          </p:nvSpPr>
          <p:spPr bwMode="auto">
            <a:xfrm>
              <a:off x="5248"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1" name="Oval 11"/>
            <p:cNvSpPr>
              <a:spLocks noChangeArrowheads="1"/>
            </p:cNvSpPr>
            <p:nvPr/>
          </p:nvSpPr>
          <p:spPr bwMode="auto">
            <a:xfrm>
              <a:off x="5360" y="960"/>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2" name="Oval 12"/>
            <p:cNvSpPr>
              <a:spLocks noChangeArrowheads="1"/>
            </p:cNvSpPr>
            <p:nvPr/>
          </p:nvSpPr>
          <p:spPr bwMode="auto">
            <a:xfrm>
              <a:off x="5136"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3" name="Oval 13"/>
            <p:cNvSpPr>
              <a:spLocks noChangeArrowheads="1"/>
            </p:cNvSpPr>
            <p:nvPr/>
          </p:nvSpPr>
          <p:spPr bwMode="auto">
            <a:xfrm>
              <a:off x="5248"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4" name="Oval 14"/>
            <p:cNvSpPr>
              <a:spLocks noChangeArrowheads="1"/>
            </p:cNvSpPr>
            <p:nvPr/>
          </p:nvSpPr>
          <p:spPr bwMode="auto">
            <a:xfrm>
              <a:off x="5360" y="1072"/>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5" name="Oval 15"/>
            <p:cNvSpPr>
              <a:spLocks noChangeArrowheads="1"/>
            </p:cNvSpPr>
            <p:nvPr/>
          </p:nvSpPr>
          <p:spPr bwMode="auto">
            <a:xfrm>
              <a:off x="5472" y="1072"/>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6" name="Oval 16"/>
            <p:cNvSpPr>
              <a:spLocks noChangeArrowheads="1"/>
            </p:cNvSpPr>
            <p:nvPr/>
          </p:nvSpPr>
          <p:spPr bwMode="auto">
            <a:xfrm>
              <a:off x="5136"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7" name="Oval 17"/>
            <p:cNvSpPr>
              <a:spLocks noChangeArrowheads="1"/>
            </p:cNvSpPr>
            <p:nvPr/>
          </p:nvSpPr>
          <p:spPr bwMode="auto">
            <a:xfrm>
              <a:off x="5248" y="1184"/>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8" name="Oval 18"/>
            <p:cNvSpPr>
              <a:spLocks noChangeArrowheads="1"/>
            </p:cNvSpPr>
            <p:nvPr/>
          </p:nvSpPr>
          <p:spPr bwMode="auto">
            <a:xfrm>
              <a:off x="5360"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099" name="Oval 19"/>
            <p:cNvSpPr>
              <a:spLocks noChangeArrowheads="1"/>
            </p:cNvSpPr>
            <p:nvPr/>
          </p:nvSpPr>
          <p:spPr bwMode="auto">
            <a:xfrm>
              <a:off x="5472" y="1184"/>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0" name="Oval 20"/>
            <p:cNvSpPr>
              <a:spLocks noChangeArrowheads="1"/>
            </p:cNvSpPr>
            <p:nvPr/>
          </p:nvSpPr>
          <p:spPr bwMode="auto">
            <a:xfrm>
              <a:off x="5584" y="1184"/>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1" name="Oval 21"/>
            <p:cNvSpPr>
              <a:spLocks noChangeArrowheads="1"/>
            </p:cNvSpPr>
            <p:nvPr/>
          </p:nvSpPr>
          <p:spPr bwMode="auto">
            <a:xfrm>
              <a:off x="5136" y="1296"/>
              <a:ext cx="80" cy="80"/>
            </a:xfrm>
            <a:prstGeom prst="ellipse">
              <a:avLst/>
            </a:prstGeom>
            <a:solidFill>
              <a:schemeClr val="tx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2" name="Oval 22"/>
            <p:cNvSpPr>
              <a:spLocks noChangeArrowheads="1"/>
            </p:cNvSpPr>
            <p:nvPr/>
          </p:nvSpPr>
          <p:spPr bwMode="auto">
            <a:xfrm>
              <a:off x="5248"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3" name="Oval 23"/>
            <p:cNvSpPr>
              <a:spLocks noChangeArrowheads="1"/>
            </p:cNvSpPr>
            <p:nvPr/>
          </p:nvSpPr>
          <p:spPr bwMode="auto">
            <a:xfrm>
              <a:off x="5360" y="1296"/>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4" name="Oval 24"/>
            <p:cNvSpPr>
              <a:spLocks noChangeArrowheads="1"/>
            </p:cNvSpPr>
            <p:nvPr/>
          </p:nvSpPr>
          <p:spPr bwMode="auto">
            <a:xfrm>
              <a:off x="5472" y="1296"/>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5" name="Oval 25"/>
            <p:cNvSpPr>
              <a:spLocks noChangeArrowheads="1"/>
            </p:cNvSpPr>
            <p:nvPr/>
          </p:nvSpPr>
          <p:spPr bwMode="auto">
            <a:xfrm>
              <a:off x="5136"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6" name="Oval 26"/>
            <p:cNvSpPr>
              <a:spLocks noChangeArrowheads="1"/>
            </p:cNvSpPr>
            <p:nvPr/>
          </p:nvSpPr>
          <p:spPr bwMode="auto">
            <a:xfrm>
              <a:off x="5248" y="1408"/>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7" name="Oval 27"/>
            <p:cNvSpPr>
              <a:spLocks noChangeArrowheads="1"/>
            </p:cNvSpPr>
            <p:nvPr/>
          </p:nvSpPr>
          <p:spPr bwMode="auto">
            <a:xfrm>
              <a:off x="5360"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8" name="Oval 28"/>
            <p:cNvSpPr>
              <a:spLocks noChangeArrowheads="1"/>
            </p:cNvSpPr>
            <p:nvPr/>
          </p:nvSpPr>
          <p:spPr bwMode="auto">
            <a:xfrm>
              <a:off x="5472" y="1408"/>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09" name="Oval 29"/>
            <p:cNvSpPr>
              <a:spLocks noChangeArrowheads="1"/>
            </p:cNvSpPr>
            <p:nvPr/>
          </p:nvSpPr>
          <p:spPr bwMode="auto">
            <a:xfrm>
              <a:off x="5584" y="1408"/>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0" name="Oval 30"/>
            <p:cNvSpPr>
              <a:spLocks noChangeArrowheads="1"/>
            </p:cNvSpPr>
            <p:nvPr/>
          </p:nvSpPr>
          <p:spPr bwMode="auto">
            <a:xfrm>
              <a:off x="5136" y="1520"/>
              <a:ext cx="80" cy="80"/>
            </a:xfrm>
            <a:prstGeom prst="ellipse">
              <a:avLst/>
            </a:prstGeom>
            <a:solidFill>
              <a:schemeClr val="accent2"/>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1" name="Oval 31"/>
            <p:cNvSpPr>
              <a:spLocks noChangeArrowheads="1"/>
            </p:cNvSpPr>
            <p:nvPr/>
          </p:nvSpPr>
          <p:spPr bwMode="auto">
            <a:xfrm>
              <a:off x="5248"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2" name="Oval 32"/>
            <p:cNvSpPr>
              <a:spLocks noChangeArrowheads="1"/>
            </p:cNvSpPr>
            <p:nvPr/>
          </p:nvSpPr>
          <p:spPr bwMode="auto">
            <a:xfrm>
              <a:off x="5360" y="1520"/>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3" name="Oval 33"/>
            <p:cNvSpPr>
              <a:spLocks noChangeArrowheads="1"/>
            </p:cNvSpPr>
            <p:nvPr/>
          </p:nvSpPr>
          <p:spPr bwMode="auto">
            <a:xfrm>
              <a:off x="5472" y="1520"/>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4" name="Oval 34"/>
            <p:cNvSpPr>
              <a:spLocks noChangeArrowheads="1"/>
            </p:cNvSpPr>
            <p:nvPr/>
          </p:nvSpPr>
          <p:spPr bwMode="auto">
            <a:xfrm>
              <a:off x="5136"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5" name="Oval 35"/>
            <p:cNvSpPr>
              <a:spLocks noChangeArrowheads="1"/>
            </p:cNvSpPr>
            <p:nvPr/>
          </p:nvSpPr>
          <p:spPr bwMode="auto">
            <a:xfrm>
              <a:off x="5248" y="1632"/>
              <a:ext cx="80" cy="80"/>
            </a:xfrm>
            <a:prstGeom prst="ellipse">
              <a:avLst/>
            </a:prstGeom>
            <a:solidFill>
              <a:schemeClr val="accent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6" name="Oval 36"/>
            <p:cNvSpPr>
              <a:spLocks noChangeArrowheads="1"/>
            </p:cNvSpPr>
            <p:nvPr/>
          </p:nvSpPr>
          <p:spPr bwMode="auto">
            <a:xfrm>
              <a:off x="5360"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7" name="Oval 37"/>
            <p:cNvSpPr>
              <a:spLocks noChangeArrowheads="1"/>
            </p:cNvSpPr>
            <p:nvPr/>
          </p:nvSpPr>
          <p:spPr bwMode="auto">
            <a:xfrm>
              <a:off x="5472" y="1632"/>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8" name="Oval 38"/>
            <p:cNvSpPr>
              <a:spLocks noChangeArrowheads="1"/>
            </p:cNvSpPr>
            <p:nvPr/>
          </p:nvSpPr>
          <p:spPr bwMode="auto">
            <a:xfrm>
              <a:off x="5248"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sp>
          <p:nvSpPr>
            <p:cNvPr id="46119" name="Oval 39"/>
            <p:cNvSpPr>
              <a:spLocks noChangeArrowheads="1"/>
            </p:cNvSpPr>
            <p:nvPr/>
          </p:nvSpPr>
          <p:spPr bwMode="auto">
            <a:xfrm>
              <a:off x="5472" y="1744"/>
              <a:ext cx="80" cy="80"/>
            </a:xfrm>
            <a:prstGeom prst="ellipse">
              <a:avLst/>
            </a:prstGeom>
            <a:solidFill>
              <a:schemeClr val="folHlink"/>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p>
          </p:txBody>
        </p:sp>
      </p:grpSp>
      <p:sp>
        <p:nvSpPr>
          <p:cNvPr id="46083" name="Title Placeholder 1"/>
          <p:cNvSpPr>
            <a:spLocks noGrp="1" noChangeArrowheads="1"/>
          </p:cNvSpPr>
          <p:nvPr>
            <p:ph type="title"/>
          </p:nvPr>
        </p:nvSpPr>
        <p:spPr bwMode="auto">
          <a:xfrm>
            <a:off x="228600" y="228600"/>
            <a:ext cx="76962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46084" name="Text Placeholder 2"/>
          <p:cNvSpPr>
            <a:spLocks noGrp="1" noChangeArrowheads="1"/>
          </p:cNvSpPr>
          <p:nvPr>
            <p:ph type="body" idx="1"/>
          </p:nvPr>
        </p:nvSpPr>
        <p:spPr bwMode="auto">
          <a:xfrm>
            <a:off x="1143000" y="1524000"/>
            <a:ext cx="7391400" cy="4411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US" altLang="en-US" dirty="0"/>
          </a:p>
        </p:txBody>
      </p:sp>
      <p:sp>
        <p:nvSpPr>
          <p:cNvPr id="46085" name="Date Placeholder 3"/>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SzTx/>
              <a:buFontTx/>
              <a:buNone/>
              <a:defRPr sz="1000"/>
            </a:lvl1pPr>
          </a:lstStyle>
          <a:p>
            <a:fld id="{DAA47658-FA98-41C0-A0A1-70085A3B5D80}" type="datetime1">
              <a:rPr lang="en-US" altLang="en-US" smtClean="0"/>
              <a:t>3/14/2026</a:t>
            </a:fld>
            <a:endParaRPr lang="en-US" altLang="en-US" dirty="0"/>
          </a:p>
        </p:txBody>
      </p:sp>
      <p:sp>
        <p:nvSpPr>
          <p:cNvPr id="46086" name="Footer Placeholder 4"/>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spcBef>
                <a:spcPct val="0"/>
              </a:spcBef>
              <a:buClrTx/>
              <a:buSzTx/>
              <a:buFontTx/>
              <a:buNone/>
              <a:defRPr sz="1000"/>
            </a:lvl1pPr>
          </a:lstStyle>
          <a:p>
            <a:r>
              <a:rPr lang="en-US" altLang="en-US"/>
              <a:t>Dr. Nabil Mahmood Hewaihi</a:t>
            </a:r>
            <a:endParaRPr lang="en-US" altLang="en-US" dirty="0"/>
          </a:p>
        </p:txBody>
      </p:sp>
      <p:sp>
        <p:nvSpPr>
          <p:cNvPr id="46087" name="Slide Number Placeholder 5"/>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000"/>
            </a:lvl1pPr>
          </a:lstStyle>
          <a:p>
            <a:fld id="{D7E5119E-5338-4B55-81DC-57EAC9440FD0}" type="slidenum">
              <a:rPr lang="en-US" altLang="en-US"/>
              <a:pPr/>
              <a:t>‹#›</a:t>
            </a:fld>
            <a:endParaRPr lang="en-US" altLang="en-US" dirty="0"/>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hdr="0" ftr="0" dt="0"/>
  <p:txStyles>
    <p:titleStyle>
      <a:lvl1pPr algn="l" rtl="0" eaLnBrk="1" fontAlgn="base" hangingPunct="1">
        <a:spcBef>
          <a:spcPct val="0"/>
        </a:spcBef>
        <a:spcAft>
          <a:spcPct val="0"/>
        </a:spcAft>
        <a:defRPr sz="3600" b="1">
          <a:solidFill>
            <a:schemeClr val="tx2"/>
          </a:solidFill>
          <a:latin typeface="+mj-lt"/>
          <a:ea typeface="+mj-ea"/>
          <a:cs typeface="+mj-cs"/>
        </a:defRPr>
      </a:lvl1pPr>
      <a:lvl2pPr algn="l" rtl="0" eaLnBrk="1" fontAlgn="base" hangingPunct="1">
        <a:spcBef>
          <a:spcPct val="0"/>
        </a:spcBef>
        <a:spcAft>
          <a:spcPct val="0"/>
        </a:spcAft>
        <a:defRPr sz="3600" b="1">
          <a:solidFill>
            <a:schemeClr val="tx2"/>
          </a:solidFill>
          <a:latin typeface="Arial" charset="0"/>
        </a:defRPr>
      </a:lvl2pPr>
      <a:lvl3pPr algn="l" rtl="0" eaLnBrk="1" fontAlgn="base" hangingPunct="1">
        <a:spcBef>
          <a:spcPct val="0"/>
        </a:spcBef>
        <a:spcAft>
          <a:spcPct val="0"/>
        </a:spcAft>
        <a:defRPr sz="3600" b="1">
          <a:solidFill>
            <a:schemeClr val="tx2"/>
          </a:solidFill>
          <a:latin typeface="Arial" charset="0"/>
        </a:defRPr>
      </a:lvl3pPr>
      <a:lvl4pPr algn="l" rtl="0" eaLnBrk="1" fontAlgn="base" hangingPunct="1">
        <a:spcBef>
          <a:spcPct val="0"/>
        </a:spcBef>
        <a:spcAft>
          <a:spcPct val="0"/>
        </a:spcAft>
        <a:defRPr sz="3600" b="1">
          <a:solidFill>
            <a:schemeClr val="tx2"/>
          </a:solidFill>
          <a:latin typeface="Arial" charset="0"/>
        </a:defRPr>
      </a:lvl4pPr>
      <a:lvl5pPr algn="l" rtl="0" eaLnBrk="1" fontAlgn="base" hangingPunct="1">
        <a:spcBef>
          <a:spcPct val="0"/>
        </a:spcBef>
        <a:spcAft>
          <a:spcPct val="0"/>
        </a:spcAft>
        <a:defRPr sz="3600" b="1">
          <a:solidFill>
            <a:schemeClr val="tx2"/>
          </a:solidFill>
          <a:latin typeface="Arial" charset="0"/>
        </a:defRPr>
      </a:lvl5pPr>
      <a:lvl6pPr marL="457200" algn="l" rtl="0" eaLnBrk="1" fontAlgn="base" hangingPunct="1">
        <a:spcBef>
          <a:spcPct val="0"/>
        </a:spcBef>
        <a:spcAft>
          <a:spcPct val="0"/>
        </a:spcAft>
        <a:defRPr sz="3600" b="1">
          <a:solidFill>
            <a:schemeClr val="tx2"/>
          </a:solidFill>
          <a:latin typeface="Arial" charset="0"/>
        </a:defRPr>
      </a:lvl6pPr>
      <a:lvl7pPr marL="914400" algn="l" rtl="0" eaLnBrk="1" fontAlgn="base" hangingPunct="1">
        <a:spcBef>
          <a:spcPct val="0"/>
        </a:spcBef>
        <a:spcAft>
          <a:spcPct val="0"/>
        </a:spcAft>
        <a:defRPr sz="3600" b="1">
          <a:solidFill>
            <a:schemeClr val="tx2"/>
          </a:solidFill>
          <a:latin typeface="Arial" charset="0"/>
        </a:defRPr>
      </a:lvl7pPr>
      <a:lvl8pPr marL="1371600" algn="l" rtl="0" eaLnBrk="1" fontAlgn="base" hangingPunct="1">
        <a:spcBef>
          <a:spcPct val="0"/>
        </a:spcBef>
        <a:spcAft>
          <a:spcPct val="0"/>
        </a:spcAft>
        <a:defRPr sz="3600" b="1">
          <a:solidFill>
            <a:schemeClr val="tx2"/>
          </a:solidFill>
          <a:latin typeface="Arial" charset="0"/>
        </a:defRPr>
      </a:lvl8pPr>
      <a:lvl9pPr marL="1828800" algn="l" rtl="0" eaLnBrk="1" fontAlgn="base" hangingPunct="1">
        <a:spcBef>
          <a:spcPct val="0"/>
        </a:spcBef>
        <a:spcAft>
          <a:spcPct val="0"/>
        </a:spcAft>
        <a:defRPr sz="3600" b="1">
          <a:solidFill>
            <a:schemeClr val="tx2"/>
          </a:solidFill>
          <a:latin typeface="Arial" charset="0"/>
        </a:defRPr>
      </a:lvl9pPr>
    </p:titleStyle>
    <p:bodyStyle>
      <a:lvl1pPr marL="45720" indent="0" algn="l" rtl="0" eaLnBrk="1" fontAlgn="base" hangingPunct="1">
        <a:spcBef>
          <a:spcPct val="25000"/>
        </a:spcBef>
        <a:spcAft>
          <a:spcPct val="0"/>
        </a:spcAft>
        <a:buClr>
          <a:schemeClr val="tx2"/>
        </a:buClr>
        <a:buSzPct val="120000"/>
        <a:buFontTx/>
        <a:buNone/>
        <a:defRPr sz="2700">
          <a:solidFill>
            <a:schemeClr val="tx1"/>
          </a:solidFill>
          <a:latin typeface="+mn-lt"/>
          <a:ea typeface="+mn-ea"/>
          <a:cs typeface="+mn-cs"/>
        </a:defRPr>
      </a:lvl1pPr>
      <a:lvl2pPr marL="692150" indent="-347663" algn="l" rtl="0" eaLnBrk="1" fontAlgn="base" hangingPunct="1">
        <a:spcBef>
          <a:spcPct val="0"/>
        </a:spcBef>
        <a:spcAft>
          <a:spcPct val="25000"/>
        </a:spcAft>
        <a:buClr>
          <a:schemeClr val="accent2">
            <a:lumMod val="75000"/>
          </a:schemeClr>
        </a:buClr>
        <a:buSzPct val="55000"/>
        <a:buFont typeface="Wingdings" pitchFamily="2" charset="2"/>
        <a:buChar char="l"/>
        <a:defRPr sz="2400">
          <a:solidFill>
            <a:schemeClr val="tx1"/>
          </a:solidFill>
          <a:latin typeface="+mn-lt"/>
        </a:defRPr>
      </a:lvl2pPr>
      <a:lvl3pPr marL="987425" indent="-293688" algn="l" rtl="0" eaLnBrk="1" fontAlgn="base" hangingPunct="1">
        <a:spcBef>
          <a:spcPct val="0"/>
        </a:spcBef>
        <a:spcAft>
          <a:spcPct val="25000"/>
        </a:spcAft>
        <a:buClr>
          <a:schemeClr val="accent1">
            <a:lumMod val="50000"/>
          </a:schemeClr>
        </a:buClr>
        <a:buSzPct val="50000"/>
        <a:buFont typeface="Wingdings" pitchFamily="2" charset="2"/>
        <a:buChar char="l"/>
        <a:defRPr sz="2200">
          <a:solidFill>
            <a:schemeClr val="tx1"/>
          </a:solidFill>
          <a:latin typeface="+mn-lt"/>
        </a:defRPr>
      </a:lvl3pPr>
      <a:lvl4pPr marL="1281113" indent="-292100" algn="l" rtl="0" eaLnBrk="1" fontAlgn="base" hangingPunct="1">
        <a:spcBef>
          <a:spcPct val="20000"/>
        </a:spcBef>
        <a:spcAft>
          <a:spcPct val="0"/>
        </a:spcAft>
        <a:buClr>
          <a:schemeClr val="tx2">
            <a:lumMod val="75000"/>
          </a:schemeClr>
        </a:buClr>
        <a:buSzPct val="75000"/>
        <a:buFont typeface="Wingdings" pitchFamily="2" charset="2"/>
        <a:buChar char="§"/>
        <a:defRPr sz="2000">
          <a:solidFill>
            <a:schemeClr val="tx1"/>
          </a:solidFill>
          <a:latin typeface="+mn-lt"/>
        </a:defRPr>
      </a:lvl4pPr>
      <a:lvl5pPr marL="1598613" indent="-315913" algn="l" rtl="0" eaLnBrk="1" fontAlgn="base" hangingPunct="1">
        <a:spcBef>
          <a:spcPct val="20000"/>
        </a:spcBef>
        <a:spcAft>
          <a:spcPct val="0"/>
        </a:spcAft>
        <a:buClr>
          <a:schemeClr val="accent3">
            <a:lumMod val="50000"/>
          </a:schemeClr>
        </a:buClr>
        <a:buSzPct val="80000"/>
        <a:buFont typeface="Wingdings" pitchFamily="2" charset="2"/>
        <a:buChar char="§"/>
        <a:defRPr sz="2000">
          <a:solidFill>
            <a:schemeClr val="tx1"/>
          </a:solidFill>
          <a:latin typeface="+mn-lt"/>
        </a:defRPr>
      </a:lvl5pPr>
      <a:lvl6pPr marL="1920240" indent="-315913" algn="l" rtl="0" eaLnBrk="1" fontAlgn="base" hangingPunct="1">
        <a:spcBef>
          <a:spcPct val="20000"/>
        </a:spcBef>
        <a:spcAft>
          <a:spcPct val="0"/>
        </a:spcAft>
        <a:buClr>
          <a:schemeClr val="accent6">
            <a:lumMod val="50000"/>
          </a:schemeClr>
        </a:buClr>
        <a:buSzPct val="80000"/>
        <a:buFont typeface="Wingdings" pitchFamily="2" charset="2"/>
        <a:buChar char="§"/>
        <a:defRPr sz="2000">
          <a:solidFill>
            <a:schemeClr val="tx1"/>
          </a:solidFill>
          <a:latin typeface="+mn-lt"/>
        </a:defRPr>
      </a:lvl6pPr>
      <a:lvl7pPr marL="224028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7pPr>
      <a:lvl8pPr marL="2651760" indent="-315913" algn="l" rtl="0" eaLnBrk="1" fontAlgn="base" hangingPunct="1">
        <a:spcBef>
          <a:spcPct val="20000"/>
        </a:spcBef>
        <a:spcAft>
          <a:spcPct val="0"/>
        </a:spcAft>
        <a:buClr>
          <a:schemeClr val="bg2">
            <a:lumMod val="75000"/>
          </a:schemeClr>
        </a:buClr>
        <a:buSzPct val="80000"/>
        <a:buFont typeface="Wingdings" pitchFamily="2" charset="2"/>
        <a:buChar char="§"/>
        <a:defRPr sz="2000">
          <a:solidFill>
            <a:schemeClr val="tx1"/>
          </a:solidFill>
          <a:latin typeface="+mn-lt"/>
        </a:defRPr>
      </a:lvl8pPr>
      <a:lvl9pPr marL="3108960" indent="-315913" algn="l" rtl="0" eaLnBrk="1" fontAlgn="base" hangingPunct="1">
        <a:spcBef>
          <a:spcPct val="20000"/>
        </a:spcBef>
        <a:spcAft>
          <a:spcPct val="0"/>
        </a:spcAft>
        <a:buClr>
          <a:schemeClr val="accent2">
            <a:lumMod val="50000"/>
          </a:schemeClr>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17" Type="http://schemas.openxmlformats.org/officeDocument/2006/relationships/image" Target="../media/image61.png"/><Relationship Id="rId21" Type="http://schemas.openxmlformats.org/officeDocument/2006/relationships/image" Target="../media/image13.png"/><Relationship Id="rId42" Type="http://schemas.openxmlformats.org/officeDocument/2006/relationships/customXml" Target="../ink/ink21.xml"/><Relationship Id="rId63" Type="http://schemas.openxmlformats.org/officeDocument/2006/relationships/image" Target="../media/image34.png"/><Relationship Id="rId84" Type="http://schemas.openxmlformats.org/officeDocument/2006/relationships/customXml" Target="../ink/ink42.xml"/><Relationship Id="rId138" Type="http://schemas.openxmlformats.org/officeDocument/2006/relationships/customXml" Target="../ink/ink69.xml"/><Relationship Id="rId159" Type="http://schemas.openxmlformats.org/officeDocument/2006/relationships/image" Target="../media/image82.png"/><Relationship Id="rId170" Type="http://schemas.openxmlformats.org/officeDocument/2006/relationships/customXml" Target="../ink/ink85.xml"/><Relationship Id="rId191" Type="http://schemas.openxmlformats.org/officeDocument/2006/relationships/image" Target="../media/image98.png"/><Relationship Id="rId107" Type="http://schemas.openxmlformats.org/officeDocument/2006/relationships/image" Target="../media/image56.png"/><Relationship Id="rId11" Type="http://schemas.openxmlformats.org/officeDocument/2006/relationships/image" Target="../media/image8.png"/><Relationship Id="rId32" Type="http://schemas.openxmlformats.org/officeDocument/2006/relationships/customXml" Target="../ink/ink16.xml"/><Relationship Id="rId53" Type="http://schemas.openxmlformats.org/officeDocument/2006/relationships/image" Target="../media/image29.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7.png"/><Relationship Id="rId5" Type="http://schemas.openxmlformats.org/officeDocument/2006/relationships/image" Target="../media/image5.png"/><Relationship Id="rId95" Type="http://schemas.openxmlformats.org/officeDocument/2006/relationships/image" Target="../media/image50.png"/><Relationship Id="rId160" Type="http://schemas.openxmlformats.org/officeDocument/2006/relationships/customXml" Target="../ink/ink80.xml"/><Relationship Id="rId181" Type="http://schemas.openxmlformats.org/officeDocument/2006/relationships/image" Target="../media/image93.png"/><Relationship Id="rId22" Type="http://schemas.openxmlformats.org/officeDocument/2006/relationships/customXml" Target="../ink/ink11.xml"/><Relationship Id="rId43" Type="http://schemas.openxmlformats.org/officeDocument/2006/relationships/image" Target="../media/image24.png"/><Relationship Id="rId64" Type="http://schemas.openxmlformats.org/officeDocument/2006/relationships/customXml" Target="../ink/ink32.xml"/><Relationship Id="rId118" Type="http://schemas.openxmlformats.org/officeDocument/2006/relationships/customXml" Target="../ink/ink59.xml"/><Relationship Id="rId139" Type="http://schemas.openxmlformats.org/officeDocument/2006/relationships/image" Target="../media/image72.png"/><Relationship Id="rId85" Type="http://schemas.openxmlformats.org/officeDocument/2006/relationships/image" Target="../media/image45.png"/><Relationship Id="rId150" Type="http://schemas.openxmlformats.org/officeDocument/2006/relationships/customXml" Target="../ink/ink75.xml"/><Relationship Id="rId171" Type="http://schemas.openxmlformats.org/officeDocument/2006/relationships/image" Target="../media/image88.png"/><Relationship Id="rId192" Type="http://schemas.openxmlformats.org/officeDocument/2006/relationships/customXml" Target="../ink/ink96.xml"/><Relationship Id="rId12" Type="http://schemas.openxmlformats.org/officeDocument/2006/relationships/customXml" Target="../ink/ink6.xml"/><Relationship Id="rId33" Type="http://schemas.openxmlformats.org/officeDocument/2006/relationships/image" Target="../media/image19.png"/><Relationship Id="rId108" Type="http://schemas.openxmlformats.org/officeDocument/2006/relationships/customXml" Target="../ink/ink54.xml"/><Relationship Id="rId129" Type="http://schemas.openxmlformats.org/officeDocument/2006/relationships/image" Target="../media/image67.png"/><Relationship Id="rId54" Type="http://schemas.openxmlformats.org/officeDocument/2006/relationships/customXml" Target="../ink/ink27.xml"/><Relationship Id="rId75" Type="http://schemas.openxmlformats.org/officeDocument/2006/relationships/image" Target="../media/image40.png"/><Relationship Id="rId96" Type="http://schemas.openxmlformats.org/officeDocument/2006/relationships/customXml" Target="../ink/ink48.xml"/><Relationship Id="rId140" Type="http://schemas.openxmlformats.org/officeDocument/2006/relationships/customXml" Target="../ink/ink70.xml"/><Relationship Id="rId161" Type="http://schemas.openxmlformats.org/officeDocument/2006/relationships/image" Target="../media/image83.png"/><Relationship Id="rId182" Type="http://schemas.openxmlformats.org/officeDocument/2006/relationships/customXml" Target="../ink/ink91.xml"/><Relationship Id="rId6" Type="http://schemas.openxmlformats.org/officeDocument/2006/relationships/customXml" Target="../ink/ink3.xml"/><Relationship Id="rId23" Type="http://schemas.openxmlformats.org/officeDocument/2006/relationships/image" Target="../media/image14.png"/><Relationship Id="rId119" Type="http://schemas.openxmlformats.org/officeDocument/2006/relationships/image" Target="../media/image62.png"/><Relationship Id="rId44" Type="http://schemas.openxmlformats.org/officeDocument/2006/relationships/customXml" Target="../ink/ink22.xml"/><Relationship Id="rId65" Type="http://schemas.openxmlformats.org/officeDocument/2006/relationships/image" Target="../media/image35.png"/><Relationship Id="rId86" Type="http://schemas.openxmlformats.org/officeDocument/2006/relationships/customXml" Target="../ink/ink43.xml"/><Relationship Id="rId130" Type="http://schemas.openxmlformats.org/officeDocument/2006/relationships/customXml" Target="../ink/ink65.xml"/><Relationship Id="rId151" Type="http://schemas.openxmlformats.org/officeDocument/2006/relationships/image" Target="../media/image78.png"/><Relationship Id="rId172" Type="http://schemas.openxmlformats.org/officeDocument/2006/relationships/customXml" Target="../ink/ink86.xml"/><Relationship Id="rId193" Type="http://schemas.openxmlformats.org/officeDocument/2006/relationships/image" Target="../media/image99.png"/><Relationship Id="rId13" Type="http://schemas.openxmlformats.org/officeDocument/2006/relationships/image" Target="../media/image9.png"/><Relationship Id="rId109" Type="http://schemas.openxmlformats.org/officeDocument/2006/relationships/image" Target="../media/image57.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0.png"/><Relationship Id="rId76" Type="http://schemas.openxmlformats.org/officeDocument/2006/relationships/customXml" Target="../ink/ink38.xml"/><Relationship Id="rId97" Type="http://schemas.openxmlformats.org/officeDocument/2006/relationships/image" Target="../media/image51.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65.png"/><Relationship Id="rId141" Type="http://schemas.openxmlformats.org/officeDocument/2006/relationships/image" Target="../media/image73.png"/><Relationship Id="rId146" Type="http://schemas.openxmlformats.org/officeDocument/2006/relationships/customXml" Target="../ink/ink73.xml"/><Relationship Id="rId167" Type="http://schemas.openxmlformats.org/officeDocument/2006/relationships/image" Target="../media/image86.png"/><Relationship Id="rId188" Type="http://schemas.openxmlformats.org/officeDocument/2006/relationships/customXml" Target="../ink/ink94.xml"/><Relationship Id="rId7" Type="http://schemas.openxmlformats.org/officeDocument/2006/relationships/image" Target="../media/image6.png"/><Relationship Id="rId71" Type="http://schemas.openxmlformats.org/officeDocument/2006/relationships/image" Target="../media/image38.png"/><Relationship Id="rId92" Type="http://schemas.openxmlformats.org/officeDocument/2006/relationships/customXml" Target="../ink/ink46.xml"/><Relationship Id="rId162" Type="http://schemas.openxmlformats.org/officeDocument/2006/relationships/customXml" Target="../ink/ink81.xml"/><Relationship Id="rId183" Type="http://schemas.openxmlformats.org/officeDocument/2006/relationships/image" Target="../media/image94.png"/><Relationship Id="rId2" Type="http://schemas.openxmlformats.org/officeDocument/2006/relationships/customXml" Target="../ink/ink1.xml"/><Relationship Id="rId29" Type="http://schemas.openxmlformats.org/officeDocument/2006/relationships/image" Target="../media/image17.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5.png"/><Relationship Id="rId66" Type="http://schemas.openxmlformats.org/officeDocument/2006/relationships/customXml" Target="../ink/ink33.xml"/><Relationship Id="rId87" Type="http://schemas.openxmlformats.org/officeDocument/2006/relationships/image" Target="../media/image46.png"/><Relationship Id="rId110" Type="http://schemas.openxmlformats.org/officeDocument/2006/relationships/customXml" Target="../ink/ink55.xml"/><Relationship Id="rId115" Type="http://schemas.openxmlformats.org/officeDocument/2006/relationships/image" Target="../media/image60.png"/><Relationship Id="rId131" Type="http://schemas.openxmlformats.org/officeDocument/2006/relationships/image" Target="../media/image68.png"/><Relationship Id="rId136" Type="http://schemas.openxmlformats.org/officeDocument/2006/relationships/customXml" Target="../ink/ink68.xml"/><Relationship Id="rId157" Type="http://schemas.openxmlformats.org/officeDocument/2006/relationships/image" Target="../media/image81.png"/><Relationship Id="rId178" Type="http://schemas.openxmlformats.org/officeDocument/2006/relationships/customXml" Target="../ink/ink89.xml"/><Relationship Id="rId61" Type="http://schemas.openxmlformats.org/officeDocument/2006/relationships/image" Target="../media/image33.png"/><Relationship Id="rId82" Type="http://schemas.openxmlformats.org/officeDocument/2006/relationships/customXml" Target="../ink/ink41.xml"/><Relationship Id="rId152" Type="http://schemas.openxmlformats.org/officeDocument/2006/relationships/customXml" Target="../ink/ink76.xml"/><Relationship Id="rId173" Type="http://schemas.openxmlformats.org/officeDocument/2006/relationships/image" Target="../media/image89.png"/><Relationship Id="rId19" Type="http://schemas.openxmlformats.org/officeDocument/2006/relationships/image" Target="../media/image12.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0.png"/><Relationship Id="rId56" Type="http://schemas.openxmlformats.org/officeDocument/2006/relationships/customXml" Target="../ink/ink28.xml"/><Relationship Id="rId77" Type="http://schemas.openxmlformats.org/officeDocument/2006/relationships/image" Target="../media/image41.png"/><Relationship Id="rId100" Type="http://schemas.openxmlformats.org/officeDocument/2006/relationships/customXml" Target="../ink/ink50.xml"/><Relationship Id="rId105" Type="http://schemas.openxmlformats.org/officeDocument/2006/relationships/image" Target="../media/image55.png"/><Relationship Id="rId126" Type="http://schemas.openxmlformats.org/officeDocument/2006/relationships/customXml" Target="../ink/ink63.xml"/><Relationship Id="rId147" Type="http://schemas.openxmlformats.org/officeDocument/2006/relationships/image" Target="../media/image76.png"/><Relationship Id="rId168" Type="http://schemas.openxmlformats.org/officeDocument/2006/relationships/customXml" Target="../ink/ink84.xml"/><Relationship Id="rId8" Type="http://schemas.openxmlformats.org/officeDocument/2006/relationships/customXml" Target="../ink/ink4.xml"/><Relationship Id="rId51" Type="http://schemas.openxmlformats.org/officeDocument/2006/relationships/image" Target="../media/image28.png"/><Relationship Id="rId72" Type="http://schemas.openxmlformats.org/officeDocument/2006/relationships/customXml" Target="../ink/ink36.xml"/><Relationship Id="rId93" Type="http://schemas.openxmlformats.org/officeDocument/2006/relationships/image" Target="../media/image49.png"/><Relationship Id="rId98" Type="http://schemas.openxmlformats.org/officeDocument/2006/relationships/customXml" Target="../ink/ink49.xml"/><Relationship Id="rId121" Type="http://schemas.openxmlformats.org/officeDocument/2006/relationships/image" Target="../media/image63.png"/><Relationship Id="rId142" Type="http://schemas.openxmlformats.org/officeDocument/2006/relationships/customXml" Target="../ink/ink71.xml"/><Relationship Id="rId163" Type="http://schemas.openxmlformats.org/officeDocument/2006/relationships/image" Target="../media/image84.png"/><Relationship Id="rId184" Type="http://schemas.openxmlformats.org/officeDocument/2006/relationships/customXml" Target="../ink/ink92.xml"/><Relationship Id="rId189" Type="http://schemas.openxmlformats.org/officeDocument/2006/relationships/image" Target="../media/image97.png"/><Relationship Id="rId3" Type="http://schemas.openxmlformats.org/officeDocument/2006/relationships/image" Target="../media/image4.png"/><Relationship Id="rId25" Type="http://schemas.openxmlformats.org/officeDocument/2006/relationships/image" Target="../media/image15.png"/><Relationship Id="rId46" Type="http://schemas.openxmlformats.org/officeDocument/2006/relationships/customXml" Target="../ink/ink23.xml"/><Relationship Id="rId67" Type="http://schemas.openxmlformats.org/officeDocument/2006/relationships/image" Target="../media/image36.png"/><Relationship Id="rId116" Type="http://schemas.openxmlformats.org/officeDocument/2006/relationships/customXml" Target="../ink/ink58.xml"/><Relationship Id="rId137" Type="http://schemas.openxmlformats.org/officeDocument/2006/relationships/image" Target="../media/image71.png"/><Relationship Id="rId158" Type="http://schemas.openxmlformats.org/officeDocument/2006/relationships/customXml" Target="../ink/ink79.xml"/><Relationship Id="rId20" Type="http://schemas.openxmlformats.org/officeDocument/2006/relationships/customXml" Target="../ink/ink10.xml"/><Relationship Id="rId41" Type="http://schemas.openxmlformats.org/officeDocument/2006/relationships/image" Target="../media/image23.png"/><Relationship Id="rId62" Type="http://schemas.openxmlformats.org/officeDocument/2006/relationships/customXml" Target="../ink/ink31.xml"/><Relationship Id="rId83" Type="http://schemas.openxmlformats.org/officeDocument/2006/relationships/image" Target="../media/image44.png"/><Relationship Id="rId88" Type="http://schemas.openxmlformats.org/officeDocument/2006/relationships/customXml" Target="../ink/ink44.xml"/><Relationship Id="rId111" Type="http://schemas.openxmlformats.org/officeDocument/2006/relationships/image" Target="../media/image58.png"/><Relationship Id="rId132" Type="http://schemas.openxmlformats.org/officeDocument/2006/relationships/customXml" Target="../ink/ink66.xml"/><Relationship Id="rId153" Type="http://schemas.openxmlformats.org/officeDocument/2006/relationships/image" Target="../media/image79.png"/><Relationship Id="rId174" Type="http://schemas.openxmlformats.org/officeDocument/2006/relationships/customXml" Target="../ink/ink87.xml"/><Relationship Id="rId179" Type="http://schemas.openxmlformats.org/officeDocument/2006/relationships/image" Target="../media/image92.png"/><Relationship Id="rId190" Type="http://schemas.openxmlformats.org/officeDocument/2006/relationships/customXml" Target="../ink/ink95.xml"/><Relationship Id="rId15" Type="http://schemas.openxmlformats.org/officeDocument/2006/relationships/image" Target="../media/image10.png"/><Relationship Id="rId36" Type="http://schemas.openxmlformats.org/officeDocument/2006/relationships/customXml" Target="../ink/ink18.xml"/><Relationship Id="rId57" Type="http://schemas.openxmlformats.org/officeDocument/2006/relationships/image" Target="../media/image31.png"/><Relationship Id="rId106" Type="http://schemas.openxmlformats.org/officeDocument/2006/relationships/customXml" Target="../ink/ink53.xml"/><Relationship Id="rId127" Type="http://schemas.openxmlformats.org/officeDocument/2006/relationships/image" Target="../media/image66.png"/><Relationship Id="rId10" Type="http://schemas.openxmlformats.org/officeDocument/2006/relationships/customXml" Target="../ink/ink5.xml"/><Relationship Id="rId31" Type="http://schemas.openxmlformats.org/officeDocument/2006/relationships/image" Target="../media/image18.png"/><Relationship Id="rId52" Type="http://schemas.openxmlformats.org/officeDocument/2006/relationships/customXml" Target="../ink/ink26.xml"/><Relationship Id="rId73" Type="http://schemas.openxmlformats.org/officeDocument/2006/relationships/image" Target="../media/image39.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2.png"/><Relationship Id="rId101" Type="http://schemas.openxmlformats.org/officeDocument/2006/relationships/image" Target="../media/image53.png"/><Relationship Id="rId122" Type="http://schemas.openxmlformats.org/officeDocument/2006/relationships/customXml" Target="../ink/ink61.xml"/><Relationship Id="rId143" Type="http://schemas.openxmlformats.org/officeDocument/2006/relationships/image" Target="../media/image74.png"/><Relationship Id="rId148" Type="http://schemas.openxmlformats.org/officeDocument/2006/relationships/customXml" Target="../ink/ink74.xml"/><Relationship Id="rId164" Type="http://schemas.openxmlformats.org/officeDocument/2006/relationships/customXml" Target="../ink/ink82.xml"/><Relationship Id="rId169" Type="http://schemas.openxmlformats.org/officeDocument/2006/relationships/image" Target="../media/image87.png"/><Relationship Id="rId185" Type="http://schemas.openxmlformats.org/officeDocument/2006/relationships/image" Target="../media/image95.png"/><Relationship Id="rId4" Type="http://schemas.openxmlformats.org/officeDocument/2006/relationships/customXml" Target="../ink/ink2.xml"/><Relationship Id="rId9" Type="http://schemas.openxmlformats.org/officeDocument/2006/relationships/image" Target="../media/image7.png"/><Relationship Id="rId180" Type="http://schemas.openxmlformats.org/officeDocument/2006/relationships/customXml" Target="../ink/ink90.xml"/><Relationship Id="rId26" Type="http://schemas.openxmlformats.org/officeDocument/2006/relationships/customXml" Target="../ink/ink13.xml"/><Relationship Id="rId47" Type="http://schemas.openxmlformats.org/officeDocument/2006/relationships/image" Target="../media/image26.png"/><Relationship Id="rId68" Type="http://schemas.openxmlformats.org/officeDocument/2006/relationships/customXml" Target="../ink/ink34.xml"/><Relationship Id="rId89" Type="http://schemas.openxmlformats.org/officeDocument/2006/relationships/image" Target="../media/image47.png"/><Relationship Id="rId112" Type="http://schemas.openxmlformats.org/officeDocument/2006/relationships/customXml" Target="../ink/ink56.xml"/><Relationship Id="rId133" Type="http://schemas.openxmlformats.org/officeDocument/2006/relationships/image" Target="../media/image69.png"/><Relationship Id="rId154" Type="http://schemas.openxmlformats.org/officeDocument/2006/relationships/customXml" Target="../ink/ink77.xml"/><Relationship Id="rId175" Type="http://schemas.openxmlformats.org/officeDocument/2006/relationships/image" Target="../media/image90.png"/><Relationship Id="rId16" Type="http://schemas.openxmlformats.org/officeDocument/2006/relationships/customXml" Target="../ink/ink8.xml"/><Relationship Id="rId37" Type="http://schemas.openxmlformats.org/officeDocument/2006/relationships/image" Target="../media/image21.png"/><Relationship Id="rId58" Type="http://schemas.openxmlformats.org/officeDocument/2006/relationships/customXml" Target="../ink/ink29.xml"/><Relationship Id="rId79" Type="http://schemas.openxmlformats.org/officeDocument/2006/relationships/image" Target="../media/image42.png"/><Relationship Id="rId102" Type="http://schemas.openxmlformats.org/officeDocument/2006/relationships/customXml" Target="../ink/ink51.xml"/><Relationship Id="rId123" Type="http://schemas.openxmlformats.org/officeDocument/2006/relationships/image" Target="../media/image64.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5.png"/><Relationship Id="rId186" Type="http://schemas.openxmlformats.org/officeDocument/2006/relationships/customXml" Target="../ink/ink93.xml"/><Relationship Id="rId27" Type="http://schemas.openxmlformats.org/officeDocument/2006/relationships/image" Target="../media/image16.png"/><Relationship Id="rId48" Type="http://schemas.openxmlformats.org/officeDocument/2006/relationships/customXml" Target="../ink/ink24.xml"/><Relationship Id="rId69" Type="http://schemas.openxmlformats.org/officeDocument/2006/relationships/image" Target="../media/image37.png"/><Relationship Id="rId113" Type="http://schemas.openxmlformats.org/officeDocument/2006/relationships/image" Target="../media/image59.png"/><Relationship Id="rId134" Type="http://schemas.openxmlformats.org/officeDocument/2006/relationships/customXml" Target="../ink/ink67.xml"/><Relationship Id="rId80" Type="http://schemas.openxmlformats.org/officeDocument/2006/relationships/customXml" Target="../ink/ink40.xml"/><Relationship Id="rId155" Type="http://schemas.openxmlformats.org/officeDocument/2006/relationships/image" Target="../media/image80.png"/><Relationship Id="rId176" Type="http://schemas.openxmlformats.org/officeDocument/2006/relationships/customXml" Target="../ink/ink88.xml"/><Relationship Id="rId17" Type="http://schemas.openxmlformats.org/officeDocument/2006/relationships/image" Target="../media/image11.png"/><Relationship Id="rId38" Type="http://schemas.openxmlformats.org/officeDocument/2006/relationships/customXml" Target="../ink/ink19.xml"/><Relationship Id="rId59" Type="http://schemas.openxmlformats.org/officeDocument/2006/relationships/image" Target="../media/image32.png"/><Relationship Id="rId103" Type="http://schemas.openxmlformats.org/officeDocument/2006/relationships/image" Target="../media/image54.png"/><Relationship Id="rId124" Type="http://schemas.openxmlformats.org/officeDocument/2006/relationships/customXml" Target="../ink/ink62.xml"/><Relationship Id="rId70" Type="http://schemas.openxmlformats.org/officeDocument/2006/relationships/customXml" Target="../ink/ink35.xml"/><Relationship Id="rId91" Type="http://schemas.openxmlformats.org/officeDocument/2006/relationships/image" Target="../media/image48.png"/><Relationship Id="rId145" Type="http://schemas.openxmlformats.org/officeDocument/2006/relationships/image" Target="../media/image75.png"/><Relationship Id="rId166" Type="http://schemas.openxmlformats.org/officeDocument/2006/relationships/customXml" Target="../ink/ink83.xml"/><Relationship Id="rId187" Type="http://schemas.openxmlformats.org/officeDocument/2006/relationships/image" Target="../media/image96.png"/><Relationship Id="rId1" Type="http://schemas.openxmlformats.org/officeDocument/2006/relationships/slideLayout" Target="../slideLayouts/slideLayout7.xml"/><Relationship Id="rId28" Type="http://schemas.openxmlformats.org/officeDocument/2006/relationships/customXml" Target="../ink/ink14.xml"/><Relationship Id="rId49" Type="http://schemas.openxmlformats.org/officeDocument/2006/relationships/image" Target="../media/image27.png"/><Relationship Id="rId114" Type="http://schemas.openxmlformats.org/officeDocument/2006/relationships/customXml" Target="../ink/ink57.xml"/><Relationship Id="rId60" Type="http://schemas.openxmlformats.org/officeDocument/2006/relationships/customXml" Target="../ink/ink30.xml"/><Relationship Id="rId81" Type="http://schemas.openxmlformats.org/officeDocument/2006/relationships/image" Target="../media/image43.png"/><Relationship Id="rId135" Type="http://schemas.openxmlformats.org/officeDocument/2006/relationships/image" Target="../media/image70.png"/><Relationship Id="rId156" Type="http://schemas.openxmlformats.org/officeDocument/2006/relationships/customXml" Target="../ink/ink78.xml"/><Relationship Id="rId177" Type="http://schemas.openxmlformats.org/officeDocument/2006/relationships/image" Target="../media/image91.png"/><Relationship Id="rId18" Type="http://schemas.openxmlformats.org/officeDocument/2006/relationships/customXml" Target="../ink/ink9.xml"/><Relationship Id="rId39" Type="http://schemas.openxmlformats.org/officeDocument/2006/relationships/image" Target="../media/image22.png"/></Relationships>
</file>

<file path=ppt/slides/_rels/slide9.xml.rels><?xml version="1.0" encoding="UTF-8" standalone="yes"?>
<Relationships xmlns="http://schemas.openxmlformats.org/package/2006/relationships"><Relationship Id="rId13" Type="http://schemas.openxmlformats.org/officeDocument/2006/relationships/customXml" Target="../ink/ink102.xml"/><Relationship Id="rId18" Type="http://schemas.openxmlformats.org/officeDocument/2006/relationships/image" Target="../media/image107.png"/><Relationship Id="rId26" Type="http://schemas.openxmlformats.org/officeDocument/2006/relationships/image" Target="../media/image111.png"/><Relationship Id="rId39" Type="http://schemas.openxmlformats.org/officeDocument/2006/relationships/customXml" Target="../ink/ink115.xml"/><Relationship Id="rId21" Type="http://schemas.openxmlformats.org/officeDocument/2006/relationships/customXml" Target="../ink/ink106.xml"/><Relationship Id="rId34" Type="http://schemas.openxmlformats.org/officeDocument/2006/relationships/image" Target="../media/image115.png"/><Relationship Id="rId42" Type="http://schemas.openxmlformats.org/officeDocument/2006/relationships/customXml" Target="../ink/ink117.xml"/><Relationship Id="rId7" Type="http://schemas.openxmlformats.org/officeDocument/2006/relationships/customXml" Target="../ink/ink99.xml"/><Relationship Id="rId2" Type="http://schemas.openxmlformats.org/officeDocument/2006/relationships/image" Target="../media/image4.emf"/><Relationship Id="rId16" Type="http://schemas.openxmlformats.org/officeDocument/2006/relationships/image" Target="../media/image106.png"/><Relationship Id="rId20" Type="http://schemas.openxmlformats.org/officeDocument/2006/relationships/image" Target="../media/image108.png"/><Relationship Id="rId29" Type="http://schemas.openxmlformats.org/officeDocument/2006/relationships/customXml" Target="../ink/ink110.xml"/><Relationship Id="rId41"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image" Target="../media/image102.png"/><Relationship Id="rId11" Type="http://schemas.openxmlformats.org/officeDocument/2006/relationships/customXml" Target="../ink/ink101.xml"/><Relationship Id="rId24" Type="http://schemas.openxmlformats.org/officeDocument/2006/relationships/image" Target="../media/image110.png"/><Relationship Id="rId32" Type="http://schemas.openxmlformats.org/officeDocument/2006/relationships/image" Target="../media/image114.png"/><Relationship Id="rId37" Type="http://schemas.openxmlformats.org/officeDocument/2006/relationships/customXml" Target="../ink/ink114.xml"/><Relationship Id="rId40" Type="http://schemas.openxmlformats.org/officeDocument/2006/relationships/customXml" Target="../ink/ink116.xml"/><Relationship Id="rId5" Type="http://schemas.openxmlformats.org/officeDocument/2006/relationships/customXml" Target="../ink/ink98.xml"/><Relationship Id="rId15" Type="http://schemas.openxmlformats.org/officeDocument/2006/relationships/customXml" Target="../ink/ink103.xml"/><Relationship Id="rId23" Type="http://schemas.openxmlformats.org/officeDocument/2006/relationships/customXml" Target="../ink/ink107.xml"/><Relationship Id="rId28" Type="http://schemas.openxmlformats.org/officeDocument/2006/relationships/image" Target="../media/image112.png"/><Relationship Id="rId36" Type="http://schemas.openxmlformats.org/officeDocument/2006/relationships/image" Target="../media/image116.png"/><Relationship Id="rId10" Type="http://schemas.openxmlformats.org/officeDocument/2006/relationships/image" Target="../media/image104.png"/><Relationship Id="rId19" Type="http://schemas.openxmlformats.org/officeDocument/2006/relationships/customXml" Target="../ink/ink105.xml"/><Relationship Id="rId31" Type="http://schemas.openxmlformats.org/officeDocument/2006/relationships/customXml" Target="../ink/ink111.xml"/><Relationship Id="rId4" Type="http://schemas.openxmlformats.org/officeDocument/2006/relationships/image" Target="../media/image101.png"/><Relationship Id="rId9" Type="http://schemas.openxmlformats.org/officeDocument/2006/relationships/customXml" Target="../ink/ink100.xml"/><Relationship Id="rId14" Type="http://schemas.openxmlformats.org/officeDocument/2006/relationships/image" Target="../media/image105.png"/><Relationship Id="rId22" Type="http://schemas.openxmlformats.org/officeDocument/2006/relationships/image" Target="../media/image109.png"/><Relationship Id="rId27" Type="http://schemas.openxmlformats.org/officeDocument/2006/relationships/customXml" Target="../ink/ink109.xml"/><Relationship Id="rId30" Type="http://schemas.openxmlformats.org/officeDocument/2006/relationships/image" Target="../media/image113.png"/><Relationship Id="rId35" Type="http://schemas.openxmlformats.org/officeDocument/2006/relationships/customXml" Target="../ink/ink113.xml"/><Relationship Id="rId43" Type="http://schemas.openxmlformats.org/officeDocument/2006/relationships/image" Target="../media/image119.png"/><Relationship Id="rId8" Type="http://schemas.openxmlformats.org/officeDocument/2006/relationships/image" Target="../media/image103.png"/><Relationship Id="rId3" Type="http://schemas.openxmlformats.org/officeDocument/2006/relationships/customXml" Target="../ink/ink97.xml"/><Relationship Id="rId12" Type="http://schemas.openxmlformats.org/officeDocument/2006/relationships/image" Target="../media/image38.png"/><Relationship Id="rId17" Type="http://schemas.openxmlformats.org/officeDocument/2006/relationships/customXml" Target="../ink/ink104.xml"/><Relationship Id="rId25" Type="http://schemas.openxmlformats.org/officeDocument/2006/relationships/customXml" Target="../ink/ink108.xml"/><Relationship Id="rId33" Type="http://schemas.openxmlformats.org/officeDocument/2006/relationships/customXml" Target="../ink/ink112.xml"/><Relationship Id="rId38" Type="http://schemas.openxmlformats.org/officeDocument/2006/relationships/image" Target="../media/image117.png"/></Relationships>
</file>

<file path=ppt/slides/_rels/slide1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4.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17" Type="http://schemas.openxmlformats.org/officeDocument/2006/relationships/customXml" Target="../ink/ink180.xml"/><Relationship Id="rId299" Type="http://schemas.openxmlformats.org/officeDocument/2006/relationships/image" Target="../media/image262.png"/><Relationship Id="rId21" Type="http://schemas.openxmlformats.org/officeDocument/2006/relationships/customXml" Target="../ink/ink128.xml"/><Relationship Id="rId63" Type="http://schemas.openxmlformats.org/officeDocument/2006/relationships/customXml" Target="../ink/ink150.xml"/><Relationship Id="rId159" Type="http://schemas.openxmlformats.org/officeDocument/2006/relationships/image" Target="../media/image194.png"/><Relationship Id="rId170" Type="http://schemas.openxmlformats.org/officeDocument/2006/relationships/image" Target="../media/image199.png"/><Relationship Id="rId226" Type="http://schemas.openxmlformats.org/officeDocument/2006/relationships/customXml" Target="../ink/ink237.xml"/><Relationship Id="rId268" Type="http://schemas.openxmlformats.org/officeDocument/2006/relationships/customXml" Target="../ink/ink258.xml"/><Relationship Id="rId32" Type="http://schemas.openxmlformats.org/officeDocument/2006/relationships/image" Target="../media/image135.png"/><Relationship Id="rId74" Type="http://schemas.openxmlformats.org/officeDocument/2006/relationships/image" Target="../media/image154.png"/><Relationship Id="rId128" Type="http://schemas.openxmlformats.org/officeDocument/2006/relationships/image" Target="../media/image179.png"/><Relationship Id="rId5" Type="http://schemas.openxmlformats.org/officeDocument/2006/relationships/image" Target="../media/image122.png"/><Relationship Id="rId181" Type="http://schemas.openxmlformats.org/officeDocument/2006/relationships/customXml" Target="../ink/ink213.xml"/><Relationship Id="rId237" Type="http://schemas.openxmlformats.org/officeDocument/2006/relationships/image" Target="../media/image231.png"/><Relationship Id="rId279" Type="http://schemas.openxmlformats.org/officeDocument/2006/relationships/image" Target="../media/image252.png"/><Relationship Id="rId43" Type="http://schemas.openxmlformats.org/officeDocument/2006/relationships/customXml" Target="../ink/ink139.xml"/><Relationship Id="rId139" Type="http://schemas.openxmlformats.org/officeDocument/2006/relationships/customXml" Target="../ink/ink191.xml"/><Relationship Id="rId290" Type="http://schemas.openxmlformats.org/officeDocument/2006/relationships/customXml" Target="../ink/ink269.xml"/><Relationship Id="rId304" Type="http://schemas.openxmlformats.org/officeDocument/2006/relationships/customXml" Target="../ink/ink276.xml"/><Relationship Id="rId85" Type="http://schemas.openxmlformats.org/officeDocument/2006/relationships/image" Target="../media/image159.png"/><Relationship Id="rId150" Type="http://schemas.openxmlformats.org/officeDocument/2006/relationships/customXml" Target="../ink/ink197.xml"/><Relationship Id="rId192" Type="http://schemas.openxmlformats.org/officeDocument/2006/relationships/image" Target="../media/image210.png"/><Relationship Id="rId206" Type="http://schemas.openxmlformats.org/officeDocument/2006/relationships/customXml" Target="../ink/ink226.xml"/><Relationship Id="rId248" Type="http://schemas.openxmlformats.org/officeDocument/2006/relationships/customXml" Target="../ink/ink248.xml"/><Relationship Id="rId12" Type="http://schemas.openxmlformats.org/officeDocument/2006/relationships/image" Target="../media/image125.png"/><Relationship Id="rId108" Type="http://schemas.openxmlformats.org/officeDocument/2006/relationships/customXml" Target="../ink/ink175.xml"/><Relationship Id="rId54" Type="http://schemas.openxmlformats.org/officeDocument/2006/relationships/image" Target="../media/image145.png"/><Relationship Id="rId96" Type="http://schemas.openxmlformats.org/officeDocument/2006/relationships/customXml" Target="../ink/ink168.xml"/><Relationship Id="rId161" Type="http://schemas.openxmlformats.org/officeDocument/2006/relationships/customXml" Target="../ink/ink203.xml"/><Relationship Id="rId217" Type="http://schemas.openxmlformats.org/officeDocument/2006/relationships/image" Target="../media/image221.png"/><Relationship Id="rId259" Type="http://schemas.openxmlformats.org/officeDocument/2006/relationships/image" Target="../media/image242.png"/><Relationship Id="rId23" Type="http://schemas.openxmlformats.org/officeDocument/2006/relationships/customXml" Target="../ink/ink129.xml"/><Relationship Id="rId119" Type="http://schemas.openxmlformats.org/officeDocument/2006/relationships/customXml" Target="../ink/ink181.xml"/><Relationship Id="rId270" Type="http://schemas.openxmlformats.org/officeDocument/2006/relationships/customXml" Target="../ink/ink259.xml"/><Relationship Id="rId65" Type="http://schemas.openxmlformats.org/officeDocument/2006/relationships/customXml" Target="../ink/ink151.xml"/><Relationship Id="rId130" Type="http://schemas.openxmlformats.org/officeDocument/2006/relationships/image" Target="../media/image180.png"/><Relationship Id="rId172" Type="http://schemas.openxmlformats.org/officeDocument/2006/relationships/image" Target="../media/image200.png"/><Relationship Id="rId193" Type="http://schemas.openxmlformats.org/officeDocument/2006/relationships/customXml" Target="../ink/ink219.xml"/><Relationship Id="rId207" Type="http://schemas.openxmlformats.org/officeDocument/2006/relationships/customXml" Target="../ink/ink227.xml"/><Relationship Id="rId228" Type="http://schemas.openxmlformats.org/officeDocument/2006/relationships/customXml" Target="../ink/ink238.xml"/><Relationship Id="rId249" Type="http://schemas.openxmlformats.org/officeDocument/2006/relationships/image" Target="../media/image237.png"/><Relationship Id="rId13" Type="http://schemas.openxmlformats.org/officeDocument/2006/relationships/customXml" Target="../ink/ink124.xml"/><Relationship Id="rId109" Type="http://schemas.openxmlformats.org/officeDocument/2006/relationships/image" Target="../media/image170.png"/><Relationship Id="rId260" Type="http://schemas.openxmlformats.org/officeDocument/2006/relationships/customXml" Target="../ink/ink254.xml"/><Relationship Id="rId281" Type="http://schemas.openxmlformats.org/officeDocument/2006/relationships/image" Target="../media/image253.png"/><Relationship Id="rId34" Type="http://schemas.openxmlformats.org/officeDocument/2006/relationships/image" Target="../media/image136.png"/><Relationship Id="rId55" Type="http://schemas.openxmlformats.org/officeDocument/2006/relationships/customXml" Target="../ink/ink146.xml"/><Relationship Id="rId76" Type="http://schemas.openxmlformats.org/officeDocument/2006/relationships/image" Target="../media/image155.png"/><Relationship Id="rId97" Type="http://schemas.openxmlformats.org/officeDocument/2006/relationships/image" Target="../media/image165.png"/><Relationship Id="rId120" Type="http://schemas.openxmlformats.org/officeDocument/2006/relationships/image" Target="../media/image175.png"/><Relationship Id="rId141" Type="http://schemas.openxmlformats.org/officeDocument/2006/relationships/image" Target="../media/image185.png"/><Relationship Id="rId7" Type="http://schemas.openxmlformats.org/officeDocument/2006/relationships/image" Target="../media/image123.png"/><Relationship Id="rId162" Type="http://schemas.openxmlformats.org/officeDocument/2006/relationships/image" Target="../media/image195.png"/><Relationship Id="rId183" Type="http://schemas.openxmlformats.org/officeDocument/2006/relationships/customXml" Target="../ink/ink214.xml"/><Relationship Id="rId218" Type="http://schemas.openxmlformats.org/officeDocument/2006/relationships/customXml" Target="../ink/ink233.xml"/><Relationship Id="rId239" Type="http://schemas.openxmlformats.org/officeDocument/2006/relationships/image" Target="../media/image232.png"/><Relationship Id="rId250" Type="http://schemas.openxmlformats.org/officeDocument/2006/relationships/customXml" Target="../ink/ink249.xml"/><Relationship Id="rId271" Type="http://schemas.openxmlformats.org/officeDocument/2006/relationships/image" Target="../media/image248.png"/><Relationship Id="rId292" Type="http://schemas.openxmlformats.org/officeDocument/2006/relationships/customXml" Target="../ink/ink270.xml"/><Relationship Id="rId306" Type="http://schemas.openxmlformats.org/officeDocument/2006/relationships/customXml" Target="../ink/ink277.xml"/><Relationship Id="rId24" Type="http://schemas.openxmlformats.org/officeDocument/2006/relationships/image" Target="../media/image131.png"/><Relationship Id="rId45" Type="http://schemas.openxmlformats.org/officeDocument/2006/relationships/customXml" Target="../ink/ink141.xml"/><Relationship Id="rId66" Type="http://schemas.openxmlformats.org/officeDocument/2006/relationships/customXml" Target="../ink/ink152.xml"/><Relationship Id="rId87" Type="http://schemas.openxmlformats.org/officeDocument/2006/relationships/image" Target="../media/image160.png"/><Relationship Id="rId110" Type="http://schemas.openxmlformats.org/officeDocument/2006/relationships/customXml" Target="../ink/ink176.xml"/><Relationship Id="rId131" Type="http://schemas.openxmlformats.org/officeDocument/2006/relationships/customXml" Target="../ink/ink187.xml"/><Relationship Id="rId152" Type="http://schemas.openxmlformats.org/officeDocument/2006/relationships/customXml" Target="../ink/ink198.xml"/><Relationship Id="rId173" Type="http://schemas.openxmlformats.org/officeDocument/2006/relationships/customXml" Target="../ink/ink209.xml"/><Relationship Id="rId194" Type="http://schemas.openxmlformats.org/officeDocument/2006/relationships/image" Target="../media/image211.png"/><Relationship Id="rId208" Type="http://schemas.openxmlformats.org/officeDocument/2006/relationships/image" Target="../media/image217.png"/><Relationship Id="rId229" Type="http://schemas.openxmlformats.org/officeDocument/2006/relationships/image" Target="../media/image227.png"/><Relationship Id="rId240" Type="http://schemas.openxmlformats.org/officeDocument/2006/relationships/customXml" Target="../ink/ink244.xml"/><Relationship Id="rId261" Type="http://schemas.openxmlformats.org/officeDocument/2006/relationships/image" Target="../media/image243.png"/><Relationship Id="rId14" Type="http://schemas.openxmlformats.org/officeDocument/2006/relationships/image" Target="../media/image126.png"/><Relationship Id="rId35" Type="http://schemas.openxmlformats.org/officeDocument/2006/relationships/customXml" Target="../ink/ink135.xml"/><Relationship Id="rId56" Type="http://schemas.openxmlformats.org/officeDocument/2006/relationships/image" Target="../media/image146.png"/><Relationship Id="rId77" Type="http://schemas.openxmlformats.org/officeDocument/2006/relationships/customXml" Target="../ink/ink158.xml"/><Relationship Id="rId100" Type="http://schemas.openxmlformats.org/officeDocument/2006/relationships/customXml" Target="../ink/ink170.xml"/><Relationship Id="rId282" Type="http://schemas.openxmlformats.org/officeDocument/2006/relationships/customXml" Target="../ink/ink265.xml"/><Relationship Id="rId8" Type="http://schemas.openxmlformats.org/officeDocument/2006/relationships/customXml" Target="../ink/ink121.xml"/><Relationship Id="rId98" Type="http://schemas.openxmlformats.org/officeDocument/2006/relationships/customXml" Target="../ink/ink169.xml"/><Relationship Id="rId121" Type="http://schemas.openxmlformats.org/officeDocument/2006/relationships/customXml" Target="../ink/ink182.xml"/><Relationship Id="rId142" Type="http://schemas.openxmlformats.org/officeDocument/2006/relationships/customXml" Target="../ink/ink193.xml"/><Relationship Id="rId163" Type="http://schemas.openxmlformats.org/officeDocument/2006/relationships/customXml" Target="../ink/ink204.xml"/><Relationship Id="rId184" Type="http://schemas.openxmlformats.org/officeDocument/2006/relationships/image" Target="../media/image206.png"/><Relationship Id="rId219" Type="http://schemas.openxmlformats.org/officeDocument/2006/relationships/image" Target="../media/image222.png"/><Relationship Id="rId230" Type="http://schemas.openxmlformats.org/officeDocument/2006/relationships/customXml" Target="../ink/ink239.xml"/><Relationship Id="rId251" Type="http://schemas.openxmlformats.org/officeDocument/2006/relationships/image" Target="../media/image238.png"/><Relationship Id="rId25" Type="http://schemas.openxmlformats.org/officeDocument/2006/relationships/customXml" Target="../ink/ink130.xml"/><Relationship Id="rId46" Type="http://schemas.openxmlformats.org/officeDocument/2006/relationships/image" Target="../media/image141.png"/><Relationship Id="rId67" Type="http://schemas.openxmlformats.org/officeDocument/2006/relationships/image" Target="../media/image151.png"/><Relationship Id="rId272" Type="http://schemas.openxmlformats.org/officeDocument/2006/relationships/customXml" Target="../ink/ink260.xml"/><Relationship Id="rId293" Type="http://schemas.openxmlformats.org/officeDocument/2006/relationships/image" Target="../media/image259.png"/><Relationship Id="rId307" Type="http://schemas.openxmlformats.org/officeDocument/2006/relationships/image" Target="../media/image266.png"/><Relationship Id="rId88" Type="http://schemas.openxmlformats.org/officeDocument/2006/relationships/customXml" Target="../ink/ink164.xml"/><Relationship Id="rId111" Type="http://schemas.openxmlformats.org/officeDocument/2006/relationships/image" Target="../media/image171.png"/><Relationship Id="rId132" Type="http://schemas.openxmlformats.org/officeDocument/2006/relationships/image" Target="../media/image181.png"/><Relationship Id="rId153" Type="http://schemas.openxmlformats.org/officeDocument/2006/relationships/image" Target="../media/image191.png"/><Relationship Id="rId174" Type="http://schemas.openxmlformats.org/officeDocument/2006/relationships/image" Target="../media/image201.png"/><Relationship Id="rId195" Type="http://schemas.openxmlformats.org/officeDocument/2006/relationships/customXml" Target="../ink/ink220.xml"/><Relationship Id="rId209" Type="http://schemas.openxmlformats.org/officeDocument/2006/relationships/customXml" Target="../ink/ink228.xml"/><Relationship Id="rId220" Type="http://schemas.openxmlformats.org/officeDocument/2006/relationships/customXml" Target="../ink/ink234.xml"/><Relationship Id="rId241" Type="http://schemas.openxmlformats.org/officeDocument/2006/relationships/image" Target="../media/image233.png"/><Relationship Id="rId15" Type="http://schemas.openxmlformats.org/officeDocument/2006/relationships/customXml" Target="../ink/ink125.xml"/><Relationship Id="rId36" Type="http://schemas.openxmlformats.org/officeDocument/2006/relationships/image" Target="../media/image137.png"/><Relationship Id="rId57" Type="http://schemas.openxmlformats.org/officeDocument/2006/relationships/customXml" Target="../ink/ink147.xml"/><Relationship Id="rId262" Type="http://schemas.openxmlformats.org/officeDocument/2006/relationships/customXml" Target="../ink/ink255.xml"/><Relationship Id="rId283" Type="http://schemas.openxmlformats.org/officeDocument/2006/relationships/image" Target="../media/image254.png"/><Relationship Id="rId78" Type="http://schemas.openxmlformats.org/officeDocument/2006/relationships/image" Target="../media/image156.png"/><Relationship Id="rId99" Type="http://schemas.openxmlformats.org/officeDocument/2006/relationships/image" Target="../media/image166.png"/><Relationship Id="rId101" Type="http://schemas.openxmlformats.org/officeDocument/2006/relationships/customXml" Target="../ink/ink171.xml"/><Relationship Id="rId122" Type="http://schemas.openxmlformats.org/officeDocument/2006/relationships/image" Target="../media/image176.png"/><Relationship Id="rId143" Type="http://schemas.openxmlformats.org/officeDocument/2006/relationships/image" Target="../media/image186.png"/><Relationship Id="rId164" Type="http://schemas.openxmlformats.org/officeDocument/2006/relationships/image" Target="../media/image196.png"/><Relationship Id="rId185" Type="http://schemas.openxmlformats.org/officeDocument/2006/relationships/customXml" Target="../ink/ink215.xml"/><Relationship Id="rId9" Type="http://schemas.openxmlformats.org/officeDocument/2006/relationships/customXml" Target="../ink/ink122.xml"/><Relationship Id="rId210" Type="http://schemas.openxmlformats.org/officeDocument/2006/relationships/customXml" Target="../ink/ink229.xml"/><Relationship Id="rId26" Type="http://schemas.openxmlformats.org/officeDocument/2006/relationships/image" Target="../media/image132.png"/><Relationship Id="rId231" Type="http://schemas.openxmlformats.org/officeDocument/2006/relationships/image" Target="../media/image228.png"/><Relationship Id="rId252" Type="http://schemas.openxmlformats.org/officeDocument/2006/relationships/customXml" Target="../ink/ink250.xml"/><Relationship Id="rId273" Type="http://schemas.openxmlformats.org/officeDocument/2006/relationships/image" Target="../media/image249.png"/><Relationship Id="rId294" Type="http://schemas.openxmlformats.org/officeDocument/2006/relationships/customXml" Target="../ink/ink271.xml"/><Relationship Id="rId308" Type="http://schemas.openxmlformats.org/officeDocument/2006/relationships/customXml" Target="../ink/ink278.xml"/><Relationship Id="rId47" Type="http://schemas.openxmlformats.org/officeDocument/2006/relationships/customXml" Target="../ink/ink142.xml"/><Relationship Id="rId68" Type="http://schemas.openxmlformats.org/officeDocument/2006/relationships/customXml" Target="../ink/ink153.xml"/><Relationship Id="rId89" Type="http://schemas.openxmlformats.org/officeDocument/2006/relationships/image" Target="../media/image161.png"/><Relationship Id="rId112" Type="http://schemas.openxmlformats.org/officeDocument/2006/relationships/customXml" Target="../ink/ink177.xml"/><Relationship Id="rId133" Type="http://schemas.openxmlformats.org/officeDocument/2006/relationships/customXml" Target="../ink/ink188.xml"/><Relationship Id="rId154" Type="http://schemas.openxmlformats.org/officeDocument/2006/relationships/customXml" Target="../ink/ink199.xml"/><Relationship Id="rId175" Type="http://schemas.openxmlformats.org/officeDocument/2006/relationships/customXml" Target="../ink/ink210.xml"/><Relationship Id="rId196" Type="http://schemas.openxmlformats.org/officeDocument/2006/relationships/image" Target="../media/image212.png"/><Relationship Id="rId200" Type="http://schemas.openxmlformats.org/officeDocument/2006/relationships/customXml" Target="../ink/ink223.xml"/><Relationship Id="rId16" Type="http://schemas.openxmlformats.org/officeDocument/2006/relationships/image" Target="../media/image127.png"/><Relationship Id="rId221" Type="http://schemas.openxmlformats.org/officeDocument/2006/relationships/image" Target="../media/image223.png"/><Relationship Id="rId242" Type="http://schemas.openxmlformats.org/officeDocument/2006/relationships/customXml" Target="../ink/ink245.xml"/><Relationship Id="rId263" Type="http://schemas.openxmlformats.org/officeDocument/2006/relationships/image" Target="../media/image244.png"/><Relationship Id="rId284" Type="http://schemas.openxmlformats.org/officeDocument/2006/relationships/customXml" Target="../ink/ink266.xml"/><Relationship Id="rId37" Type="http://schemas.openxmlformats.org/officeDocument/2006/relationships/customXml" Target="../ink/ink136.xml"/><Relationship Id="rId58" Type="http://schemas.openxmlformats.org/officeDocument/2006/relationships/image" Target="../media/image147.png"/><Relationship Id="rId79" Type="http://schemas.openxmlformats.org/officeDocument/2006/relationships/customXml" Target="../ink/ink159.xml"/><Relationship Id="rId102" Type="http://schemas.openxmlformats.org/officeDocument/2006/relationships/image" Target="../media/image167.png"/><Relationship Id="rId123" Type="http://schemas.openxmlformats.org/officeDocument/2006/relationships/customXml" Target="../ink/ink183.xml"/><Relationship Id="rId144" Type="http://schemas.openxmlformats.org/officeDocument/2006/relationships/customXml" Target="../ink/ink194.xml"/><Relationship Id="rId90" Type="http://schemas.openxmlformats.org/officeDocument/2006/relationships/customXml" Target="../ink/ink165.xml"/><Relationship Id="rId165" Type="http://schemas.openxmlformats.org/officeDocument/2006/relationships/customXml" Target="../ink/ink205.xml"/><Relationship Id="rId186" Type="http://schemas.openxmlformats.org/officeDocument/2006/relationships/image" Target="../media/image207.png"/><Relationship Id="rId211" Type="http://schemas.openxmlformats.org/officeDocument/2006/relationships/image" Target="../media/image218.png"/><Relationship Id="rId232" Type="http://schemas.openxmlformats.org/officeDocument/2006/relationships/customXml" Target="../ink/ink240.xml"/><Relationship Id="rId253" Type="http://schemas.openxmlformats.org/officeDocument/2006/relationships/image" Target="../media/image239.png"/><Relationship Id="rId274" Type="http://schemas.openxmlformats.org/officeDocument/2006/relationships/customXml" Target="../ink/ink261.xml"/><Relationship Id="rId295" Type="http://schemas.openxmlformats.org/officeDocument/2006/relationships/image" Target="../media/image260.png"/><Relationship Id="rId309" Type="http://schemas.openxmlformats.org/officeDocument/2006/relationships/image" Target="../media/image267.png"/><Relationship Id="rId27" Type="http://schemas.openxmlformats.org/officeDocument/2006/relationships/customXml" Target="../ink/ink131.xml"/><Relationship Id="rId48" Type="http://schemas.openxmlformats.org/officeDocument/2006/relationships/image" Target="../media/image142.png"/><Relationship Id="rId69" Type="http://schemas.openxmlformats.org/officeDocument/2006/relationships/image" Target="../media/image152.png"/><Relationship Id="rId113" Type="http://schemas.openxmlformats.org/officeDocument/2006/relationships/image" Target="../media/image172.png"/><Relationship Id="rId134" Type="http://schemas.openxmlformats.org/officeDocument/2006/relationships/image" Target="../media/image182.png"/><Relationship Id="rId80" Type="http://schemas.openxmlformats.org/officeDocument/2006/relationships/image" Target="../media/image157.png"/><Relationship Id="rId155" Type="http://schemas.openxmlformats.org/officeDocument/2006/relationships/image" Target="../media/image192.png"/><Relationship Id="rId176" Type="http://schemas.openxmlformats.org/officeDocument/2006/relationships/image" Target="../media/image202.png"/><Relationship Id="rId197" Type="http://schemas.openxmlformats.org/officeDocument/2006/relationships/customXml" Target="../ink/ink221.xml"/><Relationship Id="rId201" Type="http://schemas.openxmlformats.org/officeDocument/2006/relationships/image" Target="../media/image214.png"/><Relationship Id="rId222" Type="http://schemas.openxmlformats.org/officeDocument/2006/relationships/customXml" Target="../ink/ink235.xml"/><Relationship Id="rId243" Type="http://schemas.openxmlformats.org/officeDocument/2006/relationships/image" Target="../media/image234.png"/><Relationship Id="rId264" Type="http://schemas.openxmlformats.org/officeDocument/2006/relationships/customXml" Target="../ink/ink256.xml"/><Relationship Id="rId285" Type="http://schemas.openxmlformats.org/officeDocument/2006/relationships/image" Target="../media/image255.png"/><Relationship Id="rId17" Type="http://schemas.openxmlformats.org/officeDocument/2006/relationships/customXml" Target="../ink/ink126.xml"/><Relationship Id="rId38" Type="http://schemas.openxmlformats.org/officeDocument/2006/relationships/image" Target="../media/image138.png"/><Relationship Id="rId59" Type="http://schemas.openxmlformats.org/officeDocument/2006/relationships/customXml" Target="../ink/ink148.xml"/><Relationship Id="rId103" Type="http://schemas.openxmlformats.org/officeDocument/2006/relationships/customXml" Target="../ink/ink172.xml"/><Relationship Id="rId124" Type="http://schemas.openxmlformats.org/officeDocument/2006/relationships/image" Target="../media/image177.png"/><Relationship Id="rId310" Type="http://schemas.openxmlformats.org/officeDocument/2006/relationships/customXml" Target="../ink/ink279.xml"/><Relationship Id="rId70" Type="http://schemas.openxmlformats.org/officeDocument/2006/relationships/customXml" Target="../ink/ink154.xml"/><Relationship Id="rId91" Type="http://schemas.openxmlformats.org/officeDocument/2006/relationships/image" Target="../media/image162.png"/><Relationship Id="rId145" Type="http://schemas.openxmlformats.org/officeDocument/2006/relationships/image" Target="../media/image187.png"/><Relationship Id="rId166" Type="http://schemas.openxmlformats.org/officeDocument/2006/relationships/image" Target="../media/image197.png"/><Relationship Id="rId187" Type="http://schemas.openxmlformats.org/officeDocument/2006/relationships/customXml" Target="../ink/ink216.xml"/><Relationship Id="rId1" Type="http://schemas.openxmlformats.org/officeDocument/2006/relationships/slideLayout" Target="../slideLayouts/slideLayout7.xml"/><Relationship Id="rId212" Type="http://schemas.openxmlformats.org/officeDocument/2006/relationships/customXml" Target="../ink/ink230.xml"/><Relationship Id="rId233" Type="http://schemas.openxmlformats.org/officeDocument/2006/relationships/image" Target="../media/image229.png"/><Relationship Id="rId254" Type="http://schemas.openxmlformats.org/officeDocument/2006/relationships/customXml" Target="../ink/ink251.xml"/><Relationship Id="rId28" Type="http://schemas.openxmlformats.org/officeDocument/2006/relationships/image" Target="../media/image133.png"/><Relationship Id="rId49" Type="http://schemas.openxmlformats.org/officeDocument/2006/relationships/customXml" Target="../ink/ink143.xml"/><Relationship Id="rId114" Type="http://schemas.openxmlformats.org/officeDocument/2006/relationships/customXml" Target="../ink/ink178.xml"/><Relationship Id="rId275" Type="http://schemas.openxmlformats.org/officeDocument/2006/relationships/image" Target="../media/image250.png"/><Relationship Id="rId296" Type="http://schemas.openxmlformats.org/officeDocument/2006/relationships/customXml" Target="../ink/ink272.xml"/><Relationship Id="rId300" Type="http://schemas.openxmlformats.org/officeDocument/2006/relationships/customXml" Target="../ink/ink274.xml"/><Relationship Id="rId60" Type="http://schemas.openxmlformats.org/officeDocument/2006/relationships/image" Target="../media/image148.png"/><Relationship Id="rId81" Type="http://schemas.openxmlformats.org/officeDocument/2006/relationships/customXml" Target="../ink/ink160.xml"/><Relationship Id="rId135" Type="http://schemas.openxmlformats.org/officeDocument/2006/relationships/customXml" Target="../ink/ink189.xml"/><Relationship Id="rId156" Type="http://schemas.openxmlformats.org/officeDocument/2006/relationships/customXml" Target="../ink/ink200.xml"/><Relationship Id="rId177" Type="http://schemas.openxmlformats.org/officeDocument/2006/relationships/customXml" Target="../ink/ink211.xml"/><Relationship Id="rId198" Type="http://schemas.openxmlformats.org/officeDocument/2006/relationships/image" Target="../media/image213.png"/><Relationship Id="rId202" Type="http://schemas.openxmlformats.org/officeDocument/2006/relationships/customXml" Target="../ink/ink224.xml"/><Relationship Id="rId223" Type="http://schemas.openxmlformats.org/officeDocument/2006/relationships/image" Target="../media/image224.png"/><Relationship Id="rId244" Type="http://schemas.openxmlformats.org/officeDocument/2006/relationships/customXml" Target="../ink/ink246.xml"/><Relationship Id="rId18" Type="http://schemas.openxmlformats.org/officeDocument/2006/relationships/image" Target="../media/image128.png"/><Relationship Id="rId39" Type="http://schemas.openxmlformats.org/officeDocument/2006/relationships/customXml" Target="../ink/ink137.xml"/><Relationship Id="rId265" Type="http://schemas.openxmlformats.org/officeDocument/2006/relationships/image" Target="../media/image245.png"/><Relationship Id="rId286" Type="http://schemas.openxmlformats.org/officeDocument/2006/relationships/customXml" Target="../ink/ink267.xml"/><Relationship Id="rId50" Type="http://schemas.openxmlformats.org/officeDocument/2006/relationships/image" Target="../media/image143.png"/><Relationship Id="rId104" Type="http://schemas.openxmlformats.org/officeDocument/2006/relationships/image" Target="../media/image168.png"/><Relationship Id="rId125" Type="http://schemas.openxmlformats.org/officeDocument/2006/relationships/customXml" Target="../ink/ink184.xml"/><Relationship Id="rId146" Type="http://schemas.openxmlformats.org/officeDocument/2006/relationships/customXml" Target="../ink/ink195.xml"/><Relationship Id="rId167" Type="http://schemas.openxmlformats.org/officeDocument/2006/relationships/customXml" Target="../ink/ink206.xml"/><Relationship Id="rId188" Type="http://schemas.openxmlformats.org/officeDocument/2006/relationships/image" Target="../media/image208.png"/><Relationship Id="rId311" Type="http://schemas.openxmlformats.org/officeDocument/2006/relationships/image" Target="../media/image268.png"/><Relationship Id="rId71" Type="http://schemas.openxmlformats.org/officeDocument/2006/relationships/customXml" Target="../ink/ink155.xml"/><Relationship Id="rId92" Type="http://schemas.openxmlformats.org/officeDocument/2006/relationships/customXml" Target="../ink/ink166.xml"/><Relationship Id="rId213" Type="http://schemas.openxmlformats.org/officeDocument/2006/relationships/image" Target="../media/image219.png"/><Relationship Id="rId234" Type="http://schemas.openxmlformats.org/officeDocument/2006/relationships/customXml" Target="../ink/ink241.xml"/><Relationship Id="rId2" Type="http://schemas.openxmlformats.org/officeDocument/2006/relationships/customXml" Target="../ink/ink118.xml"/><Relationship Id="rId29" Type="http://schemas.openxmlformats.org/officeDocument/2006/relationships/customXml" Target="../ink/ink132.xml"/><Relationship Id="rId255" Type="http://schemas.openxmlformats.org/officeDocument/2006/relationships/image" Target="../media/image240.png"/><Relationship Id="rId276" Type="http://schemas.openxmlformats.org/officeDocument/2006/relationships/customXml" Target="../ink/ink262.xml"/><Relationship Id="rId297" Type="http://schemas.openxmlformats.org/officeDocument/2006/relationships/image" Target="../media/image261.png"/><Relationship Id="rId40" Type="http://schemas.openxmlformats.org/officeDocument/2006/relationships/image" Target="../media/image139.png"/><Relationship Id="rId115" Type="http://schemas.openxmlformats.org/officeDocument/2006/relationships/customXml" Target="../ink/ink179.xml"/><Relationship Id="rId136" Type="http://schemas.openxmlformats.org/officeDocument/2006/relationships/image" Target="../media/image183.png"/><Relationship Id="rId157" Type="http://schemas.openxmlformats.org/officeDocument/2006/relationships/image" Target="../media/image193.png"/><Relationship Id="rId178" Type="http://schemas.openxmlformats.org/officeDocument/2006/relationships/image" Target="../media/image203.png"/><Relationship Id="rId301" Type="http://schemas.openxmlformats.org/officeDocument/2006/relationships/image" Target="../media/image263.png"/><Relationship Id="rId61" Type="http://schemas.openxmlformats.org/officeDocument/2006/relationships/customXml" Target="../ink/ink149.xml"/><Relationship Id="rId82" Type="http://schemas.openxmlformats.org/officeDocument/2006/relationships/image" Target="../media/image158.png"/><Relationship Id="rId199" Type="http://schemas.openxmlformats.org/officeDocument/2006/relationships/customXml" Target="../ink/ink222.xml"/><Relationship Id="rId203" Type="http://schemas.openxmlformats.org/officeDocument/2006/relationships/image" Target="../media/image215.png"/><Relationship Id="rId19" Type="http://schemas.openxmlformats.org/officeDocument/2006/relationships/customXml" Target="../ink/ink127.xml"/><Relationship Id="rId224" Type="http://schemas.openxmlformats.org/officeDocument/2006/relationships/customXml" Target="../ink/ink236.xml"/><Relationship Id="rId245" Type="http://schemas.openxmlformats.org/officeDocument/2006/relationships/image" Target="../media/image235.png"/><Relationship Id="rId266" Type="http://schemas.openxmlformats.org/officeDocument/2006/relationships/customXml" Target="../ink/ink257.xml"/><Relationship Id="rId287" Type="http://schemas.openxmlformats.org/officeDocument/2006/relationships/image" Target="../media/image256.png"/><Relationship Id="rId30" Type="http://schemas.openxmlformats.org/officeDocument/2006/relationships/image" Target="../media/image134.png"/><Relationship Id="rId105" Type="http://schemas.openxmlformats.org/officeDocument/2006/relationships/customXml" Target="../ink/ink173.xml"/><Relationship Id="rId126" Type="http://schemas.openxmlformats.org/officeDocument/2006/relationships/image" Target="../media/image178.png"/><Relationship Id="rId147" Type="http://schemas.openxmlformats.org/officeDocument/2006/relationships/image" Target="../media/image188.png"/><Relationship Id="rId168" Type="http://schemas.openxmlformats.org/officeDocument/2006/relationships/image" Target="../media/image198.png"/><Relationship Id="rId312" Type="http://schemas.openxmlformats.org/officeDocument/2006/relationships/customXml" Target="../ink/ink280.xml"/><Relationship Id="rId51" Type="http://schemas.openxmlformats.org/officeDocument/2006/relationships/customXml" Target="../ink/ink144.xml"/><Relationship Id="rId72" Type="http://schemas.openxmlformats.org/officeDocument/2006/relationships/image" Target="../media/image153.png"/><Relationship Id="rId93" Type="http://schemas.openxmlformats.org/officeDocument/2006/relationships/image" Target="../media/image163.png"/><Relationship Id="rId189" Type="http://schemas.openxmlformats.org/officeDocument/2006/relationships/customXml" Target="../ink/ink217.xml"/><Relationship Id="rId3" Type="http://schemas.openxmlformats.org/officeDocument/2006/relationships/image" Target="../media/image121.png"/><Relationship Id="rId214" Type="http://schemas.openxmlformats.org/officeDocument/2006/relationships/customXml" Target="../ink/ink231.xml"/><Relationship Id="rId235" Type="http://schemas.openxmlformats.org/officeDocument/2006/relationships/image" Target="../media/image230.png"/><Relationship Id="rId256" Type="http://schemas.openxmlformats.org/officeDocument/2006/relationships/customXml" Target="../ink/ink252.xml"/><Relationship Id="rId277" Type="http://schemas.openxmlformats.org/officeDocument/2006/relationships/image" Target="../media/image251.png"/><Relationship Id="rId298" Type="http://schemas.openxmlformats.org/officeDocument/2006/relationships/customXml" Target="../ink/ink273.xml"/><Relationship Id="rId116" Type="http://schemas.openxmlformats.org/officeDocument/2006/relationships/image" Target="../media/image173.png"/><Relationship Id="rId137" Type="http://schemas.openxmlformats.org/officeDocument/2006/relationships/customXml" Target="../ink/ink190.xml"/><Relationship Id="rId158" Type="http://schemas.openxmlformats.org/officeDocument/2006/relationships/customXml" Target="../ink/ink201.xml"/><Relationship Id="rId302" Type="http://schemas.openxmlformats.org/officeDocument/2006/relationships/customXml" Target="../ink/ink275.xml"/><Relationship Id="rId20" Type="http://schemas.openxmlformats.org/officeDocument/2006/relationships/image" Target="../media/image129.png"/><Relationship Id="rId41" Type="http://schemas.openxmlformats.org/officeDocument/2006/relationships/customXml" Target="../ink/ink138.xml"/><Relationship Id="rId62" Type="http://schemas.openxmlformats.org/officeDocument/2006/relationships/image" Target="../media/image149.png"/><Relationship Id="rId83" Type="http://schemas.openxmlformats.org/officeDocument/2006/relationships/customXml" Target="../ink/ink161.xml"/><Relationship Id="rId179" Type="http://schemas.openxmlformats.org/officeDocument/2006/relationships/customXml" Target="../ink/ink212.xml"/><Relationship Id="rId190" Type="http://schemas.openxmlformats.org/officeDocument/2006/relationships/image" Target="../media/image209.png"/><Relationship Id="rId204" Type="http://schemas.openxmlformats.org/officeDocument/2006/relationships/customXml" Target="../ink/ink225.xml"/><Relationship Id="rId225" Type="http://schemas.openxmlformats.org/officeDocument/2006/relationships/image" Target="../media/image225.png"/><Relationship Id="rId246" Type="http://schemas.openxmlformats.org/officeDocument/2006/relationships/customXml" Target="../ink/ink247.xml"/><Relationship Id="rId267" Type="http://schemas.openxmlformats.org/officeDocument/2006/relationships/image" Target="../media/image246.png"/><Relationship Id="rId288" Type="http://schemas.openxmlformats.org/officeDocument/2006/relationships/customXml" Target="../ink/ink268.xml"/><Relationship Id="rId106" Type="http://schemas.openxmlformats.org/officeDocument/2006/relationships/customXml" Target="../ink/ink174.xml"/><Relationship Id="rId127" Type="http://schemas.openxmlformats.org/officeDocument/2006/relationships/customXml" Target="../ink/ink185.xml"/><Relationship Id="rId313" Type="http://schemas.openxmlformats.org/officeDocument/2006/relationships/image" Target="../media/image269.png"/><Relationship Id="rId10" Type="http://schemas.openxmlformats.org/officeDocument/2006/relationships/image" Target="../media/image124.png"/><Relationship Id="rId31" Type="http://schemas.openxmlformats.org/officeDocument/2006/relationships/customXml" Target="../ink/ink133.xml"/><Relationship Id="rId52" Type="http://schemas.openxmlformats.org/officeDocument/2006/relationships/image" Target="../media/image144.png"/><Relationship Id="rId73" Type="http://schemas.openxmlformats.org/officeDocument/2006/relationships/customXml" Target="../ink/ink156.xml"/><Relationship Id="rId94" Type="http://schemas.openxmlformats.org/officeDocument/2006/relationships/customXml" Target="../ink/ink167.xml"/><Relationship Id="rId148" Type="http://schemas.openxmlformats.org/officeDocument/2006/relationships/customXml" Target="../ink/ink196.xml"/><Relationship Id="rId169" Type="http://schemas.openxmlformats.org/officeDocument/2006/relationships/customXml" Target="../ink/ink207.xml"/><Relationship Id="rId4" Type="http://schemas.openxmlformats.org/officeDocument/2006/relationships/customXml" Target="../ink/ink119.xml"/><Relationship Id="rId180" Type="http://schemas.openxmlformats.org/officeDocument/2006/relationships/image" Target="../media/image204.png"/><Relationship Id="rId215" Type="http://schemas.openxmlformats.org/officeDocument/2006/relationships/image" Target="../media/image220.png"/><Relationship Id="rId236" Type="http://schemas.openxmlformats.org/officeDocument/2006/relationships/customXml" Target="../ink/ink242.xml"/><Relationship Id="rId257" Type="http://schemas.openxmlformats.org/officeDocument/2006/relationships/image" Target="../media/image241.png"/><Relationship Id="rId278" Type="http://schemas.openxmlformats.org/officeDocument/2006/relationships/customXml" Target="../ink/ink263.xml"/><Relationship Id="rId303" Type="http://schemas.openxmlformats.org/officeDocument/2006/relationships/image" Target="../media/image264.png"/><Relationship Id="rId42" Type="http://schemas.openxmlformats.org/officeDocument/2006/relationships/image" Target="../media/image140.png"/><Relationship Id="rId84" Type="http://schemas.openxmlformats.org/officeDocument/2006/relationships/customXml" Target="../ink/ink162.xml"/><Relationship Id="rId138" Type="http://schemas.openxmlformats.org/officeDocument/2006/relationships/image" Target="../media/image184.png"/><Relationship Id="rId191" Type="http://schemas.openxmlformats.org/officeDocument/2006/relationships/customXml" Target="../ink/ink218.xml"/><Relationship Id="rId205" Type="http://schemas.openxmlformats.org/officeDocument/2006/relationships/image" Target="../media/image216.png"/><Relationship Id="rId247" Type="http://schemas.openxmlformats.org/officeDocument/2006/relationships/image" Target="../media/image236.png"/><Relationship Id="rId107" Type="http://schemas.openxmlformats.org/officeDocument/2006/relationships/image" Target="../media/image169.png"/><Relationship Id="rId289" Type="http://schemas.openxmlformats.org/officeDocument/2006/relationships/image" Target="../media/image257.png"/><Relationship Id="rId11" Type="http://schemas.openxmlformats.org/officeDocument/2006/relationships/customXml" Target="../ink/ink123.xml"/><Relationship Id="rId53" Type="http://schemas.openxmlformats.org/officeDocument/2006/relationships/customXml" Target="../ink/ink145.xml"/><Relationship Id="rId149" Type="http://schemas.openxmlformats.org/officeDocument/2006/relationships/image" Target="../media/image189.png"/><Relationship Id="rId95" Type="http://schemas.openxmlformats.org/officeDocument/2006/relationships/image" Target="../media/image164.png"/><Relationship Id="rId160" Type="http://schemas.openxmlformats.org/officeDocument/2006/relationships/customXml" Target="../ink/ink202.xml"/><Relationship Id="rId216" Type="http://schemas.openxmlformats.org/officeDocument/2006/relationships/customXml" Target="../ink/ink232.xml"/><Relationship Id="rId258" Type="http://schemas.openxmlformats.org/officeDocument/2006/relationships/customXml" Target="../ink/ink253.xml"/><Relationship Id="rId22" Type="http://schemas.openxmlformats.org/officeDocument/2006/relationships/image" Target="../media/image130.png"/><Relationship Id="rId64" Type="http://schemas.openxmlformats.org/officeDocument/2006/relationships/image" Target="../media/image150.png"/><Relationship Id="rId118" Type="http://schemas.openxmlformats.org/officeDocument/2006/relationships/image" Target="../media/image174.png"/><Relationship Id="rId171" Type="http://schemas.openxmlformats.org/officeDocument/2006/relationships/customXml" Target="../ink/ink208.xml"/><Relationship Id="rId227" Type="http://schemas.openxmlformats.org/officeDocument/2006/relationships/image" Target="../media/image226.png"/><Relationship Id="rId269" Type="http://schemas.openxmlformats.org/officeDocument/2006/relationships/image" Target="../media/image247.png"/><Relationship Id="rId33" Type="http://schemas.openxmlformats.org/officeDocument/2006/relationships/customXml" Target="../ink/ink134.xml"/><Relationship Id="rId129" Type="http://schemas.openxmlformats.org/officeDocument/2006/relationships/customXml" Target="../ink/ink186.xml"/><Relationship Id="rId280" Type="http://schemas.openxmlformats.org/officeDocument/2006/relationships/customXml" Target="../ink/ink264.xml"/><Relationship Id="rId75" Type="http://schemas.openxmlformats.org/officeDocument/2006/relationships/customXml" Target="../ink/ink157.xml"/><Relationship Id="rId140" Type="http://schemas.openxmlformats.org/officeDocument/2006/relationships/customXml" Target="../ink/ink192.xml"/><Relationship Id="rId182" Type="http://schemas.openxmlformats.org/officeDocument/2006/relationships/image" Target="../media/image205.png"/><Relationship Id="rId6" Type="http://schemas.openxmlformats.org/officeDocument/2006/relationships/customXml" Target="../ink/ink120.xml"/><Relationship Id="rId238" Type="http://schemas.openxmlformats.org/officeDocument/2006/relationships/customXml" Target="../ink/ink243.xml"/><Relationship Id="rId291" Type="http://schemas.openxmlformats.org/officeDocument/2006/relationships/image" Target="../media/image258.png"/><Relationship Id="rId305" Type="http://schemas.openxmlformats.org/officeDocument/2006/relationships/image" Target="../media/image265.png"/><Relationship Id="rId44" Type="http://schemas.openxmlformats.org/officeDocument/2006/relationships/customXml" Target="../ink/ink140.xml"/><Relationship Id="rId86" Type="http://schemas.openxmlformats.org/officeDocument/2006/relationships/customXml" Target="../ink/ink163.xml"/><Relationship Id="rId151" Type="http://schemas.openxmlformats.org/officeDocument/2006/relationships/image" Target="../media/image190.png"/></Relationships>
</file>

<file path=ppt/slides/_rels/slide21.xml.rels><?xml version="1.0" encoding="UTF-8" standalone="yes"?>
<Relationships xmlns="http://schemas.openxmlformats.org/package/2006/relationships"><Relationship Id="rId3" Type="http://schemas.openxmlformats.org/officeDocument/2006/relationships/hyperlink" Target="8-queens.txt" TargetMode="External"/><Relationship Id="rId2" Type="http://schemas.openxmlformats.org/officeDocument/2006/relationships/hyperlink" Target="8-queens%20using%20hill%20climbing.txt"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2.e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3.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5.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486D98-0B9B-4C4E-A25F-64BA4C5DBB94}"/>
              </a:ext>
            </a:extLst>
          </p:cNvPr>
          <p:cNvSpPr>
            <a:spLocks noGrp="1"/>
          </p:cNvSpPr>
          <p:nvPr>
            <p:ph type="ctrTitle"/>
          </p:nvPr>
        </p:nvSpPr>
        <p:spPr>
          <a:xfrm>
            <a:off x="315913" y="466725"/>
            <a:ext cx="6781800" cy="2133600"/>
          </a:xfrm>
        </p:spPr>
        <p:txBody>
          <a:bodyPr/>
          <a:lstStyle/>
          <a:p>
            <a:pPr algn="ctr"/>
            <a:r>
              <a:rPr lang="en-US" dirty="0"/>
              <a:t>Chapter 4</a:t>
            </a:r>
          </a:p>
        </p:txBody>
      </p:sp>
      <p:sp>
        <p:nvSpPr>
          <p:cNvPr id="5" name="Subtitle 4">
            <a:extLst>
              <a:ext uri="{FF2B5EF4-FFF2-40B4-BE49-F238E27FC236}">
                <a16:creationId xmlns:a16="http://schemas.microsoft.com/office/drawing/2014/main" id="{D655BBED-E65C-4B70-99E3-9318D4F249A0}"/>
              </a:ext>
            </a:extLst>
          </p:cNvPr>
          <p:cNvSpPr>
            <a:spLocks noGrp="1"/>
          </p:cNvSpPr>
          <p:nvPr>
            <p:ph type="subTitle" idx="1"/>
          </p:nvPr>
        </p:nvSpPr>
        <p:spPr>
          <a:xfrm>
            <a:off x="582613" y="3049588"/>
            <a:ext cx="6248400" cy="2362200"/>
          </a:xfrm>
        </p:spPr>
        <p:txBody>
          <a:bodyPr/>
          <a:lstStyle/>
          <a:p>
            <a:pPr algn="ctr"/>
            <a:r>
              <a:rPr lang="en-US" dirty="0"/>
              <a:t>Search in Complex Environments</a:t>
            </a:r>
          </a:p>
          <a:p>
            <a:pPr algn="ctr"/>
            <a:r>
              <a:rPr lang="en-US" dirty="0"/>
              <a:t>(Local search and Genetic Algorithms)</a:t>
            </a:r>
          </a:p>
        </p:txBody>
      </p:sp>
      <p:sp>
        <p:nvSpPr>
          <p:cNvPr id="2" name="Slide Number Placeholder 1">
            <a:extLst>
              <a:ext uri="{FF2B5EF4-FFF2-40B4-BE49-F238E27FC236}">
                <a16:creationId xmlns:a16="http://schemas.microsoft.com/office/drawing/2014/main" id="{2FD4643F-6823-FFEE-93F8-706A515DF65B}"/>
              </a:ext>
            </a:extLst>
          </p:cNvPr>
          <p:cNvSpPr>
            <a:spLocks noGrp="1"/>
          </p:cNvSpPr>
          <p:nvPr>
            <p:ph type="sldNum" sz="quarter" idx="4"/>
          </p:nvPr>
        </p:nvSpPr>
        <p:spPr/>
        <p:txBody>
          <a:bodyPr/>
          <a:lstStyle/>
          <a:p>
            <a:fld id="{E945280F-DE53-48B1-9FB9-96A39916642A}" type="slidenum">
              <a:rPr lang="en-US" altLang="en-US" smtClean="0"/>
              <a:pPr/>
              <a:t>1</a:t>
            </a:fld>
            <a:endParaRPr lang="en-US" altLang="en-US" dirty="0"/>
          </a:p>
        </p:txBody>
      </p:sp>
    </p:spTree>
    <p:extLst>
      <p:ext uri="{BB962C8B-B14F-4D97-AF65-F5344CB8AC3E}">
        <p14:creationId xmlns:p14="http://schemas.microsoft.com/office/powerpoint/2010/main" val="3429484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9F4CE-3DDB-8053-0AE2-1DE9D2BB5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AC437-5921-A7C8-EC21-19648E8984CE}"/>
              </a:ext>
            </a:extLst>
          </p:cNvPr>
          <p:cNvSpPr>
            <a:spLocks noGrp="1"/>
          </p:cNvSpPr>
          <p:nvPr>
            <p:ph type="title"/>
          </p:nvPr>
        </p:nvSpPr>
        <p:spPr/>
        <p:txBody>
          <a:bodyPr/>
          <a:lstStyle/>
          <a:p>
            <a:r>
              <a:rPr lang="en-US" dirty="0"/>
              <a:t>Local Search and Optimization Problems</a:t>
            </a:r>
          </a:p>
        </p:txBody>
      </p:sp>
      <p:sp>
        <p:nvSpPr>
          <p:cNvPr id="3" name="Content Placeholder 2">
            <a:extLst>
              <a:ext uri="{FF2B5EF4-FFF2-40B4-BE49-F238E27FC236}">
                <a16:creationId xmlns:a16="http://schemas.microsoft.com/office/drawing/2014/main" id="{8765E034-D87D-C293-C932-87B680EABA17}"/>
              </a:ext>
            </a:extLst>
          </p:cNvPr>
          <p:cNvSpPr>
            <a:spLocks noGrp="1"/>
          </p:cNvSpPr>
          <p:nvPr>
            <p:ph idx="1"/>
          </p:nvPr>
        </p:nvSpPr>
        <p:spPr>
          <a:xfrm>
            <a:off x="609600" y="1447800"/>
            <a:ext cx="7772400" cy="5257801"/>
          </a:xfrm>
        </p:spPr>
        <p:txBody>
          <a:bodyPr>
            <a:normAutofit fontScale="70000" lnSpcReduction="20000"/>
          </a:bodyPr>
          <a:lstStyle/>
          <a:p>
            <a:pPr algn="justLow">
              <a:lnSpc>
                <a:spcPct val="150000"/>
              </a:lnSpc>
            </a:pPr>
            <a:r>
              <a:rPr lang="en-US" dirty="0"/>
              <a:t>"</a:t>
            </a:r>
            <a:r>
              <a:rPr lang="en-US" b="1" dirty="0">
                <a:solidFill>
                  <a:schemeClr val="accent2">
                    <a:lumMod val="75000"/>
                  </a:schemeClr>
                </a:solidFill>
              </a:rPr>
              <a:t>Local search algorithms </a:t>
            </a:r>
            <a:r>
              <a:rPr lang="en-US" dirty="0"/>
              <a:t>use little memory and can find good solutions in large or infinite spaces.“</a:t>
            </a:r>
          </a:p>
          <a:p>
            <a:pPr algn="justLow">
              <a:lnSpc>
                <a:spcPct val="150000"/>
              </a:lnSpc>
            </a:pPr>
            <a:r>
              <a:rPr lang="en-US" dirty="0">
                <a:solidFill>
                  <a:srgbClr val="C00000"/>
                </a:solidFill>
              </a:rPr>
              <a:t>Local search is a search strategy used in Artificial Intelligence (AI) and optimization where the algorithm starts with a candidate solution and then iteratively moves to a neighboring solution to find a better one — based on a predefined objective or evaluation function. </a:t>
            </a:r>
          </a:p>
          <a:p>
            <a:pPr algn="justLow">
              <a:lnSpc>
                <a:spcPct val="150000"/>
              </a:lnSpc>
            </a:pPr>
            <a:r>
              <a:rPr lang="en-US" dirty="0"/>
              <a:t>Key Points</a:t>
            </a:r>
          </a:p>
          <a:p>
            <a:pPr algn="justLow">
              <a:lnSpc>
                <a:spcPct val="150000"/>
              </a:lnSpc>
            </a:pPr>
            <a:r>
              <a:rPr lang="en-US" dirty="0"/>
              <a:t>-        </a:t>
            </a:r>
            <a:r>
              <a:rPr lang="en-US" dirty="0">
                <a:solidFill>
                  <a:srgbClr val="0070C0"/>
                </a:solidFill>
              </a:rPr>
              <a:t>It doesn’t explore the entire search space.</a:t>
            </a:r>
          </a:p>
          <a:p>
            <a:pPr marL="502920" indent="-457200" algn="justLow">
              <a:lnSpc>
                <a:spcPct val="150000"/>
              </a:lnSpc>
              <a:buFontTx/>
              <a:buChar char="-"/>
            </a:pPr>
            <a:r>
              <a:rPr lang="en-US" dirty="0">
                <a:solidFill>
                  <a:srgbClr val="0070C0"/>
                </a:solidFill>
              </a:rPr>
              <a:t>It doesn't keep track of paths, only the current state.</a:t>
            </a:r>
          </a:p>
          <a:p>
            <a:pPr marL="502920" indent="-457200" algn="justLow">
              <a:lnSpc>
                <a:spcPct val="150000"/>
              </a:lnSpc>
              <a:buFontTx/>
              <a:buChar char="-"/>
            </a:pPr>
            <a:r>
              <a:rPr lang="en-US" dirty="0">
                <a:solidFill>
                  <a:srgbClr val="0070C0"/>
                </a:solidFill>
              </a:rPr>
              <a:t>It’s useful when the solution path is not important, only the final solution matters.</a:t>
            </a:r>
          </a:p>
          <a:p>
            <a:pPr algn="justLow">
              <a:lnSpc>
                <a:spcPct val="150000"/>
              </a:lnSpc>
            </a:pPr>
            <a:r>
              <a:rPr lang="en-US" b="1" dirty="0">
                <a:solidFill>
                  <a:srgbClr val="B94917"/>
                </a:solidFill>
              </a:rPr>
              <a:t>Examples:</a:t>
            </a:r>
            <a:r>
              <a:rPr lang="en-US" sz="2400" b="1" dirty="0">
                <a:solidFill>
                  <a:srgbClr val="B94917"/>
                </a:solidFill>
              </a:rPr>
              <a:t> </a:t>
            </a:r>
            <a:r>
              <a:rPr lang="en-US" sz="2400" dirty="0"/>
              <a:t>8-Queens, circuit layout, scheduling.</a:t>
            </a:r>
            <a:endParaRPr lang="en-US" dirty="0"/>
          </a:p>
        </p:txBody>
      </p:sp>
      <p:sp>
        <p:nvSpPr>
          <p:cNvPr id="4" name="Slide Number Placeholder 3">
            <a:extLst>
              <a:ext uri="{FF2B5EF4-FFF2-40B4-BE49-F238E27FC236}">
                <a16:creationId xmlns:a16="http://schemas.microsoft.com/office/drawing/2014/main" id="{D03975BF-12C8-25FD-1393-8668D4F1831E}"/>
              </a:ext>
            </a:extLst>
          </p:cNvPr>
          <p:cNvSpPr>
            <a:spLocks noGrp="1"/>
          </p:cNvSpPr>
          <p:nvPr>
            <p:ph type="sldNum" sz="quarter" idx="12"/>
          </p:nvPr>
        </p:nvSpPr>
        <p:spPr/>
        <p:txBody>
          <a:bodyPr/>
          <a:lstStyle/>
          <a:p>
            <a:fld id="{71C6F290-D301-4864-9490-340EF11588D9}" type="slidenum">
              <a:rPr lang="en-US" altLang="en-US" smtClean="0"/>
              <a:pPr/>
              <a:t>2</a:t>
            </a:fld>
            <a:endParaRPr lang="en-US" altLang="en-US" dirty="0"/>
          </a:p>
        </p:txBody>
      </p:sp>
    </p:spTree>
    <p:extLst>
      <p:ext uri="{BB962C8B-B14F-4D97-AF65-F5344CB8AC3E}">
        <p14:creationId xmlns:p14="http://schemas.microsoft.com/office/powerpoint/2010/main" val="687756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6DA96-5323-7246-6948-154491A7266F}"/>
              </a:ext>
            </a:extLst>
          </p:cNvPr>
          <p:cNvSpPr>
            <a:spLocks noGrp="1"/>
          </p:cNvSpPr>
          <p:nvPr>
            <p:ph type="title"/>
          </p:nvPr>
        </p:nvSpPr>
        <p:spPr/>
        <p:txBody>
          <a:bodyPr/>
          <a:lstStyle/>
          <a:p>
            <a:r>
              <a:rPr lang="en-US" dirty="0"/>
              <a:t>Searching algorithms</a:t>
            </a:r>
          </a:p>
        </p:txBody>
      </p:sp>
      <p:graphicFrame>
        <p:nvGraphicFramePr>
          <p:cNvPr id="5" name="Content Placeholder 4">
            <a:extLst>
              <a:ext uri="{FF2B5EF4-FFF2-40B4-BE49-F238E27FC236}">
                <a16:creationId xmlns:a16="http://schemas.microsoft.com/office/drawing/2014/main" id="{8DA22F22-A56B-3602-DE7B-C697B888543D}"/>
              </a:ext>
            </a:extLst>
          </p:cNvPr>
          <p:cNvGraphicFramePr>
            <a:graphicFrameLocks noGrp="1"/>
          </p:cNvGraphicFramePr>
          <p:nvPr>
            <p:ph idx="1"/>
            <p:extLst>
              <p:ext uri="{D42A27DB-BD31-4B8C-83A1-F6EECF244321}">
                <p14:modId xmlns:p14="http://schemas.microsoft.com/office/powerpoint/2010/main" val="1878349983"/>
              </p:ext>
            </p:extLst>
          </p:nvPr>
        </p:nvGraphicFramePr>
        <p:xfrm>
          <a:off x="1219200" y="2705098"/>
          <a:ext cx="5715000" cy="2933703"/>
        </p:xfrm>
        <a:graphic>
          <a:graphicData uri="http://schemas.openxmlformats.org/drawingml/2006/table">
            <a:tbl>
              <a:tblPr firstRow="1" firstCol="1" bandRow="1"/>
              <a:tblGrid>
                <a:gridCol w="2160549">
                  <a:extLst>
                    <a:ext uri="{9D8B030D-6E8A-4147-A177-3AD203B41FA5}">
                      <a16:colId xmlns:a16="http://schemas.microsoft.com/office/drawing/2014/main" val="3326388419"/>
                    </a:ext>
                  </a:extLst>
                </a:gridCol>
                <a:gridCol w="3554451">
                  <a:extLst>
                    <a:ext uri="{9D8B030D-6E8A-4147-A177-3AD203B41FA5}">
                      <a16:colId xmlns:a16="http://schemas.microsoft.com/office/drawing/2014/main" val="1820951149"/>
                    </a:ext>
                  </a:extLst>
                </a:gridCol>
              </a:tblGrid>
              <a:tr h="325967">
                <a:tc>
                  <a:txBody>
                    <a:bodyPr/>
                    <a:lstStyle/>
                    <a:p>
                      <a:pPr marL="0" marR="0">
                        <a:lnSpc>
                          <a:spcPct val="115000"/>
                        </a:lnSpc>
                        <a:spcAft>
                          <a:spcPts val="1000"/>
                        </a:spcAft>
                        <a:buNone/>
                      </a:pPr>
                      <a:r>
                        <a:rPr lang="en-US" sz="1800" b="1">
                          <a:effectLst/>
                          <a:latin typeface="Cambria" panose="02040503050406030204" pitchFamily="18" charset="0"/>
                          <a:ea typeface="MS Mincho" panose="02020609040205080304" pitchFamily="49" charset="-128"/>
                          <a:cs typeface="Arial" panose="020B0604020202020204" pitchFamily="34" charset="0"/>
                        </a:rPr>
                        <a:t>Search Algorithm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800" b="1" dirty="0">
                          <a:effectLst/>
                          <a:latin typeface="Cambria" panose="02040503050406030204" pitchFamily="18" charset="0"/>
                          <a:ea typeface="MS Mincho" panose="02020609040205080304" pitchFamily="49" charset="-128"/>
                          <a:cs typeface="Arial" panose="020B0604020202020204" pitchFamily="34" charset="0"/>
                        </a:rPr>
                        <a:t>Search Type (Local / Global)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1129349"/>
                  </a:ext>
                </a:extLst>
              </a:tr>
              <a:tr h="325967">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Depth First Search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Global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0383540"/>
                  </a:ext>
                </a:extLst>
              </a:tr>
              <a:tr h="325967">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Breadth First Search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Global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8637241"/>
                  </a:ext>
                </a:extLst>
              </a:tr>
              <a:tr h="325967">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Hill Climbing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Local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47851201"/>
                  </a:ext>
                </a:extLst>
              </a:tr>
              <a:tr h="325967">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Genetic Algorithm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Global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7518164"/>
                  </a:ext>
                </a:extLst>
              </a:tr>
              <a:tr h="325967">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Best First Search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Global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13214542"/>
                  </a:ext>
                </a:extLst>
              </a:tr>
              <a:tr h="325967">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A* Algorithm</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Global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53961789"/>
                  </a:ext>
                </a:extLst>
              </a:tr>
              <a:tr h="325967">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Simulated Annealing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Local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96290487"/>
                  </a:ext>
                </a:extLst>
              </a:tr>
              <a:tr h="325967">
                <a:tc>
                  <a:txBody>
                    <a:bodyPr/>
                    <a:lstStyle/>
                    <a:p>
                      <a:pPr marL="0" marR="0">
                        <a:lnSpc>
                          <a:spcPct val="115000"/>
                        </a:lnSpc>
                        <a:spcAft>
                          <a:spcPts val="1000"/>
                        </a:spcAft>
                        <a:buNone/>
                      </a:pPr>
                      <a:r>
                        <a:rPr lang="en-US" sz="1800">
                          <a:effectLst/>
                          <a:latin typeface="Cambria" panose="02040503050406030204" pitchFamily="18" charset="0"/>
                          <a:ea typeface="MS Mincho" panose="02020609040205080304" pitchFamily="49" charset="-128"/>
                          <a:cs typeface="Arial" panose="020B0604020202020204" pitchFamily="34" charset="0"/>
                        </a:rPr>
                        <a:t>Tabu Search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nSpc>
                          <a:spcPct val="115000"/>
                        </a:lnSpc>
                        <a:spcAft>
                          <a:spcPts val="1000"/>
                        </a:spcAft>
                        <a:buNone/>
                      </a:pPr>
                      <a:r>
                        <a:rPr lang="en-US" sz="1800" dirty="0">
                          <a:effectLst/>
                          <a:latin typeface="Cambria" panose="02040503050406030204" pitchFamily="18" charset="0"/>
                          <a:ea typeface="MS Mincho" panose="02020609040205080304" pitchFamily="49" charset="-128"/>
                          <a:cs typeface="Arial" panose="020B0604020202020204" pitchFamily="34" charset="0"/>
                        </a:rPr>
                        <a:t>Local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4782274"/>
                  </a:ext>
                </a:extLst>
              </a:tr>
            </a:tbl>
          </a:graphicData>
        </a:graphic>
      </p:graphicFrame>
      <p:sp>
        <p:nvSpPr>
          <p:cNvPr id="4" name="Slide Number Placeholder 3">
            <a:extLst>
              <a:ext uri="{FF2B5EF4-FFF2-40B4-BE49-F238E27FC236}">
                <a16:creationId xmlns:a16="http://schemas.microsoft.com/office/drawing/2014/main" id="{7DF3B5CD-A3DB-1842-F851-AA89E4A4F514}"/>
              </a:ext>
            </a:extLst>
          </p:cNvPr>
          <p:cNvSpPr>
            <a:spLocks noGrp="1"/>
          </p:cNvSpPr>
          <p:nvPr>
            <p:ph type="sldNum" sz="quarter" idx="12"/>
          </p:nvPr>
        </p:nvSpPr>
        <p:spPr/>
        <p:txBody>
          <a:bodyPr/>
          <a:lstStyle/>
          <a:p>
            <a:fld id="{71C6F290-D301-4864-9490-340EF11588D9}" type="slidenum">
              <a:rPr lang="en-US" altLang="en-US" smtClean="0"/>
              <a:pPr/>
              <a:t>3</a:t>
            </a:fld>
            <a:endParaRPr lang="en-US" altLang="en-US" dirty="0"/>
          </a:p>
        </p:txBody>
      </p:sp>
      <p:sp>
        <p:nvSpPr>
          <p:cNvPr id="8" name="TextBox 7">
            <a:extLst>
              <a:ext uri="{FF2B5EF4-FFF2-40B4-BE49-F238E27FC236}">
                <a16:creationId xmlns:a16="http://schemas.microsoft.com/office/drawing/2014/main" id="{DBD677A2-7D50-F4F7-0C0E-5C7FE600F255}"/>
              </a:ext>
            </a:extLst>
          </p:cNvPr>
          <p:cNvSpPr txBox="1"/>
          <p:nvPr/>
        </p:nvSpPr>
        <p:spPr>
          <a:xfrm>
            <a:off x="1066800" y="1887377"/>
            <a:ext cx="5791200" cy="492443"/>
          </a:xfrm>
          <a:prstGeom prst="rect">
            <a:avLst/>
          </a:prstGeom>
          <a:noFill/>
        </p:spPr>
        <p:txBody>
          <a:bodyPr wrap="square">
            <a:spAutoFit/>
          </a:bodyPr>
          <a:lstStyle/>
          <a:p>
            <a:r>
              <a:rPr lang="en-US" dirty="0"/>
              <a:t>Comparison of Search Algorithms</a:t>
            </a:r>
          </a:p>
        </p:txBody>
      </p:sp>
    </p:spTree>
    <p:extLst>
      <p:ext uri="{BB962C8B-B14F-4D97-AF65-F5344CB8AC3E}">
        <p14:creationId xmlns:p14="http://schemas.microsoft.com/office/powerpoint/2010/main" val="3063817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37DC3-A3C7-73A7-1F13-E0DFC36B7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394EE-CF3E-7B09-CE6A-DE4A6BD1276C}"/>
              </a:ext>
            </a:extLst>
          </p:cNvPr>
          <p:cNvSpPr>
            <a:spLocks noGrp="1"/>
          </p:cNvSpPr>
          <p:nvPr>
            <p:ph type="title"/>
          </p:nvPr>
        </p:nvSpPr>
        <p:spPr/>
        <p:txBody>
          <a:bodyPr/>
          <a:lstStyle/>
          <a:p>
            <a:pPr marL="742950" indent="-742950">
              <a:buFont typeface="+mj-lt"/>
              <a:buAutoNum type="arabicPeriod"/>
            </a:pPr>
            <a:r>
              <a:rPr lang="en-US" dirty="0"/>
              <a:t>Hill Climbing Algorithm</a:t>
            </a:r>
          </a:p>
        </p:txBody>
      </p:sp>
      <p:sp>
        <p:nvSpPr>
          <p:cNvPr id="3" name="Content Placeholder 2">
            <a:extLst>
              <a:ext uri="{FF2B5EF4-FFF2-40B4-BE49-F238E27FC236}">
                <a16:creationId xmlns:a16="http://schemas.microsoft.com/office/drawing/2014/main" id="{0E67E8A6-7AFE-94D8-E437-041A9C70675A}"/>
              </a:ext>
            </a:extLst>
          </p:cNvPr>
          <p:cNvSpPr>
            <a:spLocks noGrp="1"/>
          </p:cNvSpPr>
          <p:nvPr>
            <p:ph idx="1"/>
          </p:nvPr>
        </p:nvSpPr>
        <p:spPr>
          <a:xfrm>
            <a:off x="609600" y="1836737"/>
            <a:ext cx="7391400" cy="4868863"/>
          </a:xfrm>
        </p:spPr>
        <p:txBody>
          <a:bodyPr>
            <a:normAutofit fontScale="92500"/>
          </a:bodyPr>
          <a:lstStyle/>
          <a:p>
            <a:pPr algn="justLow">
              <a:lnSpc>
                <a:spcPct val="150000"/>
              </a:lnSpc>
            </a:pPr>
            <a:r>
              <a:rPr lang="en-US" b="0" i="0" dirty="0">
                <a:solidFill>
                  <a:schemeClr val="accent2">
                    <a:lumMod val="75000"/>
                  </a:schemeClr>
                </a:solidFill>
                <a:effectLst/>
                <a:latin typeface="source-serif-pro"/>
              </a:rPr>
              <a:t>Hill Climbing works by </a:t>
            </a:r>
            <a:r>
              <a:rPr lang="en-US" b="0" i="0" dirty="0">
                <a:solidFill>
                  <a:srgbClr val="242424"/>
                </a:solidFill>
                <a:effectLst/>
                <a:latin typeface="source-serif-pro"/>
              </a:rPr>
              <a:t>iteratively improving a candidate solution until no further improvements can be found.</a:t>
            </a:r>
          </a:p>
          <a:p>
            <a:pPr algn="justLow">
              <a:lnSpc>
                <a:spcPct val="150000"/>
              </a:lnSpc>
            </a:pPr>
            <a:endParaRPr lang="en-US" sz="1700" b="0" i="0" dirty="0">
              <a:solidFill>
                <a:srgbClr val="242424"/>
              </a:solidFill>
              <a:effectLst/>
              <a:latin typeface="source-serif-pro"/>
            </a:endParaRPr>
          </a:p>
          <a:p>
            <a:pPr marL="560070" indent="-514350" algn="l">
              <a:lnSpc>
                <a:spcPts val="2400"/>
              </a:lnSpc>
              <a:buFont typeface="+mj-lt"/>
              <a:buAutoNum type="arabicPeriod"/>
            </a:pPr>
            <a:r>
              <a:rPr lang="en-US" b="1" i="0" dirty="0">
                <a:solidFill>
                  <a:schemeClr val="accent1">
                    <a:lumMod val="75000"/>
                  </a:schemeClr>
                </a:solidFill>
                <a:effectLst/>
                <a:latin typeface="source-serif-pro"/>
              </a:rPr>
              <a:t>Initialization</a:t>
            </a:r>
            <a:r>
              <a:rPr lang="en-US" b="0" i="0" dirty="0">
                <a:solidFill>
                  <a:schemeClr val="accent1">
                    <a:lumMod val="75000"/>
                  </a:schemeClr>
                </a:solidFill>
                <a:effectLst/>
                <a:latin typeface="source-serif-pro"/>
              </a:rPr>
              <a:t>: </a:t>
            </a:r>
            <a:r>
              <a:rPr lang="en-US" b="0" i="0" dirty="0">
                <a:solidFill>
                  <a:srgbClr val="242424"/>
                </a:solidFill>
                <a:effectLst/>
                <a:latin typeface="source-serif-pro"/>
              </a:rPr>
              <a:t>Start from an initial point (solution).</a:t>
            </a:r>
          </a:p>
          <a:p>
            <a:pPr marL="560070" indent="-514350" algn="l">
              <a:lnSpc>
                <a:spcPts val="2400"/>
              </a:lnSpc>
              <a:buFont typeface="+mj-lt"/>
              <a:buAutoNum type="arabicPeriod"/>
            </a:pPr>
            <a:r>
              <a:rPr lang="en-US" b="1" i="0" dirty="0">
                <a:solidFill>
                  <a:schemeClr val="accent1">
                    <a:lumMod val="75000"/>
                  </a:schemeClr>
                </a:solidFill>
                <a:effectLst/>
                <a:latin typeface="source-serif-pro"/>
              </a:rPr>
              <a:t>Neighbor Evaluation</a:t>
            </a:r>
            <a:r>
              <a:rPr lang="en-US" b="0" i="0" dirty="0">
                <a:solidFill>
                  <a:schemeClr val="accent1">
                    <a:lumMod val="75000"/>
                  </a:schemeClr>
                </a:solidFill>
                <a:effectLst/>
                <a:latin typeface="source-serif-pro"/>
              </a:rPr>
              <a:t>: </a:t>
            </a:r>
            <a:r>
              <a:rPr lang="en-US" b="0" i="0" dirty="0">
                <a:solidFill>
                  <a:srgbClr val="242424"/>
                </a:solidFill>
                <a:effectLst/>
                <a:latin typeface="source-serif-pro"/>
              </a:rPr>
              <a:t>Evaluate neighboring solutions to find a better one.</a:t>
            </a:r>
          </a:p>
          <a:p>
            <a:pPr marL="560070" indent="-514350" algn="l">
              <a:lnSpc>
                <a:spcPts val="2400"/>
              </a:lnSpc>
              <a:buFont typeface="+mj-lt"/>
              <a:buAutoNum type="arabicPeriod"/>
            </a:pPr>
            <a:r>
              <a:rPr lang="en-US" b="1" i="0" dirty="0">
                <a:solidFill>
                  <a:schemeClr val="accent1">
                    <a:lumMod val="75000"/>
                  </a:schemeClr>
                </a:solidFill>
                <a:effectLst/>
                <a:latin typeface="source-serif-pro"/>
              </a:rPr>
              <a:t>Move</a:t>
            </a:r>
            <a:r>
              <a:rPr lang="en-US" b="0" i="0" dirty="0">
                <a:solidFill>
                  <a:schemeClr val="accent1">
                    <a:lumMod val="75000"/>
                  </a:schemeClr>
                </a:solidFill>
                <a:effectLst/>
                <a:latin typeface="source-serif-pro"/>
              </a:rPr>
              <a:t>: </a:t>
            </a:r>
            <a:r>
              <a:rPr lang="en-US" b="0" i="0" dirty="0">
                <a:solidFill>
                  <a:srgbClr val="242424"/>
                </a:solidFill>
                <a:effectLst/>
                <a:latin typeface="source-serif-pro"/>
              </a:rPr>
              <a:t>Move to the neighboring solution if it’s better.</a:t>
            </a:r>
          </a:p>
          <a:p>
            <a:pPr marL="560070" indent="-514350" algn="l">
              <a:lnSpc>
                <a:spcPts val="2400"/>
              </a:lnSpc>
              <a:buFont typeface="+mj-lt"/>
              <a:buAutoNum type="arabicPeriod"/>
            </a:pPr>
            <a:r>
              <a:rPr lang="en-US" b="1" i="0" dirty="0">
                <a:solidFill>
                  <a:schemeClr val="accent1">
                    <a:lumMod val="75000"/>
                  </a:schemeClr>
                </a:solidFill>
                <a:effectLst/>
                <a:latin typeface="source-serif-pro"/>
              </a:rPr>
              <a:t>Repeat</a:t>
            </a:r>
            <a:r>
              <a:rPr lang="en-US" b="0" i="0" dirty="0">
                <a:solidFill>
                  <a:schemeClr val="accent1">
                    <a:lumMod val="75000"/>
                  </a:schemeClr>
                </a:solidFill>
                <a:effectLst/>
                <a:latin typeface="source-serif-pro"/>
              </a:rPr>
              <a:t>: </a:t>
            </a:r>
            <a:r>
              <a:rPr lang="en-US" b="0" i="0" dirty="0">
                <a:solidFill>
                  <a:srgbClr val="242424"/>
                </a:solidFill>
                <a:effectLst/>
                <a:latin typeface="source-serif-pro"/>
              </a:rPr>
              <a:t>Continue until no better neighbor exists.</a:t>
            </a:r>
          </a:p>
          <a:p>
            <a:pPr algn="justLow">
              <a:lnSpc>
                <a:spcPct val="150000"/>
              </a:lnSpc>
            </a:pPr>
            <a:endParaRPr lang="en-US" dirty="0"/>
          </a:p>
        </p:txBody>
      </p:sp>
      <p:sp>
        <p:nvSpPr>
          <p:cNvPr id="4" name="Slide Number Placeholder 3">
            <a:extLst>
              <a:ext uri="{FF2B5EF4-FFF2-40B4-BE49-F238E27FC236}">
                <a16:creationId xmlns:a16="http://schemas.microsoft.com/office/drawing/2014/main" id="{4A3563F7-7AC8-CD49-8CB3-90807B7BF9D7}"/>
              </a:ext>
            </a:extLst>
          </p:cNvPr>
          <p:cNvSpPr>
            <a:spLocks noGrp="1"/>
          </p:cNvSpPr>
          <p:nvPr>
            <p:ph type="sldNum" sz="quarter" idx="12"/>
          </p:nvPr>
        </p:nvSpPr>
        <p:spPr/>
        <p:txBody>
          <a:bodyPr/>
          <a:lstStyle/>
          <a:p>
            <a:fld id="{71C6F290-D301-4864-9490-340EF11588D9}" type="slidenum">
              <a:rPr lang="en-US" altLang="en-US" smtClean="0"/>
              <a:pPr/>
              <a:t>4</a:t>
            </a:fld>
            <a:endParaRPr lang="en-US" altLang="en-US" dirty="0"/>
          </a:p>
        </p:txBody>
      </p:sp>
    </p:spTree>
    <p:extLst>
      <p:ext uri="{BB962C8B-B14F-4D97-AF65-F5344CB8AC3E}">
        <p14:creationId xmlns:p14="http://schemas.microsoft.com/office/powerpoint/2010/main" val="293781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5E96D-E553-EAE4-D205-65D3DE9B66E4}"/>
              </a:ext>
            </a:extLst>
          </p:cNvPr>
          <p:cNvSpPr>
            <a:spLocks noGrp="1"/>
          </p:cNvSpPr>
          <p:nvPr>
            <p:ph type="title"/>
          </p:nvPr>
        </p:nvSpPr>
        <p:spPr>
          <a:xfrm>
            <a:off x="228600" y="228600"/>
            <a:ext cx="7696200" cy="533400"/>
          </a:xfrm>
        </p:spPr>
        <p:txBody>
          <a:bodyPr/>
          <a:lstStyle/>
          <a:p>
            <a:r>
              <a:rPr lang="en-US" dirty="0"/>
              <a:t>Hill climbing algorithm </a:t>
            </a:r>
          </a:p>
        </p:txBody>
      </p:sp>
      <p:sp>
        <p:nvSpPr>
          <p:cNvPr id="3" name="Content Placeholder 2">
            <a:extLst>
              <a:ext uri="{FF2B5EF4-FFF2-40B4-BE49-F238E27FC236}">
                <a16:creationId xmlns:a16="http://schemas.microsoft.com/office/drawing/2014/main" id="{378848DB-20F4-C533-9163-7DC1AEB5A4C7}"/>
              </a:ext>
            </a:extLst>
          </p:cNvPr>
          <p:cNvSpPr>
            <a:spLocks noGrp="1"/>
          </p:cNvSpPr>
          <p:nvPr>
            <p:ph idx="1"/>
          </p:nvPr>
        </p:nvSpPr>
        <p:spPr>
          <a:xfrm>
            <a:off x="206828" y="762000"/>
            <a:ext cx="8708571" cy="5715000"/>
          </a:xfrm>
        </p:spPr>
        <p:txBody>
          <a:bodyPr>
            <a:normAutofit fontScale="92500" lnSpcReduction="20000"/>
          </a:bodyPr>
          <a:lstStyle/>
          <a:p>
            <a:pPr lvl="0"/>
            <a:endParaRPr lang="en-US" sz="2800" b="1" dirty="0"/>
          </a:p>
          <a:p>
            <a:pPr lvl="0"/>
            <a:r>
              <a:rPr lang="en-US" sz="2600" b="1" dirty="0"/>
              <a:t>Step 1:</a:t>
            </a:r>
            <a:r>
              <a:rPr lang="en-US" sz="2600" dirty="0"/>
              <a:t> Evaluate the initial state, if it is goal state then return success and Stop.</a:t>
            </a:r>
            <a:endParaRPr lang="en-US" sz="1400" dirty="0"/>
          </a:p>
          <a:p>
            <a:pPr lvl="0"/>
            <a:r>
              <a:rPr lang="en-US" sz="2600" b="1" dirty="0"/>
              <a:t>Step 2:</a:t>
            </a:r>
            <a:r>
              <a:rPr lang="en-US" sz="2600" dirty="0"/>
              <a:t> Loop Until a solution is found or there is no new operator left to apply.</a:t>
            </a:r>
            <a:endParaRPr lang="en-US" sz="1400" dirty="0"/>
          </a:p>
          <a:p>
            <a:pPr lvl="0"/>
            <a:r>
              <a:rPr lang="en-US" sz="2600" b="1" dirty="0"/>
              <a:t>    Step 3:</a:t>
            </a:r>
            <a:r>
              <a:rPr lang="en-US" sz="2600" dirty="0"/>
              <a:t> Select and apply an operator to the current  </a:t>
            </a:r>
            <a:endParaRPr lang="en-US" sz="1400" dirty="0"/>
          </a:p>
          <a:p>
            <a:pPr lvl="0"/>
            <a:r>
              <a:rPr lang="en-US" sz="2600" b="1" dirty="0"/>
              <a:t>    </a:t>
            </a:r>
            <a:r>
              <a:rPr lang="en-US" sz="2600" dirty="0"/>
              <a:t>state.</a:t>
            </a:r>
            <a:endParaRPr lang="en-US" sz="1400" dirty="0"/>
          </a:p>
          <a:p>
            <a:pPr lvl="0"/>
            <a:r>
              <a:rPr lang="en-US" sz="2600" b="1" dirty="0"/>
              <a:t>    Step 4:</a:t>
            </a:r>
            <a:r>
              <a:rPr lang="en-US" sz="2600" dirty="0"/>
              <a:t> Check new state:</a:t>
            </a:r>
            <a:endParaRPr lang="en-US" sz="1400" dirty="0"/>
          </a:p>
          <a:p>
            <a:pPr lvl="1"/>
            <a:r>
              <a:rPr lang="en-US" sz="2300" dirty="0"/>
              <a:t>      If it is goal state, then return success and </a:t>
            </a:r>
            <a:endParaRPr lang="en-US" sz="1300" dirty="0"/>
          </a:p>
          <a:p>
            <a:r>
              <a:rPr lang="en-US" sz="2600" dirty="0"/>
              <a:t>       quit.</a:t>
            </a:r>
            <a:endParaRPr lang="en-US" sz="1400" dirty="0"/>
          </a:p>
          <a:p>
            <a:pPr lvl="1"/>
            <a:r>
              <a:rPr lang="en-US" sz="2300" dirty="0"/>
              <a:t>      Else if it is better than the current state then </a:t>
            </a:r>
            <a:endParaRPr lang="en-US" sz="1300" dirty="0"/>
          </a:p>
          <a:p>
            <a:r>
              <a:rPr lang="en-US" sz="2600" dirty="0"/>
              <a:t>        assign new state as a current state.</a:t>
            </a:r>
            <a:endParaRPr lang="en-US" sz="1400" dirty="0"/>
          </a:p>
          <a:p>
            <a:pPr lvl="1"/>
            <a:r>
              <a:rPr lang="en-US" sz="2300" dirty="0"/>
              <a:t>      Else if not better than the current state, then  </a:t>
            </a:r>
            <a:endParaRPr lang="en-US" sz="1300" dirty="0"/>
          </a:p>
          <a:p>
            <a:r>
              <a:rPr lang="en-US" sz="2600" dirty="0"/>
              <a:t>      return to step2.</a:t>
            </a:r>
            <a:endParaRPr lang="en-US" sz="1400" dirty="0"/>
          </a:p>
          <a:p>
            <a:pPr lvl="0"/>
            <a:r>
              <a:rPr lang="en-US" sz="2600" b="1" dirty="0"/>
              <a:t>Step 5:</a:t>
            </a:r>
            <a:r>
              <a:rPr lang="en-US" sz="2600" dirty="0"/>
              <a:t> Exit.</a:t>
            </a:r>
            <a:endParaRPr lang="en-US" sz="1400" dirty="0"/>
          </a:p>
          <a:p>
            <a:endParaRPr lang="en-US" dirty="0"/>
          </a:p>
        </p:txBody>
      </p:sp>
      <p:sp>
        <p:nvSpPr>
          <p:cNvPr id="4" name="Slide Number Placeholder 3">
            <a:extLst>
              <a:ext uri="{FF2B5EF4-FFF2-40B4-BE49-F238E27FC236}">
                <a16:creationId xmlns:a16="http://schemas.microsoft.com/office/drawing/2014/main" id="{C33B8770-69A6-D224-F482-B622D9F9728D}"/>
              </a:ext>
            </a:extLst>
          </p:cNvPr>
          <p:cNvSpPr>
            <a:spLocks noGrp="1"/>
          </p:cNvSpPr>
          <p:nvPr>
            <p:ph type="sldNum" sz="quarter" idx="12"/>
          </p:nvPr>
        </p:nvSpPr>
        <p:spPr/>
        <p:txBody>
          <a:bodyPr/>
          <a:lstStyle/>
          <a:p>
            <a:fld id="{71C6F290-D301-4864-9490-340EF11588D9}" type="slidenum">
              <a:rPr lang="en-US" altLang="en-US" smtClean="0"/>
              <a:pPr/>
              <a:t>5</a:t>
            </a:fld>
            <a:endParaRPr lang="en-US" altLang="en-US" dirty="0"/>
          </a:p>
        </p:txBody>
      </p:sp>
    </p:spTree>
    <p:extLst>
      <p:ext uri="{BB962C8B-B14F-4D97-AF65-F5344CB8AC3E}">
        <p14:creationId xmlns:p14="http://schemas.microsoft.com/office/powerpoint/2010/main" val="2232380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AF813-DBEF-A484-B97B-4331C7EFB5F2}"/>
              </a:ext>
            </a:extLst>
          </p:cNvPr>
          <p:cNvSpPr>
            <a:spLocks noGrp="1"/>
          </p:cNvSpPr>
          <p:nvPr>
            <p:ph type="title"/>
          </p:nvPr>
        </p:nvSpPr>
        <p:spPr>
          <a:xfrm>
            <a:off x="228600" y="228600"/>
            <a:ext cx="7696200" cy="533400"/>
          </a:xfrm>
        </p:spPr>
        <p:txBody>
          <a:bodyPr/>
          <a:lstStyle/>
          <a:p>
            <a:r>
              <a:rPr lang="en-US" dirty="0"/>
              <a:t>HC Example</a:t>
            </a:r>
          </a:p>
        </p:txBody>
      </p:sp>
      <p:sp>
        <p:nvSpPr>
          <p:cNvPr id="4" name="Slide Number Placeholder 3">
            <a:extLst>
              <a:ext uri="{FF2B5EF4-FFF2-40B4-BE49-F238E27FC236}">
                <a16:creationId xmlns:a16="http://schemas.microsoft.com/office/drawing/2014/main" id="{711CE0AB-3AE3-405D-43EA-DE9FF38D957C}"/>
              </a:ext>
            </a:extLst>
          </p:cNvPr>
          <p:cNvSpPr>
            <a:spLocks noGrp="1"/>
          </p:cNvSpPr>
          <p:nvPr>
            <p:ph type="sldNum" sz="quarter" idx="12"/>
          </p:nvPr>
        </p:nvSpPr>
        <p:spPr/>
        <p:txBody>
          <a:bodyPr/>
          <a:lstStyle/>
          <a:p>
            <a:fld id="{71C6F290-D301-4864-9490-340EF11588D9}" type="slidenum">
              <a:rPr lang="en-US" altLang="en-US" smtClean="0"/>
              <a:pPr/>
              <a:t>6</a:t>
            </a:fld>
            <a:endParaRPr lang="en-US" altLang="en-US" dirty="0"/>
          </a:p>
        </p:txBody>
      </p:sp>
      <p:pic>
        <p:nvPicPr>
          <p:cNvPr id="5" name="Picture 4">
            <a:extLst>
              <a:ext uri="{FF2B5EF4-FFF2-40B4-BE49-F238E27FC236}">
                <a16:creationId xmlns:a16="http://schemas.microsoft.com/office/drawing/2014/main" id="{4A07A588-E5B0-0C41-597D-56E0E51C198C}"/>
              </a:ext>
            </a:extLst>
          </p:cNvPr>
          <p:cNvPicPr>
            <a:picLocks noChangeAspect="1"/>
          </p:cNvPicPr>
          <p:nvPr/>
        </p:nvPicPr>
        <p:blipFill>
          <a:blip r:embed="rId2"/>
          <a:stretch>
            <a:fillRect/>
          </a:stretch>
        </p:blipFill>
        <p:spPr>
          <a:xfrm>
            <a:off x="228600" y="762000"/>
            <a:ext cx="2438095" cy="1190476"/>
          </a:xfrm>
          <a:prstGeom prst="rect">
            <a:avLst/>
          </a:prstGeom>
        </p:spPr>
      </p:pic>
      <p:sp>
        <p:nvSpPr>
          <p:cNvPr id="8" name="Content Placeholder 7">
            <a:extLst>
              <a:ext uri="{FF2B5EF4-FFF2-40B4-BE49-F238E27FC236}">
                <a16:creationId xmlns:a16="http://schemas.microsoft.com/office/drawing/2014/main" id="{4D54197F-4F33-2D4C-62BA-37201C3BB6D3}"/>
              </a:ext>
            </a:extLst>
          </p:cNvPr>
          <p:cNvSpPr>
            <a:spLocks noGrp="1"/>
          </p:cNvSpPr>
          <p:nvPr>
            <p:ph idx="1"/>
          </p:nvPr>
        </p:nvSpPr>
        <p:spPr>
          <a:xfrm>
            <a:off x="228600" y="2065337"/>
            <a:ext cx="8763000" cy="4411663"/>
          </a:xfrm>
        </p:spPr>
        <p:txBody>
          <a:bodyPr>
            <a:normAutofit/>
          </a:bodyPr>
          <a:lstStyle/>
          <a:p>
            <a:pPr algn="just"/>
            <a:r>
              <a:rPr lang="en-US" dirty="0"/>
              <a:t>Let's define such function h:</a:t>
            </a:r>
          </a:p>
          <a:p>
            <a:pPr algn="just"/>
            <a:r>
              <a:rPr lang="en-US" dirty="0"/>
              <a:t>h(x) = +1 for all the blocks in the support structure if the block is correctly positioned otherwise -1 for all the blocks in the support structure.</a:t>
            </a:r>
          </a:p>
          <a:p>
            <a:pPr algn="just"/>
            <a:r>
              <a:rPr lang="en-US" dirty="0"/>
              <a:t>Here, we will call any block correctly positioned if it has the same support structure as the goal state. As per the hill climbing procedure discussed earlier let's look at all the iterations and their heuristics to reach the target state.</a:t>
            </a:r>
          </a:p>
        </p:txBody>
      </p:sp>
    </p:spTree>
    <p:extLst>
      <p:ext uri="{BB962C8B-B14F-4D97-AF65-F5344CB8AC3E}">
        <p14:creationId xmlns:p14="http://schemas.microsoft.com/office/powerpoint/2010/main" val="1178274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9D6E9-1602-EFD3-39F1-8775E7414647}"/>
              </a:ext>
            </a:extLst>
          </p:cNvPr>
          <p:cNvSpPr>
            <a:spLocks noGrp="1"/>
          </p:cNvSpPr>
          <p:nvPr>
            <p:ph type="title"/>
          </p:nvPr>
        </p:nvSpPr>
        <p:spPr>
          <a:xfrm>
            <a:off x="228600" y="228600"/>
            <a:ext cx="7696200" cy="457200"/>
          </a:xfrm>
        </p:spPr>
        <p:txBody>
          <a:bodyPr/>
          <a:lstStyle/>
          <a:p>
            <a:r>
              <a:rPr lang="en-US" dirty="0"/>
              <a:t>HC Example</a:t>
            </a:r>
          </a:p>
        </p:txBody>
      </p:sp>
      <p:graphicFrame>
        <p:nvGraphicFramePr>
          <p:cNvPr id="5" name="Content Placeholder 4">
            <a:extLst>
              <a:ext uri="{FF2B5EF4-FFF2-40B4-BE49-F238E27FC236}">
                <a16:creationId xmlns:a16="http://schemas.microsoft.com/office/drawing/2014/main" id="{51D0CCAB-A09D-AA33-B2EA-9866850A0958}"/>
              </a:ext>
            </a:extLst>
          </p:cNvPr>
          <p:cNvGraphicFramePr>
            <a:graphicFrameLocks noGrp="1"/>
          </p:cNvGraphicFramePr>
          <p:nvPr>
            <p:ph idx="1"/>
            <p:extLst>
              <p:ext uri="{D42A27DB-BD31-4B8C-83A1-F6EECF244321}">
                <p14:modId xmlns:p14="http://schemas.microsoft.com/office/powerpoint/2010/main" val="904359397"/>
              </p:ext>
            </p:extLst>
          </p:nvPr>
        </p:nvGraphicFramePr>
        <p:xfrm>
          <a:off x="381000" y="914400"/>
          <a:ext cx="5982970" cy="1625600"/>
        </p:xfrm>
        <a:graphic>
          <a:graphicData uri="http://schemas.openxmlformats.org/drawingml/2006/table">
            <a:tbl>
              <a:tblPr firstRow="1" firstCol="1" bandRow="1"/>
              <a:tblGrid>
                <a:gridCol w="994410">
                  <a:extLst>
                    <a:ext uri="{9D8B030D-6E8A-4147-A177-3AD203B41FA5}">
                      <a16:colId xmlns:a16="http://schemas.microsoft.com/office/drawing/2014/main" val="324765611"/>
                    </a:ext>
                  </a:extLst>
                </a:gridCol>
                <a:gridCol w="1005840">
                  <a:extLst>
                    <a:ext uri="{9D8B030D-6E8A-4147-A177-3AD203B41FA5}">
                      <a16:colId xmlns:a16="http://schemas.microsoft.com/office/drawing/2014/main" val="2204753027"/>
                    </a:ext>
                  </a:extLst>
                </a:gridCol>
                <a:gridCol w="1002665">
                  <a:extLst>
                    <a:ext uri="{9D8B030D-6E8A-4147-A177-3AD203B41FA5}">
                      <a16:colId xmlns:a16="http://schemas.microsoft.com/office/drawing/2014/main" val="1450691140"/>
                    </a:ext>
                  </a:extLst>
                </a:gridCol>
                <a:gridCol w="1006475">
                  <a:extLst>
                    <a:ext uri="{9D8B030D-6E8A-4147-A177-3AD203B41FA5}">
                      <a16:colId xmlns:a16="http://schemas.microsoft.com/office/drawing/2014/main" val="1387113527"/>
                    </a:ext>
                  </a:extLst>
                </a:gridCol>
                <a:gridCol w="1006475">
                  <a:extLst>
                    <a:ext uri="{9D8B030D-6E8A-4147-A177-3AD203B41FA5}">
                      <a16:colId xmlns:a16="http://schemas.microsoft.com/office/drawing/2014/main" val="3396648193"/>
                    </a:ext>
                  </a:extLst>
                </a:gridCol>
                <a:gridCol w="967105">
                  <a:extLst>
                    <a:ext uri="{9D8B030D-6E8A-4147-A177-3AD203B41FA5}">
                      <a16:colId xmlns:a16="http://schemas.microsoft.com/office/drawing/2014/main" val="2934914619"/>
                    </a:ext>
                  </a:extLst>
                </a:gridCol>
              </a:tblGrid>
              <a:tr h="0">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Heuristic</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A</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B</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C</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D</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TOTAL</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48870360"/>
                  </a:ext>
                </a:extLst>
              </a:tr>
              <a:tr h="0">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-6</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0209375"/>
                  </a:ext>
                </a:extLst>
              </a:tr>
              <a:tr h="0">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4797279"/>
                  </a:ext>
                </a:extLst>
              </a:tr>
              <a:tr h="0">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8264173"/>
                  </a:ext>
                </a:extLst>
              </a:tr>
              <a:tr h="0">
                <a:tc>
                  <a:txBody>
                    <a:bodyPr/>
                    <a:lstStyle/>
                    <a:p>
                      <a:pPr marL="0" marR="0" algn="l" rtl="0">
                        <a:lnSpc>
                          <a:spcPts val="1560"/>
                        </a:lnSpc>
                        <a:buNone/>
                      </a:pPr>
                      <a:r>
                        <a:rPr lang="en-US" sz="1400" b="1">
                          <a:solidFill>
                            <a:srgbClr val="FF0000"/>
                          </a:solidFill>
                          <a:effectLst/>
                          <a:latin typeface="Times New Roman" panose="02020603050405020304" pitchFamily="18" charset="0"/>
                          <a:ea typeface="Times New Roman" panose="02020603050405020304" pitchFamily="18" charset="0"/>
                        </a:rPr>
                        <a:t>4</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FF0000"/>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FF0000"/>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FF0000"/>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FF0000"/>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FF0000"/>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90153580"/>
                  </a:ext>
                </a:extLst>
              </a:tr>
              <a:tr h="0">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5</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5708602"/>
                  </a:ext>
                </a:extLst>
              </a:tr>
              <a:tr h="0">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6</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9173572"/>
                  </a:ext>
                </a:extLst>
              </a:tr>
              <a:tr h="0">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7</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0</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1</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2</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a:solidFill>
                            <a:srgbClr val="610B4B"/>
                          </a:solidFill>
                          <a:effectLst/>
                          <a:latin typeface="Times New Roman" panose="02020603050405020304" pitchFamily="18" charset="0"/>
                          <a:ea typeface="Times New Roman" panose="02020603050405020304" pitchFamily="18" charset="0"/>
                        </a:rPr>
                        <a:t>3</a:t>
                      </a:r>
                      <a:endParaRPr lang="en-US" sz="120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l" rtl="0">
                        <a:lnSpc>
                          <a:spcPts val="1560"/>
                        </a:lnSpc>
                        <a:buNone/>
                      </a:pPr>
                      <a:r>
                        <a:rPr lang="en-US" sz="1400" b="1" dirty="0">
                          <a:solidFill>
                            <a:srgbClr val="610B4B"/>
                          </a:solidFill>
                          <a:effectLst/>
                          <a:latin typeface="Times New Roman" panose="02020603050405020304" pitchFamily="18" charset="0"/>
                          <a:ea typeface="Times New Roman" panose="02020603050405020304" pitchFamily="18" charset="0"/>
                        </a:rPr>
                        <a:t>6</a:t>
                      </a:r>
                      <a:endParaRPr lang="en-US" sz="1200" dirty="0">
                        <a:effectLst/>
                        <a:latin typeface="Times New Roman" panose="02020603050405020304" pitchFamily="18" charset="0"/>
                        <a:ea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2731916"/>
                  </a:ext>
                </a:extLst>
              </a:tr>
            </a:tbl>
          </a:graphicData>
        </a:graphic>
      </p:graphicFrame>
      <p:sp>
        <p:nvSpPr>
          <p:cNvPr id="4" name="Slide Number Placeholder 3">
            <a:extLst>
              <a:ext uri="{FF2B5EF4-FFF2-40B4-BE49-F238E27FC236}">
                <a16:creationId xmlns:a16="http://schemas.microsoft.com/office/drawing/2014/main" id="{7BC5A493-2692-5F5C-FCC7-DC299E828231}"/>
              </a:ext>
            </a:extLst>
          </p:cNvPr>
          <p:cNvSpPr>
            <a:spLocks noGrp="1"/>
          </p:cNvSpPr>
          <p:nvPr>
            <p:ph type="sldNum" sz="quarter" idx="12"/>
          </p:nvPr>
        </p:nvSpPr>
        <p:spPr/>
        <p:txBody>
          <a:bodyPr/>
          <a:lstStyle/>
          <a:p>
            <a:fld id="{71C6F290-D301-4864-9490-340EF11588D9}" type="slidenum">
              <a:rPr lang="en-US" altLang="en-US" smtClean="0"/>
              <a:pPr/>
              <a:t>7</a:t>
            </a:fld>
            <a:endParaRPr lang="en-US" altLang="en-US" dirty="0"/>
          </a:p>
        </p:txBody>
      </p:sp>
      <p:pic>
        <p:nvPicPr>
          <p:cNvPr id="6" name="Picture 5">
            <a:extLst>
              <a:ext uri="{FF2B5EF4-FFF2-40B4-BE49-F238E27FC236}">
                <a16:creationId xmlns:a16="http://schemas.microsoft.com/office/drawing/2014/main" id="{F1A38958-3376-1A40-2BA7-F79EA473B755}"/>
              </a:ext>
            </a:extLst>
          </p:cNvPr>
          <p:cNvPicPr>
            <a:picLocks noChangeAspect="1"/>
          </p:cNvPicPr>
          <p:nvPr/>
        </p:nvPicPr>
        <p:blipFill>
          <a:blip r:embed="rId2"/>
          <a:stretch>
            <a:fillRect/>
          </a:stretch>
        </p:blipFill>
        <p:spPr>
          <a:xfrm>
            <a:off x="265544" y="3679163"/>
            <a:ext cx="6304762" cy="3000000"/>
          </a:xfrm>
          <a:prstGeom prst="rect">
            <a:avLst/>
          </a:prstGeom>
        </p:spPr>
      </p:pic>
      <p:pic>
        <p:nvPicPr>
          <p:cNvPr id="7" name="Picture 6">
            <a:extLst>
              <a:ext uri="{FF2B5EF4-FFF2-40B4-BE49-F238E27FC236}">
                <a16:creationId xmlns:a16="http://schemas.microsoft.com/office/drawing/2014/main" id="{B5350757-CB7A-BC46-3ECA-81D15D1B3D33}"/>
              </a:ext>
            </a:extLst>
          </p:cNvPr>
          <p:cNvPicPr>
            <a:picLocks noChangeAspect="1"/>
          </p:cNvPicPr>
          <p:nvPr/>
        </p:nvPicPr>
        <p:blipFill>
          <a:blip r:embed="rId3"/>
          <a:stretch>
            <a:fillRect/>
          </a:stretch>
        </p:blipFill>
        <p:spPr>
          <a:xfrm>
            <a:off x="223935" y="2583599"/>
            <a:ext cx="2438095" cy="1190476"/>
          </a:xfrm>
          <a:prstGeom prst="rect">
            <a:avLst/>
          </a:prstGeom>
        </p:spPr>
      </p:pic>
      <p:sp>
        <p:nvSpPr>
          <p:cNvPr id="9" name="TextBox 8">
            <a:extLst>
              <a:ext uri="{FF2B5EF4-FFF2-40B4-BE49-F238E27FC236}">
                <a16:creationId xmlns:a16="http://schemas.microsoft.com/office/drawing/2014/main" id="{63694189-5830-F808-DCB8-39D305AFE1B8}"/>
              </a:ext>
            </a:extLst>
          </p:cNvPr>
          <p:cNvSpPr txBox="1"/>
          <p:nvPr/>
        </p:nvSpPr>
        <p:spPr>
          <a:xfrm>
            <a:off x="3429000" y="2674441"/>
            <a:ext cx="5638800" cy="830997"/>
          </a:xfrm>
          <a:prstGeom prst="rect">
            <a:avLst/>
          </a:prstGeom>
          <a:noFill/>
        </p:spPr>
        <p:txBody>
          <a:bodyPr wrap="square">
            <a:spAutoFit/>
          </a:bodyPr>
          <a:lstStyle/>
          <a:p>
            <a:pPr algn="just"/>
            <a:r>
              <a:rPr lang="en-US" sz="1600" dirty="0"/>
              <a:t>For step 4 for example, it can be also A on top C and C on top of B, and D alone.  This gives   A -2, B  0,   C  -1,  D  0  TOTAL -3. Similarly for other steps.</a:t>
            </a:r>
          </a:p>
        </p:txBody>
      </p:sp>
    </p:spTree>
    <p:extLst>
      <p:ext uri="{BB962C8B-B14F-4D97-AF65-F5344CB8AC3E}">
        <p14:creationId xmlns:p14="http://schemas.microsoft.com/office/powerpoint/2010/main" val="914962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270C1E-A1B0-9889-D03A-DE6BF07983D5}"/>
              </a:ext>
            </a:extLst>
          </p:cNvPr>
          <p:cNvSpPr>
            <a:spLocks noGrp="1"/>
          </p:cNvSpPr>
          <p:nvPr>
            <p:ph type="sldNum" sz="quarter" idx="12"/>
          </p:nvPr>
        </p:nvSpPr>
        <p:spPr/>
        <p:txBody>
          <a:bodyPr/>
          <a:lstStyle/>
          <a:p>
            <a:fld id="{AC3460AA-1533-4548-8781-A6D0EAE276D6}" type="slidenum">
              <a:rPr lang="en-US" altLang="en-US" smtClean="0"/>
              <a:pPr/>
              <a:t>8</a:t>
            </a:fld>
            <a:endParaRPr lang="en-US" altLang="en-US" dirty="0"/>
          </a:p>
        </p:txBody>
      </p:sp>
      <p:grpSp>
        <p:nvGrpSpPr>
          <p:cNvPr id="6" name="Group 5">
            <a:extLst>
              <a:ext uri="{FF2B5EF4-FFF2-40B4-BE49-F238E27FC236}">
                <a16:creationId xmlns:a16="http://schemas.microsoft.com/office/drawing/2014/main" id="{66EAB543-EDDF-DB06-F5C1-947097585398}"/>
              </a:ext>
            </a:extLst>
          </p:cNvPr>
          <p:cNvGrpSpPr/>
          <p:nvPr/>
        </p:nvGrpSpPr>
        <p:grpSpPr>
          <a:xfrm>
            <a:off x="3517758" y="394670"/>
            <a:ext cx="223200" cy="251640"/>
            <a:chOff x="3517758" y="394670"/>
            <a:chExt cx="223200" cy="25164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E839BD0-B140-2FB4-72DD-5E7E8CB1F763}"/>
                    </a:ext>
                  </a:extLst>
                </p14:cNvPr>
                <p14:cNvContentPartPr/>
                <p14:nvPr/>
              </p14:nvContentPartPr>
              <p14:xfrm>
                <a:off x="3517758" y="446150"/>
                <a:ext cx="83880" cy="200160"/>
              </p14:xfrm>
            </p:contentPart>
          </mc:Choice>
          <mc:Fallback xmlns="">
            <p:pic>
              <p:nvPicPr>
                <p:cNvPr id="3" name="Ink 2">
                  <a:extLst>
                    <a:ext uri="{FF2B5EF4-FFF2-40B4-BE49-F238E27FC236}">
                      <a16:creationId xmlns:a16="http://schemas.microsoft.com/office/drawing/2014/main" id="{AE839BD0-B140-2FB4-72DD-5E7E8CB1F763}"/>
                    </a:ext>
                  </a:extLst>
                </p:cNvPr>
                <p:cNvPicPr/>
                <p:nvPr/>
              </p:nvPicPr>
              <p:blipFill>
                <a:blip r:embed="rId3"/>
                <a:stretch>
                  <a:fillRect/>
                </a:stretch>
              </p:blipFill>
              <p:spPr>
                <a:xfrm>
                  <a:off x="3509118" y="437510"/>
                  <a:ext cx="10152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1CA1296-B2D6-F852-291F-8C44AEAF1D61}"/>
                    </a:ext>
                  </a:extLst>
                </p14:cNvPr>
                <p14:cNvContentPartPr/>
                <p14:nvPr/>
              </p14:nvContentPartPr>
              <p14:xfrm>
                <a:off x="3620358" y="394670"/>
                <a:ext cx="104040" cy="199440"/>
              </p14:xfrm>
            </p:contentPart>
          </mc:Choice>
          <mc:Fallback xmlns="">
            <p:pic>
              <p:nvPicPr>
                <p:cNvPr id="4" name="Ink 3">
                  <a:extLst>
                    <a:ext uri="{FF2B5EF4-FFF2-40B4-BE49-F238E27FC236}">
                      <a16:creationId xmlns:a16="http://schemas.microsoft.com/office/drawing/2014/main" id="{61CA1296-B2D6-F852-291F-8C44AEAF1D61}"/>
                    </a:ext>
                  </a:extLst>
                </p:cNvPr>
                <p:cNvPicPr/>
                <p:nvPr/>
              </p:nvPicPr>
              <p:blipFill>
                <a:blip r:embed="rId5"/>
                <a:stretch>
                  <a:fillRect/>
                </a:stretch>
              </p:blipFill>
              <p:spPr>
                <a:xfrm>
                  <a:off x="3611358" y="386030"/>
                  <a:ext cx="12168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579B3552-953B-F60F-9D38-5010229075AC}"/>
                    </a:ext>
                  </a:extLst>
                </p14:cNvPr>
                <p14:cNvContentPartPr/>
                <p14:nvPr/>
              </p14:nvContentPartPr>
              <p14:xfrm>
                <a:off x="3601278" y="503750"/>
                <a:ext cx="139680" cy="19800"/>
              </p14:xfrm>
            </p:contentPart>
          </mc:Choice>
          <mc:Fallback xmlns="">
            <p:pic>
              <p:nvPicPr>
                <p:cNvPr id="5" name="Ink 4">
                  <a:extLst>
                    <a:ext uri="{FF2B5EF4-FFF2-40B4-BE49-F238E27FC236}">
                      <a16:creationId xmlns:a16="http://schemas.microsoft.com/office/drawing/2014/main" id="{579B3552-953B-F60F-9D38-5010229075AC}"/>
                    </a:ext>
                  </a:extLst>
                </p:cNvPr>
                <p:cNvPicPr/>
                <p:nvPr/>
              </p:nvPicPr>
              <p:blipFill>
                <a:blip r:embed="rId7"/>
                <a:stretch>
                  <a:fillRect/>
                </a:stretch>
              </p:blipFill>
              <p:spPr>
                <a:xfrm>
                  <a:off x="3592638" y="495110"/>
                  <a:ext cx="157320" cy="37440"/>
                </a:xfrm>
                <a:prstGeom prst="rect">
                  <a:avLst/>
                </a:prstGeom>
              </p:spPr>
            </p:pic>
          </mc:Fallback>
        </mc:AlternateContent>
      </p:grpSp>
      <p:grpSp>
        <p:nvGrpSpPr>
          <p:cNvPr id="9" name="Group 8">
            <a:extLst>
              <a:ext uri="{FF2B5EF4-FFF2-40B4-BE49-F238E27FC236}">
                <a16:creationId xmlns:a16="http://schemas.microsoft.com/office/drawing/2014/main" id="{D554BD01-C6B3-9FE2-2B80-A68A6DFA8105}"/>
              </a:ext>
            </a:extLst>
          </p:cNvPr>
          <p:cNvGrpSpPr/>
          <p:nvPr/>
        </p:nvGrpSpPr>
        <p:grpSpPr>
          <a:xfrm>
            <a:off x="3526758" y="811550"/>
            <a:ext cx="219240" cy="245160"/>
            <a:chOff x="3526758" y="811550"/>
            <a:chExt cx="219240" cy="245160"/>
          </a:xfrm>
        </p:grpSpPr>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28F54DB6-9A36-2DA1-1E92-F809184D6D3F}"/>
                    </a:ext>
                  </a:extLst>
                </p14:cNvPr>
                <p14:cNvContentPartPr/>
                <p14:nvPr/>
              </p14:nvContentPartPr>
              <p14:xfrm>
                <a:off x="3528558" y="811550"/>
                <a:ext cx="17280" cy="203040"/>
              </p14:xfrm>
            </p:contentPart>
          </mc:Choice>
          <mc:Fallback xmlns="">
            <p:pic>
              <p:nvPicPr>
                <p:cNvPr id="7" name="Ink 6">
                  <a:extLst>
                    <a:ext uri="{FF2B5EF4-FFF2-40B4-BE49-F238E27FC236}">
                      <a16:creationId xmlns:a16="http://schemas.microsoft.com/office/drawing/2014/main" id="{28F54DB6-9A36-2DA1-1E92-F809184D6D3F}"/>
                    </a:ext>
                  </a:extLst>
                </p:cNvPr>
                <p:cNvPicPr/>
                <p:nvPr/>
              </p:nvPicPr>
              <p:blipFill>
                <a:blip r:embed="rId9"/>
                <a:stretch>
                  <a:fillRect/>
                </a:stretch>
              </p:blipFill>
              <p:spPr>
                <a:xfrm>
                  <a:off x="3519558" y="802910"/>
                  <a:ext cx="3492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8CFDCA19-5F28-C9C8-07FC-D08DE375CF98}"/>
                    </a:ext>
                  </a:extLst>
                </p14:cNvPr>
                <p14:cNvContentPartPr/>
                <p14:nvPr/>
              </p14:nvContentPartPr>
              <p14:xfrm>
                <a:off x="3526758" y="839270"/>
                <a:ext cx="219240" cy="217440"/>
              </p14:xfrm>
            </p:contentPart>
          </mc:Choice>
          <mc:Fallback xmlns="">
            <p:pic>
              <p:nvPicPr>
                <p:cNvPr id="8" name="Ink 7">
                  <a:extLst>
                    <a:ext uri="{FF2B5EF4-FFF2-40B4-BE49-F238E27FC236}">
                      <a16:creationId xmlns:a16="http://schemas.microsoft.com/office/drawing/2014/main" id="{8CFDCA19-5F28-C9C8-07FC-D08DE375CF98}"/>
                    </a:ext>
                  </a:extLst>
                </p:cNvPr>
                <p:cNvPicPr/>
                <p:nvPr/>
              </p:nvPicPr>
              <p:blipFill>
                <a:blip r:embed="rId11"/>
                <a:stretch>
                  <a:fillRect/>
                </a:stretch>
              </p:blipFill>
              <p:spPr>
                <a:xfrm>
                  <a:off x="3518118" y="830270"/>
                  <a:ext cx="236880" cy="235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FC6B4F67-300A-96DC-1BB3-365BDA04C5CE}"/>
                  </a:ext>
                </a:extLst>
              </p14:cNvPr>
              <p14:cNvContentPartPr/>
              <p14:nvPr/>
            </p14:nvContentPartPr>
            <p14:xfrm>
              <a:off x="3506598" y="1213310"/>
              <a:ext cx="210600" cy="189000"/>
            </p14:xfrm>
          </p:contentPart>
        </mc:Choice>
        <mc:Fallback xmlns="">
          <p:pic>
            <p:nvPicPr>
              <p:cNvPr id="10" name="Ink 9">
                <a:extLst>
                  <a:ext uri="{FF2B5EF4-FFF2-40B4-BE49-F238E27FC236}">
                    <a16:creationId xmlns:a16="http://schemas.microsoft.com/office/drawing/2014/main" id="{FC6B4F67-300A-96DC-1BB3-365BDA04C5CE}"/>
                  </a:ext>
                </a:extLst>
              </p:cNvPr>
              <p:cNvPicPr/>
              <p:nvPr/>
            </p:nvPicPr>
            <p:blipFill>
              <a:blip r:embed="rId13"/>
              <a:stretch>
                <a:fillRect/>
              </a:stretch>
            </p:blipFill>
            <p:spPr>
              <a:xfrm>
                <a:off x="3497958" y="1204310"/>
                <a:ext cx="228240" cy="206640"/>
              </a:xfrm>
              <a:prstGeom prst="rect">
                <a:avLst/>
              </a:prstGeom>
            </p:spPr>
          </p:pic>
        </mc:Fallback>
      </mc:AlternateContent>
      <p:grpSp>
        <p:nvGrpSpPr>
          <p:cNvPr id="13" name="Group 12">
            <a:extLst>
              <a:ext uri="{FF2B5EF4-FFF2-40B4-BE49-F238E27FC236}">
                <a16:creationId xmlns:a16="http://schemas.microsoft.com/office/drawing/2014/main" id="{E7F752B9-7718-D974-9CF7-68B472009192}"/>
              </a:ext>
            </a:extLst>
          </p:cNvPr>
          <p:cNvGrpSpPr/>
          <p:nvPr/>
        </p:nvGrpSpPr>
        <p:grpSpPr>
          <a:xfrm>
            <a:off x="3550878" y="1586990"/>
            <a:ext cx="234000" cy="231480"/>
            <a:chOff x="3550878" y="1586990"/>
            <a:chExt cx="234000" cy="231480"/>
          </a:xfrm>
        </p:grpSpPr>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7A5307F2-80BA-F42D-6018-D33CD9D92078}"/>
                    </a:ext>
                  </a:extLst>
                </p14:cNvPr>
                <p14:cNvContentPartPr/>
                <p14:nvPr/>
              </p14:nvContentPartPr>
              <p14:xfrm>
                <a:off x="3550878" y="1619390"/>
                <a:ext cx="78840" cy="199080"/>
              </p14:xfrm>
            </p:contentPart>
          </mc:Choice>
          <mc:Fallback xmlns="">
            <p:pic>
              <p:nvPicPr>
                <p:cNvPr id="11" name="Ink 10">
                  <a:extLst>
                    <a:ext uri="{FF2B5EF4-FFF2-40B4-BE49-F238E27FC236}">
                      <a16:creationId xmlns:a16="http://schemas.microsoft.com/office/drawing/2014/main" id="{7A5307F2-80BA-F42D-6018-D33CD9D92078}"/>
                    </a:ext>
                  </a:extLst>
                </p:cNvPr>
                <p:cNvPicPr/>
                <p:nvPr/>
              </p:nvPicPr>
              <p:blipFill>
                <a:blip r:embed="rId15"/>
                <a:stretch>
                  <a:fillRect/>
                </a:stretch>
              </p:blipFill>
              <p:spPr>
                <a:xfrm>
                  <a:off x="3542238" y="1610390"/>
                  <a:ext cx="9648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36742F25-AC68-E668-4BE1-6C59C2FCA48E}"/>
                    </a:ext>
                  </a:extLst>
                </p14:cNvPr>
                <p14:cNvContentPartPr/>
                <p14:nvPr/>
              </p14:nvContentPartPr>
              <p14:xfrm>
                <a:off x="3620358" y="1586990"/>
                <a:ext cx="164520" cy="180000"/>
              </p14:xfrm>
            </p:contentPart>
          </mc:Choice>
          <mc:Fallback xmlns="">
            <p:pic>
              <p:nvPicPr>
                <p:cNvPr id="12" name="Ink 11">
                  <a:extLst>
                    <a:ext uri="{FF2B5EF4-FFF2-40B4-BE49-F238E27FC236}">
                      <a16:creationId xmlns:a16="http://schemas.microsoft.com/office/drawing/2014/main" id="{36742F25-AC68-E668-4BE1-6C59C2FCA48E}"/>
                    </a:ext>
                  </a:extLst>
                </p:cNvPr>
                <p:cNvPicPr/>
                <p:nvPr/>
              </p:nvPicPr>
              <p:blipFill>
                <a:blip r:embed="rId17"/>
                <a:stretch>
                  <a:fillRect/>
                </a:stretch>
              </p:blipFill>
              <p:spPr>
                <a:xfrm>
                  <a:off x="3611358" y="1578350"/>
                  <a:ext cx="182160" cy="197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B1FA1AB5-5AF6-1D1D-6F12-98C3BBF70086}"/>
                  </a:ext>
                </a:extLst>
              </p14:cNvPr>
              <p14:cNvContentPartPr/>
              <p14:nvPr/>
            </p14:nvContentPartPr>
            <p14:xfrm>
              <a:off x="3583998" y="1955990"/>
              <a:ext cx="56880" cy="581040"/>
            </p14:xfrm>
          </p:contentPart>
        </mc:Choice>
        <mc:Fallback xmlns="">
          <p:pic>
            <p:nvPicPr>
              <p:cNvPr id="17" name="Ink 16">
                <a:extLst>
                  <a:ext uri="{FF2B5EF4-FFF2-40B4-BE49-F238E27FC236}">
                    <a16:creationId xmlns:a16="http://schemas.microsoft.com/office/drawing/2014/main" id="{B1FA1AB5-5AF6-1D1D-6F12-98C3BBF70086}"/>
                  </a:ext>
                </a:extLst>
              </p:cNvPr>
              <p:cNvPicPr/>
              <p:nvPr/>
            </p:nvPicPr>
            <p:blipFill>
              <a:blip r:embed="rId19"/>
              <a:stretch>
                <a:fillRect/>
              </a:stretch>
            </p:blipFill>
            <p:spPr>
              <a:xfrm>
                <a:off x="3574998" y="1947350"/>
                <a:ext cx="74520" cy="598680"/>
              </a:xfrm>
              <a:prstGeom prst="rect">
                <a:avLst/>
              </a:prstGeom>
            </p:spPr>
          </p:pic>
        </mc:Fallback>
      </mc:AlternateContent>
      <p:grpSp>
        <p:nvGrpSpPr>
          <p:cNvPr id="28" name="Group 27">
            <a:extLst>
              <a:ext uri="{FF2B5EF4-FFF2-40B4-BE49-F238E27FC236}">
                <a16:creationId xmlns:a16="http://schemas.microsoft.com/office/drawing/2014/main" id="{846509F4-3966-EE86-0946-9D35ED40A89E}"/>
              </a:ext>
            </a:extLst>
          </p:cNvPr>
          <p:cNvGrpSpPr/>
          <p:nvPr/>
        </p:nvGrpSpPr>
        <p:grpSpPr>
          <a:xfrm>
            <a:off x="3607758" y="2294390"/>
            <a:ext cx="426240" cy="774360"/>
            <a:chOff x="3607758" y="2294390"/>
            <a:chExt cx="426240" cy="774360"/>
          </a:xfrm>
        </p:grpSpPr>
        <mc:AlternateContent xmlns:mc="http://schemas.openxmlformats.org/markup-compatibility/2006" xmlns:p14="http://schemas.microsoft.com/office/powerpoint/2010/main">
          <mc:Choice Requires="p14">
            <p:contentPart p14:bwMode="auto" r:id="rId20">
              <p14:nvContentPartPr>
                <p14:cNvPr id="22" name="Ink 21">
                  <a:extLst>
                    <a:ext uri="{FF2B5EF4-FFF2-40B4-BE49-F238E27FC236}">
                      <a16:creationId xmlns:a16="http://schemas.microsoft.com/office/drawing/2014/main" id="{37A55197-CCAB-47B0-1934-DA58D4AF9D7E}"/>
                    </a:ext>
                  </a:extLst>
                </p14:cNvPr>
                <p14:cNvContentPartPr/>
                <p14:nvPr/>
              </p14:nvContentPartPr>
              <p14:xfrm>
                <a:off x="3607758" y="2858150"/>
                <a:ext cx="40680" cy="173520"/>
              </p14:xfrm>
            </p:contentPart>
          </mc:Choice>
          <mc:Fallback xmlns="">
            <p:pic>
              <p:nvPicPr>
                <p:cNvPr id="22" name="Ink 21">
                  <a:extLst>
                    <a:ext uri="{FF2B5EF4-FFF2-40B4-BE49-F238E27FC236}">
                      <a16:creationId xmlns:a16="http://schemas.microsoft.com/office/drawing/2014/main" id="{37A55197-CCAB-47B0-1934-DA58D4AF9D7E}"/>
                    </a:ext>
                  </a:extLst>
                </p:cNvPr>
                <p:cNvPicPr/>
                <p:nvPr/>
              </p:nvPicPr>
              <p:blipFill>
                <a:blip r:embed="rId21"/>
                <a:stretch>
                  <a:fillRect/>
                </a:stretch>
              </p:blipFill>
              <p:spPr>
                <a:xfrm>
                  <a:off x="3598758" y="2849510"/>
                  <a:ext cx="5832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32A49852-6FF9-B439-EC60-73F69184F598}"/>
                    </a:ext>
                  </a:extLst>
                </p14:cNvPr>
                <p14:cNvContentPartPr/>
                <p14:nvPr/>
              </p14:nvContentPartPr>
              <p14:xfrm>
                <a:off x="3638718" y="2816390"/>
                <a:ext cx="156240" cy="252360"/>
              </p14:xfrm>
            </p:contentPart>
          </mc:Choice>
          <mc:Fallback xmlns="">
            <p:pic>
              <p:nvPicPr>
                <p:cNvPr id="23" name="Ink 22">
                  <a:extLst>
                    <a:ext uri="{FF2B5EF4-FFF2-40B4-BE49-F238E27FC236}">
                      <a16:creationId xmlns:a16="http://schemas.microsoft.com/office/drawing/2014/main" id="{32A49852-6FF9-B439-EC60-73F69184F598}"/>
                    </a:ext>
                  </a:extLst>
                </p:cNvPr>
                <p:cNvPicPr/>
                <p:nvPr/>
              </p:nvPicPr>
              <p:blipFill>
                <a:blip r:embed="rId23"/>
                <a:stretch>
                  <a:fillRect/>
                </a:stretch>
              </p:blipFill>
              <p:spPr>
                <a:xfrm>
                  <a:off x="3630078" y="2807750"/>
                  <a:ext cx="17388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4" name="Ink 23">
                  <a:extLst>
                    <a:ext uri="{FF2B5EF4-FFF2-40B4-BE49-F238E27FC236}">
                      <a16:creationId xmlns:a16="http://schemas.microsoft.com/office/drawing/2014/main" id="{08FD7BC4-3A4D-45B1-6EB3-FCA2316F8489}"/>
                    </a:ext>
                  </a:extLst>
                </p14:cNvPr>
                <p14:cNvContentPartPr/>
                <p14:nvPr/>
              </p14:nvContentPartPr>
              <p14:xfrm>
                <a:off x="3712518" y="2568710"/>
                <a:ext cx="132120" cy="159120"/>
              </p14:xfrm>
            </p:contentPart>
          </mc:Choice>
          <mc:Fallback xmlns="">
            <p:pic>
              <p:nvPicPr>
                <p:cNvPr id="24" name="Ink 23">
                  <a:extLst>
                    <a:ext uri="{FF2B5EF4-FFF2-40B4-BE49-F238E27FC236}">
                      <a16:creationId xmlns:a16="http://schemas.microsoft.com/office/drawing/2014/main" id="{08FD7BC4-3A4D-45B1-6EB3-FCA2316F8489}"/>
                    </a:ext>
                  </a:extLst>
                </p:cNvPr>
                <p:cNvPicPr/>
                <p:nvPr/>
              </p:nvPicPr>
              <p:blipFill>
                <a:blip r:embed="rId25"/>
                <a:stretch>
                  <a:fillRect/>
                </a:stretch>
              </p:blipFill>
              <p:spPr>
                <a:xfrm>
                  <a:off x="3703878" y="2559710"/>
                  <a:ext cx="14976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6" name="Ink 25">
                  <a:extLst>
                    <a:ext uri="{FF2B5EF4-FFF2-40B4-BE49-F238E27FC236}">
                      <a16:creationId xmlns:a16="http://schemas.microsoft.com/office/drawing/2014/main" id="{B41D81B7-88EA-A46B-021F-A448915893A4}"/>
                    </a:ext>
                  </a:extLst>
                </p14:cNvPr>
                <p14:cNvContentPartPr/>
                <p14:nvPr/>
              </p14:nvContentPartPr>
              <p14:xfrm>
                <a:off x="3843918" y="2332550"/>
                <a:ext cx="65880" cy="219600"/>
              </p14:xfrm>
            </p:contentPart>
          </mc:Choice>
          <mc:Fallback xmlns="">
            <p:pic>
              <p:nvPicPr>
                <p:cNvPr id="26" name="Ink 25">
                  <a:extLst>
                    <a:ext uri="{FF2B5EF4-FFF2-40B4-BE49-F238E27FC236}">
                      <a16:creationId xmlns:a16="http://schemas.microsoft.com/office/drawing/2014/main" id="{B41D81B7-88EA-A46B-021F-A448915893A4}"/>
                    </a:ext>
                  </a:extLst>
                </p:cNvPr>
                <p:cNvPicPr/>
                <p:nvPr/>
              </p:nvPicPr>
              <p:blipFill>
                <a:blip r:embed="rId27"/>
                <a:stretch>
                  <a:fillRect/>
                </a:stretch>
              </p:blipFill>
              <p:spPr>
                <a:xfrm>
                  <a:off x="3835278" y="2323550"/>
                  <a:ext cx="8352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7" name="Ink 26">
                  <a:extLst>
                    <a:ext uri="{FF2B5EF4-FFF2-40B4-BE49-F238E27FC236}">
                      <a16:creationId xmlns:a16="http://schemas.microsoft.com/office/drawing/2014/main" id="{5F6BF63D-494C-1BA6-038B-70053BD39711}"/>
                    </a:ext>
                  </a:extLst>
                </p14:cNvPr>
                <p14:cNvContentPartPr/>
                <p14:nvPr/>
              </p14:nvContentPartPr>
              <p14:xfrm>
                <a:off x="3844278" y="2294390"/>
                <a:ext cx="189720" cy="273960"/>
              </p14:xfrm>
            </p:contentPart>
          </mc:Choice>
          <mc:Fallback xmlns="">
            <p:pic>
              <p:nvPicPr>
                <p:cNvPr id="27" name="Ink 26">
                  <a:extLst>
                    <a:ext uri="{FF2B5EF4-FFF2-40B4-BE49-F238E27FC236}">
                      <a16:creationId xmlns:a16="http://schemas.microsoft.com/office/drawing/2014/main" id="{5F6BF63D-494C-1BA6-038B-70053BD39711}"/>
                    </a:ext>
                  </a:extLst>
                </p:cNvPr>
                <p:cNvPicPr/>
                <p:nvPr/>
              </p:nvPicPr>
              <p:blipFill>
                <a:blip r:embed="rId29"/>
                <a:stretch>
                  <a:fillRect/>
                </a:stretch>
              </p:blipFill>
              <p:spPr>
                <a:xfrm>
                  <a:off x="3835278" y="2285390"/>
                  <a:ext cx="207360" cy="291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29" name="Ink 28">
                <a:extLst>
                  <a:ext uri="{FF2B5EF4-FFF2-40B4-BE49-F238E27FC236}">
                    <a16:creationId xmlns:a16="http://schemas.microsoft.com/office/drawing/2014/main" id="{D49AD716-CB70-32F0-1649-1AA0CE02332F}"/>
                  </a:ext>
                </a:extLst>
              </p14:cNvPr>
              <p14:cNvContentPartPr/>
              <p14:nvPr/>
            </p14:nvContentPartPr>
            <p14:xfrm>
              <a:off x="2804598" y="3265670"/>
              <a:ext cx="669960" cy="502560"/>
            </p14:xfrm>
          </p:contentPart>
        </mc:Choice>
        <mc:Fallback xmlns="">
          <p:pic>
            <p:nvPicPr>
              <p:cNvPr id="29" name="Ink 28">
                <a:extLst>
                  <a:ext uri="{FF2B5EF4-FFF2-40B4-BE49-F238E27FC236}">
                    <a16:creationId xmlns:a16="http://schemas.microsoft.com/office/drawing/2014/main" id="{D49AD716-CB70-32F0-1649-1AA0CE02332F}"/>
                  </a:ext>
                </a:extLst>
              </p:cNvPr>
              <p:cNvPicPr/>
              <p:nvPr/>
            </p:nvPicPr>
            <p:blipFill>
              <a:blip r:embed="rId31"/>
              <a:stretch>
                <a:fillRect/>
              </a:stretch>
            </p:blipFill>
            <p:spPr>
              <a:xfrm>
                <a:off x="2795598" y="3256670"/>
                <a:ext cx="687600" cy="520200"/>
              </a:xfrm>
              <a:prstGeom prst="rect">
                <a:avLst/>
              </a:prstGeom>
            </p:spPr>
          </p:pic>
        </mc:Fallback>
      </mc:AlternateContent>
      <p:grpSp>
        <p:nvGrpSpPr>
          <p:cNvPr id="33" name="Group 32">
            <a:extLst>
              <a:ext uri="{FF2B5EF4-FFF2-40B4-BE49-F238E27FC236}">
                <a16:creationId xmlns:a16="http://schemas.microsoft.com/office/drawing/2014/main" id="{F11BA581-8C44-9E24-F277-1C693507C040}"/>
              </a:ext>
            </a:extLst>
          </p:cNvPr>
          <p:cNvGrpSpPr/>
          <p:nvPr/>
        </p:nvGrpSpPr>
        <p:grpSpPr>
          <a:xfrm>
            <a:off x="4251438" y="837830"/>
            <a:ext cx="533520" cy="404280"/>
            <a:chOff x="4251438" y="837830"/>
            <a:chExt cx="533520" cy="404280"/>
          </a:xfrm>
        </p:grpSpPr>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90748529-4357-C266-FFDB-13ED3B1AAEA2}"/>
                    </a:ext>
                  </a:extLst>
                </p14:cNvPr>
                <p14:cNvContentPartPr/>
                <p14:nvPr/>
              </p14:nvContentPartPr>
              <p14:xfrm>
                <a:off x="4292118" y="1125470"/>
                <a:ext cx="110160" cy="3960"/>
              </p14:xfrm>
            </p:contentPart>
          </mc:Choice>
          <mc:Fallback xmlns="">
            <p:pic>
              <p:nvPicPr>
                <p:cNvPr id="30" name="Ink 29">
                  <a:extLst>
                    <a:ext uri="{FF2B5EF4-FFF2-40B4-BE49-F238E27FC236}">
                      <a16:creationId xmlns:a16="http://schemas.microsoft.com/office/drawing/2014/main" id="{90748529-4357-C266-FFDB-13ED3B1AAEA2}"/>
                    </a:ext>
                  </a:extLst>
                </p:cNvPr>
                <p:cNvPicPr/>
                <p:nvPr/>
              </p:nvPicPr>
              <p:blipFill>
                <a:blip r:embed="rId33"/>
                <a:stretch>
                  <a:fillRect/>
                </a:stretch>
              </p:blipFill>
              <p:spPr>
                <a:xfrm>
                  <a:off x="4283118" y="1116470"/>
                  <a:ext cx="1278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1" name="Ink 30">
                  <a:extLst>
                    <a:ext uri="{FF2B5EF4-FFF2-40B4-BE49-F238E27FC236}">
                      <a16:creationId xmlns:a16="http://schemas.microsoft.com/office/drawing/2014/main" id="{847DB317-F77A-0FAB-F410-0BC34542E72F}"/>
                    </a:ext>
                  </a:extLst>
                </p14:cNvPr>
                <p14:cNvContentPartPr/>
                <p14:nvPr/>
              </p14:nvContentPartPr>
              <p14:xfrm>
                <a:off x="4478238" y="970310"/>
                <a:ext cx="80280" cy="166680"/>
              </p14:xfrm>
            </p:contentPart>
          </mc:Choice>
          <mc:Fallback xmlns="">
            <p:pic>
              <p:nvPicPr>
                <p:cNvPr id="31" name="Ink 30">
                  <a:extLst>
                    <a:ext uri="{FF2B5EF4-FFF2-40B4-BE49-F238E27FC236}">
                      <a16:creationId xmlns:a16="http://schemas.microsoft.com/office/drawing/2014/main" id="{847DB317-F77A-0FAB-F410-0BC34542E72F}"/>
                    </a:ext>
                  </a:extLst>
                </p:cNvPr>
                <p:cNvPicPr/>
                <p:nvPr/>
              </p:nvPicPr>
              <p:blipFill>
                <a:blip r:embed="rId35"/>
                <a:stretch>
                  <a:fillRect/>
                </a:stretch>
              </p:blipFill>
              <p:spPr>
                <a:xfrm>
                  <a:off x="4469238" y="961310"/>
                  <a:ext cx="979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2" name="Ink 31">
                  <a:extLst>
                    <a:ext uri="{FF2B5EF4-FFF2-40B4-BE49-F238E27FC236}">
                      <a16:creationId xmlns:a16="http://schemas.microsoft.com/office/drawing/2014/main" id="{D2842E74-3D18-E749-2092-5EC4C86B5818}"/>
                    </a:ext>
                  </a:extLst>
                </p14:cNvPr>
                <p14:cNvContentPartPr/>
                <p14:nvPr/>
              </p14:nvContentPartPr>
              <p14:xfrm>
                <a:off x="4251438" y="837830"/>
                <a:ext cx="533520" cy="404280"/>
              </p14:xfrm>
            </p:contentPart>
          </mc:Choice>
          <mc:Fallback xmlns="">
            <p:pic>
              <p:nvPicPr>
                <p:cNvPr id="32" name="Ink 31">
                  <a:extLst>
                    <a:ext uri="{FF2B5EF4-FFF2-40B4-BE49-F238E27FC236}">
                      <a16:creationId xmlns:a16="http://schemas.microsoft.com/office/drawing/2014/main" id="{D2842E74-3D18-E749-2092-5EC4C86B5818}"/>
                    </a:ext>
                  </a:extLst>
                </p:cNvPr>
                <p:cNvPicPr/>
                <p:nvPr/>
              </p:nvPicPr>
              <p:blipFill>
                <a:blip r:embed="rId37"/>
                <a:stretch>
                  <a:fillRect/>
                </a:stretch>
              </p:blipFill>
              <p:spPr>
                <a:xfrm>
                  <a:off x="4242798" y="829190"/>
                  <a:ext cx="551160" cy="421920"/>
                </a:xfrm>
                <a:prstGeom prst="rect">
                  <a:avLst/>
                </a:prstGeom>
              </p:spPr>
            </p:pic>
          </mc:Fallback>
        </mc:AlternateContent>
      </p:grpSp>
      <p:grpSp>
        <p:nvGrpSpPr>
          <p:cNvPr id="38" name="Group 37">
            <a:extLst>
              <a:ext uri="{FF2B5EF4-FFF2-40B4-BE49-F238E27FC236}">
                <a16:creationId xmlns:a16="http://schemas.microsoft.com/office/drawing/2014/main" id="{0FC13A43-F56B-A42E-6224-950741F7E0D1}"/>
              </a:ext>
            </a:extLst>
          </p:cNvPr>
          <p:cNvGrpSpPr/>
          <p:nvPr/>
        </p:nvGrpSpPr>
        <p:grpSpPr>
          <a:xfrm>
            <a:off x="4364118" y="2470430"/>
            <a:ext cx="519480" cy="368280"/>
            <a:chOff x="4364118" y="2470430"/>
            <a:chExt cx="519480" cy="368280"/>
          </a:xfrm>
        </p:grpSpPr>
        <mc:AlternateContent xmlns:mc="http://schemas.openxmlformats.org/markup-compatibility/2006" xmlns:p14="http://schemas.microsoft.com/office/powerpoint/2010/main">
          <mc:Choice Requires="p14">
            <p:contentPart p14:bwMode="auto" r:id="rId38">
              <p14:nvContentPartPr>
                <p14:cNvPr id="34" name="Ink 33">
                  <a:extLst>
                    <a:ext uri="{FF2B5EF4-FFF2-40B4-BE49-F238E27FC236}">
                      <a16:creationId xmlns:a16="http://schemas.microsoft.com/office/drawing/2014/main" id="{03F84913-69A1-D02A-4FE1-7243D9954570}"/>
                    </a:ext>
                  </a:extLst>
                </p14:cNvPr>
                <p14:cNvContentPartPr/>
                <p14:nvPr/>
              </p14:nvContentPartPr>
              <p14:xfrm>
                <a:off x="4431798" y="2696510"/>
                <a:ext cx="128880" cy="360"/>
              </p14:xfrm>
            </p:contentPart>
          </mc:Choice>
          <mc:Fallback xmlns="">
            <p:pic>
              <p:nvPicPr>
                <p:cNvPr id="34" name="Ink 33">
                  <a:extLst>
                    <a:ext uri="{FF2B5EF4-FFF2-40B4-BE49-F238E27FC236}">
                      <a16:creationId xmlns:a16="http://schemas.microsoft.com/office/drawing/2014/main" id="{03F84913-69A1-D02A-4FE1-7243D9954570}"/>
                    </a:ext>
                  </a:extLst>
                </p:cNvPr>
                <p:cNvPicPr/>
                <p:nvPr/>
              </p:nvPicPr>
              <p:blipFill>
                <a:blip r:embed="rId39"/>
                <a:stretch>
                  <a:fillRect/>
                </a:stretch>
              </p:blipFill>
              <p:spPr>
                <a:xfrm>
                  <a:off x="4422798" y="2687870"/>
                  <a:ext cx="146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5" name="Ink 34">
                  <a:extLst>
                    <a:ext uri="{FF2B5EF4-FFF2-40B4-BE49-F238E27FC236}">
                      <a16:creationId xmlns:a16="http://schemas.microsoft.com/office/drawing/2014/main" id="{7DAD764B-D199-AF5D-FE3C-83D59BD2212A}"/>
                    </a:ext>
                  </a:extLst>
                </p14:cNvPr>
                <p14:cNvContentPartPr/>
                <p14:nvPr/>
              </p14:nvContentPartPr>
              <p14:xfrm>
                <a:off x="4702518" y="2574470"/>
                <a:ext cx="120600" cy="189720"/>
              </p14:xfrm>
            </p:contentPart>
          </mc:Choice>
          <mc:Fallback xmlns="">
            <p:pic>
              <p:nvPicPr>
                <p:cNvPr id="35" name="Ink 34">
                  <a:extLst>
                    <a:ext uri="{FF2B5EF4-FFF2-40B4-BE49-F238E27FC236}">
                      <a16:creationId xmlns:a16="http://schemas.microsoft.com/office/drawing/2014/main" id="{7DAD764B-D199-AF5D-FE3C-83D59BD2212A}"/>
                    </a:ext>
                  </a:extLst>
                </p:cNvPr>
                <p:cNvPicPr/>
                <p:nvPr/>
              </p:nvPicPr>
              <p:blipFill>
                <a:blip r:embed="rId41"/>
                <a:stretch>
                  <a:fillRect/>
                </a:stretch>
              </p:blipFill>
              <p:spPr>
                <a:xfrm>
                  <a:off x="4693518" y="2565830"/>
                  <a:ext cx="1382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7" name="Ink 36">
                  <a:extLst>
                    <a:ext uri="{FF2B5EF4-FFF2-40B4-BE49-F238E27FC236}">
                      <a16:creationId xmlns:a16="http://schemas.microsoft.com/office/drawing/2014/main" id="{114F524C-88F7-641B-3AC7-4294ED4ABCE4}"/>
                    </a:ext>
                  </a:extLst>
                </p14:cNvPr>
                <p14:cNvContentPartPr/>
                <p14:nvPr/>
              </p14:nvContentPartPr>
              <p14:xfrm>
                <a:off x="4364118" y="2470430"/>
                <a:ext cx="519480" cy="368280"/>
              </p14:xfrm>
            </p:contentPart>
          </mc:Choice>
          <mc:Fallback xmlns="">
            <p:pic>
              <p:nvPicPr>
                <p:cNvPr id="37" name="Ink 36">
                  <a:extLst>
                    <a:ext uri="{FF2B5EF4-FFF2-40B4-BE49-F238E27FC236}">
                      <a16:creationId xmlns:a16="http://schemas.microsoft.com/office/drawing/2014/main" id="{114F524C-88F7-641B-3AC7-4294ED4ABCE4}"/>
                    </a:ext>
                  </a:extLst>
                </p:cNvPr>
                <p:cNvPicPr/>
                <p:nvPr/>
              </p:nvPicPr>
              <p:blipFill>
                <a:blip r:embed="rId43"/>
                <a:stretch>
                  <a:fillRect/>
                </a:stretch>
              </p:blipFill>
              <p:spPr>
                <a:xfrm>
                  <a:off x="4355118" y="2461430"/>
                  <a:ext cx="537120" cy="385920"/>
                </a:xfrm>
                <a:prstGeom prst="rect">
                  <a:avLst/>
                </a:prstGeom>
              </p:spPr>
            </p:pic>
          </mc:Fallback>
        </mc:AlternateContent>
      </p:grpSp>
      <p:grpSp>
        <p:nvGrpSpPr>
          <p:cNvPr id="45" name="Group 44">
            <a:extLst>
              <a:ext uri="{FF2B5EF4-FFF2-40B4-BE49-F238E27FC236}">
                <a16:creationId xmlns:a16="http://schemas.microsoft.com/office/drawing/2014/main" id="{62849DFB-6891-23CD-EB8F-2A5412805754}"/>
              </a:ext>
            </a:extLst>
          </p:cNvPr>
          <p:cNvGrpSpPr/>
          <p:nvPr/>
        </p:nvGrpSpPr>
        <p:grpSpPr>
          <a:xfrm>
            <a:off x="2418318" y="4058390"/>
            <a:ext cx="524880" cy="304560"/>
            <a:chOff x="2418318" y="4058390"/>
            <a:chExt cx="524880" cy="304560"/>
          </a:xfrm>
        </p:grpSpPr>
        <mc:AlternateContent xmlns:mc="http://schemas.openxmlformats.org/markup-compatibility/2006" xmlns:p14="http://schemas.microsoft.com/office/powerpoint/2010/main">
          <mc:Choice Requires="p14">
            <p:contentPart p14:bwMode="auto" r:id="rId44">
              <p14:nvContentPartPr>
                <p14:cNvPr id="39" name="Ink 38">
                  <a:extLst>
                    <a:ext uri="{FF2B5EF4-FFF2-40B4-BE49-F238E27FC236}">
                      <a16:creationId xmlns:a16="http://schemas.microsoft.com/office/drawing/2014/main" id="{01A06DC4-7818-5506-6B45-6C10E1C88D8E}"/>
                    </a:ext>
                  </a:extLst>
                </p14:cNvPr>
                <p14:cNvContentPartPr/>
                <p14:nvPr/>
              </p14:nvContentPartPr>
              <p14:xfrm>
                <a:off x="2418318" y="4121390"/>
                <a:ext cx="73440" cy="241560"/>
              </p14:xfrm>
            </p:contentPart>
          </mc:Choice>
          <mc:Fallback xmlns="">
            <p:pic>
              <p:nvPicPr>
                <p:cNvPr id="39" name="Ink 38">
                  <a:extLst>
                    <a:ext uri="{FF2B5EF4-FFF2-40B4-BE49-F238E27FC236}">
                      <a16:creationId xmlns:a16="http://schemas.microsoft.com/office/drawing/2014/main" id="{01A06DC4-7818-5506-6B45-6C10E1C88D8E}"/>
                    </a:ext>
                  </a:extLst>
                </p:cNvPr>
                <p:cNvPicPr/>
                <p:nvPr/>
              </p:nvPicPr>
              <p:blipFill>
                <a:blip r:embed="rId45"/>
                <a:stretch>
                  <a:fillRect/>
                </a:stretch>
              </p:blipFill>
              <p:spPr>
                <a:xfrm>
                  <a:off x="2409678" y="4112390"/>
                  <a:ext cx="910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40" name="Ink 39">
                  <a:extLst>
                    <a:ext uri="{FF2B5EF4-FFF2-40B4-BE49-F238E27FC236}">
                      <a16:creationId xmlns:a16="http://schemas.microsoft.com/office/drawing/2014/main" id="{FB2A11E7-6798-C3DD-001B-9E71B88937FE}"/>
                    </a:ext>
                  </a:extLst>
                </p14:cNvPr>
                <p14:cNvContentPartPr/>
                <p14:nvPr/>
              </p14:nvContentPartPr>
              <p14:xfrm>
                <a:off x="2519118" y="4133270"/>
                <a:ext cx="96120" cy="170280"/>
              </p14:xfrm>
            </p:contentPart>
          </mc:Choice>
          <mc:Fallback xmlns="">
            <p:pic>
              <p:nvPicPr>
                <p:cNvPr id="40" name="Ink 39">
                  <a:extLst>
                    <a:ext uri="{FF2B5EF4-FFF2-40B4-BE49-F238E27FC236}">
                      <a16:creationId xmlns:a16="http://schemas.microsoft.com/office/drawing/2014/main" id="{FB2A11E7-6798-C3DD-001B-9E71B88937FE}"/>
                    </a:ext>
                  </a:extLst>
                </p:cNvPr>
                <p:cNvPicPr/>
                <p:nvPr/>
              </p:nvPicPr>
              <p:blipFill>
                <a:blip r:embed="rId47"/>
                <a:stretch>
                  <a:fillRect/>
                </a:stretch>
              </p:blipFill>
              <p:spPr>
                <a:xfrm>
                  <a:off x="2510118" y="4124270"/>
                  <a:ext cx="11376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1" name="Ink 40">
                  <a:extLst>
                    <a:ext uri="{FF2B5EF4-FFF2-40B4-BE49-F238E27FC236}">
                      <a16:creationId xmlns:a16="http://schemas.microsoft.com/office/drawing/2014/main" id="{0F1F49DE-EFCD-D10A-64D4-08097B7C083E}"/>
                    </a:ext>
                  </a:extLst>
                </p14:cNvPr>
                <p14:cNvContentPartPr/>
                <p14:nvPr/>
              </p14:nvContentPartPr>
              <p14:xfrm>
                <a:off x="2509758" y="4217510"/>
                <a:ext cx="59040" cy="9360"/>
              </p14:xfrm>
            </p:contentPart>
          </mc:Choice>
          <mc:Fallback xmlns="">
            <p:pic>
              <p:nvPicPr>
                <p:cNvPr id="41" name="Ink 40">
                  <a:extLst>
                    <a:ext uri="{FF2B5EF4-FFF2-40B4-BE49-F238E27FC236}">
                      <a16:creationId xmlns:a16="http://schemas.microsoft.com/office/drawing/2014/main" id="{0F1F49DE-EFCD-D10A-64D4-08097B7C083E}"/>
                    </a:ext>
                  </a:extLst>
                </p:cNvPr>
                <p:cNvPicPr/>
                <p:nvPr/>
              </p:nvPicPr>
              <p:blipFill>
                <a:blip r:embed="rId49"/>
                <a:stretch>
                  <a:fillRect/>
                </a:stretch>
              </p:blipFill>
              <p:spPr>
                <a:xfrm>
                  <a:off x="2501118" y="4208510"/>
                  <a:ext cx="7668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3" name="Ink 42">
                  <a:extLst>
                    <a:ext uri="{FF2B5EF4-FFF2-40B4-BE49-F238E27FC236}">
                      <a16:creationId xmlns:a16="http://schemas.microsoft.com/office/drawing/2014/main" id="{C6213B85-5692-8D1F-2CD1-F068E718D920}"/>
                    </a:ext>
                  </a:extLst>
                </p14:cNvPr>
                <p14:cNvContentPartPr/>
                <p14:nvPr/>
              </p14:nvContentPartPr>
              <p14:xfrm>
                <a:off x="2780478" y="4083590"/>
                <a:ext cx="360" cy="156600"/>
              </p14:xfrm>
            </p:contentPart>
          </mc:Choice>
          <mc:Fallback xmlns="">
            <p:pic>
              <p:nvPicPr>
                <p:cNvPr id="43" name="Ink 42">
                  <a:extLst>
                    <a:ext uri="{FF2B5EF4-FFF2-40B4-BE49-F238E27FC236}">
                      <a16:creationId xmlns:a16="http://schemas.microsoft.com/office/drawing/2014/main" id="{C6213B85-5692-8D1F-2CD1-F068E718D920}"/>
                    </a:ext>
                  </a:extLst>
                </p:cNvPr>
                <p:cNvPicPr/>
                <p:nvPr/>
              </p:nvPicPr>
              <p:blipFill>
                <a:blip r:embed="rId51"/>
                <a:stretch>
                  <a:fillRect/>
                </a:stretch>
              </p:blipFill>
              <p:spPr>
                <a:xfrm>
                  <a:off x="2771838" y="4074950"/>
                  <a:ext cx="180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4" name="Ink 43">
                  <a:extLst>
                    <a:ext uri="{FF2B5EF4-FFF2-40B4-BE49-F238E27FC236}">
                      <a16:creationId xmlns:a16="http://schemas.microsoft.com/office/drawing/2014/main" id="{B8BC175E-340A-4EC1-FBD5-E91EEFA94306}"/>
                    </a:ext>
                  </a:extLst>
                </p14:cNvPr>
                <p14:cNvContentPartPr/>
                <p14:nvPr/>
              </p14:nvContentPartPr>
              <p14:xfrm>
                <a:off x="2744838" y="4058390"/>
                <a:ext cx="198360" cy="243720"/>
              </p14:xfrm>
            </p:contentPart>
          </mc:Choice>
          <mc:Fallback xmlns="">
            <p:pic>
              <p:nvPicPr>
                <p:cNvPr id="44" name="Ink 43">
                  <a:extLst>
                    <a:ext uri="{FF2B5EF4-FFF2-40B4-BE49-F238E27FC236}">
                      <a16:creationId xmlns:a16="http://schemas.microsoft.com/office/drawing/2014/main" id="{B8BC175E-340A-4EC1-FBD5-E91EEFA94306}"/>
                    </a:ext>
                  </a:extLst>
                </p:cNvPr>
                <p:cNvPicPr/>
                <p:nvPr/>
              </p:nvPicPr>
              <p:blipFill>
                <a:blip r:embed="rId53"/>
                <a:stretch>
                  <a:fillRect/>
                </a:stretch>
              </p:blipFill>
              <p:spPr>
                <a:xfrm>
                  <a:off x="2735838" y="4049750"/>
                  <a:ext cx="216000" cy="261360"/>
                </a:xfrm>
                <a:prstGeom prst="rect">
                  <a:avLst/>
                </a:prstGeom>
              </p:spPr>
            </p:pic>
          </mc:Fallback>
        </mc:AlternateContent>
      </p:grpSp>
      <p:grpSp>
        <p:nvGrpSpPr>
          <p:cNvPr id="49" name="Group 48">
            <a:extLst>
              <a:ext uri="{FF2B5EF4-FFF2-40B4-BE49-F238E27FC236}">
                <a16:creationId xmlns:a16="http://schemas.microsoft.com/office/drawing/2014/main" id="{E9FD1B10-4CE3-3834-F637-D548D2B141E4}"/>
              </a:ext>
            </a:extLst>
          </p:cNvPr>
          <p:cNvGrpSpPr/>
          <p:nvPr/>
        </p:nvGrpSpPr>
        <p:grpSpPr>
          <a:xfrm>
            <a:off x="3201318" y="3759590"/>
            <a:ext cx="231120" cy="517320"/>
            <a:chOff x="3201318" y="3759590"/>
            <a:chExt cx="231120" cy="517320"/>
          </a:xfrm>
        </p:grpSpPr>
        <mc:AlternateContent xmlns:mc="http://schemas.openxmlformats.org/markup-compatibility/2006" xmlns:p14="http://schemas.microsoft.com/office/powerpoint/2010/main">
          <mc:Choice Requires="p14">
            <p:contentPart p14:bwMode="auto" r:id="rId54">
              <p14:nvContentPartPr>
                <p14:cNvPr id="46" name="Ink 45">
                  <a:extLst>
                    <a:ext uri="{FF2B5EF4-FFF2-40B4-BE49-F238E27FC236}">
                      <a16:creationId xmlns:a16="http://schemas.microsoft.com/office/drawing/2014/main" id="{C73DD138-84FC-22BC-38CC-633706DA13D6}"/>
                    </a:ext>
                  </a:extLst>
                </p14:cNvPr>
                <p14:cNvContentPartPr/>
                <p14:nvPr/>
              </p14:nvContentPartPr>
              <p14:xfrm>
                <a:off x="3227598" y="4055510"/>
                <a:ext cx="34560" cy="221400"/>
              </p14:xfrm>
            </p:contentPart>
          </mc:Choice>
          <mc:Fallback xmlns="">
            <p:pic>
              <p:nvPicPr>
                <p:cNvPr id="46" name="Ink 45">
                  <a:extLst>
                    <a:ext uri="{FF2B5EF4-FFF2-40B4-BE49-F238E27FC236}">
                      <a16:creationId xmlns:a16="http://schemas.microsoft.com/office/drawing/2014/main" id="{C73DD138-84FC-22BC-38CC-633706DA13D6}"/>
                    </a:ext>
                  </a:extLst>
                </p:cNvPr>
                <p:cNvPicPr/>
                <p:nvPr/>
              </p:nvPicPr>
              <p:blipFill>
                <a:blip r:embed="rId55"/>
                <a:stretch>
                  <a:fillRect/>
                </a:stretch>
              </p:blipFill>
              <p:spPr>
                <a:xfrm>
                  <a:off x="3218598" y="4046510"/>
                  <a:ext cx="5220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7" name="Ink 46">
                  <a:extLst>
                    <a:ext uri="{FF2B5EF4-FFF2-40B4-BE49-F238E27FC236}">
                      <a16:creationId xmlns:a16="http://schemas.microsoft.com/office/drawing/2014/main" id="{94D9E9D0-DED6-832C-B014-02BE805AC21C}"/>
                    </a:ext>
                  </a:extLst>
                </p14:cNvPr>
                <p14:cNvContentPartPr/>
                <p14:nvPr/>
              </p14:nvContentPartPr>
              <p14:xfrm>
                <a:off x="3201318" y="4039670"/>
                <a:ext cx="159120" cy="220680"/>
              </p14:xfrm>
            </p:contentPart>
          </mc:Choice>
          <mc:Fallback xmlns="">
            <p:pic>
              <p:nvPicPr>
                <p:cNvPr id="47" name="Ink 46">
                  <a:extLst>
                    <a:ext uri="{FF2B5EF4-FFF2-40B4-BE49-F238E27FC236}">
                      <a16:creationId xmlns:a16="http://schemas.microsoft.com/office/drawing/2014/main" id="{94D9E9D0-DED6-832C-B014-02BE805AC21C}"/>
                    </a:ext>
                  </a:extLst>
                </p:cNvPr>
                <p:cNvPicPr/>
                <p:nvPr/>
              </p:nvPicPr>
              <p:blipFill>
                <a:blip r:embed="rId57"/>
                <a:stretch>
                  <a:fillRect/>
                </a:stretch>
              </p:blipFill>
              <p:spPr>
                <a:xfrm>
                  <a:off x="3192318" y="4031030"/>
                  <a:ext cx="176760" cy="238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8" name="Ink 47">
                  <a:extLst>
                    <a:ext uri="{FF2B5EF4-FFF2-40B4-BE49-F238E27FC236}">
                      <a16:creationId xmlns:a16="http://schemas.microsoft.com/office/drawing/2014/main" id="{08EC0930-2D9B-530A-1A37-E78211AE27EE}"/>
                    </a:ext>
                  </a:extLst>
                </p14:cNvPr>
                <p14:cNvContentPartPr/>
                <p14:nvPr/>
              </p14:nvContentPartPr>
              <p14:xfrm>
                <a:off x="3207438" y="3759590"/>
                <a:ext cx="225000" cy="199800"/>
              </p14:xfrm>
            </p:contentPart>
          </mc:Choice>
          <mc:Fallback xmlns="">
            <p:pic>
              <p:nvPicPr>
                <p:cNvPr id="48" name="Ink 47">
                  <a:extLst>
                    <a:ext uri="{FF2B5EF4-FFF2-40B4-BE49-F238E27FC236}">
                      <a16:creationId xmlns:a16="http://schemas.microsoft.com/office/drawing/2014/main" id="{08EC0930-2D9B-530A-1A37-E78211AE27EE}"/>
                    </a:ext>
                  </a:extLst>
                </p:cNvPr>
                <p:cNvPicPr/>
                <p:nvPr/>
              </p:nvPicPr>
              <p:blipFill>
                <a:blip r:embed="rId59"/>
                <a:stretch>
                  <a:fillRect/>
                </a:stretch>
              </p:blipFill>
              <p:spPr>
                <a:xfrm>
                  <a:off x="3198798" y="3750590"/>
                  <a:ext cx="242640" cy="217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50" name="Ink 49">
                <a:extLst>
                  <a:ext uri="{FF2B5EF4-FFF2-40B4-BE49-F238E27FC236}">
                    <a16:creationId xmlns:a16="http://schemas.microsoft.com/office/drawing/2014/main" id="{2BD3A018-9EE0-21A4-450D-11B30C18EC1F}"/>
                  </a:ext>
                </a:extLst>
              </p14:cNvPr>
              <p14:cNvContentPartPr/>
              <p14:nvPr/>
            </p14:nvContentPartPr>
            <p14:xfrm>
              <a:off x="3776238" y="3899990"/>
              <a:ext cx="176400" cy="142920"/>
            </p14:xfrm>
          </p:contentPart>
        </mc:Choice>
        <mc:Fallback xmlns="">
          <p:pic>
            <p:nvPicPr>
              <p:cNvPr id="50" name="Ink 49">
                <a:extLst>
                  <a:ext uri="{FF2B5EF4-FFF2-40B4-BE49-F238E27FC236}">
                    <a16:creationId xmlns:a16="http://schemas.microsoft.com/office/drawing/2014/main" id="{2BD3A018-9EE0-21A4-450D-11B30C18EC1F}"/>
                  </a:ext>
                </a:extLst>
              </p:cNvPr>
              <p:cNvPicPr/>
              <p:nvPr/>
            </p:nvPicPr>
            <p:blipFill>
              <a:blip r:embed="rId61"/>
              <a:stretch>
                <a:fillRect/>
              </a:stretch>
            </p:blipFill>
            <p:spPr>
              <a:xfrm>
                <a:off x="3767598" y="3890990"/>
                <a:ext cx="194040" cy="160560"/>
              </a:xfrm>
              <a:prstGeom prst="rect">
                <a:avLst/>
              </a:prstGeom>
            </p:spPr>
          </p:pic>
        </mc:Fallback>
      </mc:AlternateContent>
      <p:grpSp>
        <p:nvGrpSpPr>
          <p:cNvPr id="54" name="Group 53">
            <a:extLst>
              <a:ext uri="{FF2B5EF4-FFF2-40B4-BE49-F238E27FC236}">
                <a16:creationId xmlns:a16="http://schemas.microsoft.com/office/drawing/2014/main" id="{0B4F4D73-4BD1-6985-6A83-85E850E97126}"/>
              </a:ext>
            </a:extLst>
          </p:cNvPr>
          <p:cNvGrpSpPr/>
          <p:nvPr/>
        </p:nvGrpSpPr>
        <p:grpSpPr>
          <a:xfrm>
            <a:off x="3767238" y="3666350"/>
            <a:ext cx="496440" cy="410040"/>
            <a:chOff x="3767238" y="3666350"/>
            <a:chExt cx="496440" cy="410040"/>
          </a:xfrm>
        </p:grpSpPr>
        <mc:AlternateContent xmlns:mc="http://schemas.openxmlformats.org/markup-compatibility/2006" xmlns:p14="http://schemas.microsoft.com/office/powerpoint/2010/main">
          <mc:Choice Requires="p14">
            <p:contentPart p14:bwMode="auto" r:id="rId62">
              <p14:nvContentPartPr>
                <p14:cNvPr id="51" name="Ink 50">
                  <a:extLst>
                    <a:ext uri="{FF2B5EF4-FFF2-40B4-BE49-F238E27FC236}">
                      <a16:creationId xmlns:a16="http://schemas.microsoft.com/office/drawing/2014/main" id="{878C0195-E993-9502-4B33-AEA717A88EFB}"/>
                    </a:ext>
                  </a:extLst>
                </p14:cNvPr>
                <p14:cNvContentPartPr/>
                <p14:nvPr/>
              </p14:nvContentPartPr>
              <p14:xfrm>
                <a:off x="3795318" y="3965150"/>
                <a:ext cx="168480" cy="20160"/>
              </p14:xfrm>
            </p:contentPart>
          </mc:Choice>
          <mc:Fallback xmlns="">
            <p:pic>
              <p:nvPicPr>
                <p:cNvPr id="51" name="Ink 50">
                  <a:extLst>
                    <a:ext uri="{FF2B5EF4-FFF2-40B4-BE49-F238E27FC236}">
                      <a16:creationId xmlns:a16="http://schemas.microsoft.com/office/drawing/2014/main" id="{878C0195-E993-9502-4B33-AEA717A88EFB}"/>
                    </a:ext>
                  </a:extLst>
                </p:cNvPr>
                <p:cNvPicPr/>
                <p:nvPr/>
              </p:nvPicPr>
              <p:blipFill>
                <a:blip r:embed="rId63"/>
                <a:stretch>
                  <a:fillRect/>
                </a:stretch>
              </p:blipFill>
              <p:spPr>
                <a:xfrm>
                  <a:off x="3786678" y="3956150"/>
                  <a:ext cx="1861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2" name="Ink 51">
                  <a:extLst>
                    <a:ext uri="{FF2B5EF4-FFF2-40B4-BE49-F238E27FC236}">
                      <a16:creationId xmlns:a16="http://schemas.microsoft.com/office/drawing/2014/main" id="{F53B4719-FB8A-3138-9854-A5CA10555AC8}"/>
                    </a:ext>
                  </a:extLst>
                </p14:cNvPr>
                <p14:cNvContentPartPr/>
                <p14:nvPr/>
              </p14:nvContentPartPr>
              <p14:xfrm>
                <a:off x="4003038" y="3818990"/>
                <a:ext cx="55080" cy="167760"/>
              </p14:xfrm>
            </p:contentPart>
          </mc:Choice>
          <mc:Fallback xmlns="">
            <p:pic>
              <p:nvPicPr>
                <p:cNvPr id="52" name="Ink 51">
                  <a:extLst>
                    <a:ext uri="{FF2B5EF4-FFF2-40B4-BE49-F238E27FC236}">
                      <a16:creationId xmlns:a16="http://schemas.microsoft.com/office/drawing/2014/main" id="{F53B4719-FB8A-3138-9854-A5CA10555AC8}"/>
                    </a:ext>
                  </a:extLst>
                </p:cNvPr>
                <p:cNvPicPr/>
                <p:nvPr/>
              </p:nvPicPr>
              <p:blipFill>
                <a:blip r:embed="rId65"/>
                <a:stretch>
                  <a:fillRect/>
                </a:stretch>
              </p:blipFill>
              <p:spPr>
                <a:xfrm>
                  <a:off x="3994038" y="3809990"/>
                  <a:ext cx="727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3" name="Ink 52">
                  <a:extLst>
                    <a:ext uri="{FF2B5EF4-FFF2-40B4-BE49-F238E27FC236}">
                      <a16:creationId xmlns:a16="http://schemas.microsoft.com/office/drawing/2014/main" id="{96F81723-A5C4-9673-3FDE-2181646B3A17}"/>
                    </a:ext>
                  </a:extLst>
                </p14:cNvPr>
                <p14:cNvContentPartPr/>
                <p14:nvPr/>
              </p14:nvContentPartPr>
              <p14:xfrm>
                <a:off x="3767238" y="3666350"/>
                <a:ext cx="496440" cy="410040"/>
              </p14:xfrm>
            </p:contentPart>
          </mc:Choice>
          <mc:Fallback xmlns="">
            <p:pic>
              <p:nvPicPr>
                <p:cNvPr id="53" name="Ink 52">
                  <a:extLst>
                    <a:ext uri="{FF2B5EF4-FFF2-40B4-BE49-F238E27FC236}">
                      <a16:creationId xmlns:a16="http://schemas.microsoft.com/office/drawing/2014/main" id="{96F81723-A5C4-9673-3FDE-2181646B3A17}"/>
                    </a:ext>
                  </a:extLst>
                </p:cNvPr>
                <p:cNvPicPr/>
                <p:nvPr/>
              </p:nvPicPr>
              <p:blipFill>
                <a:blip r:embed="rId67"/>
                <a:stretch>
                  <a:fillRect/>
                </a:stretch>
              </p:blipFill>
              <p:spPr>
                <a:xfrm>
                  <a:off x="3758598" y="3657350"/>
                  <a:ext cx="514080" cy="427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8">
            <p14:nvContentPartPr>
              <p14:cNvPr id="56" name="Ink 55">
                <a:extLst>
                  <a:ext uri="{FF2B5EF4-FFF2-40B4-BE49-F238E27FC236}">
                    <a16:creationId xmlns:a16="http://schemas.microsoft.com/office/drawing/2014/main" id="{552C202E-887D-E3D6-7FE8-DC1BD88CAE44}"/>
                  </a:ext>
                </a:extLst>
              </p14:cNvPr>
              <p14:cNvContentPartPr/>
              <p14:nvPr/>
            </p14:nvContentPartPr>
            <p14:xfrm>
              <a:off x="2677878" y="4599830"/>
              <a:ext cx="186840" cy="326880"/>
            </p14:xfrm>
          </p:contentPart>
        </mc:Choice>
        <mc:Fallback xmlns="">
          <p:pic>
            <p:nvPicPr>
              <p:cNvPr id="56" name="Ink 55">
                <a:extLst>
                  <a:ext uri="{FF2B5EF4-FFF2-40B4-BE49-F238E27FC236}">
                    <a16:creationId xmlns:a16="http://schemas.microsoft.com/office/drawing/2014/main" id="{552C202E-887D-E3D6-7FE8-DC1BD88CAE44}"/>
                  </a:ext>
                </a:extLst>
              </p:cNvPr>
              <p:cNvPicPr/>
              <p:nvPr/>
            </p:nvPicPr>
            <p:blipFill>
              <a:blip r:embed="rId69"/>
              <a:stretch>
                <a:fillRect/>
              </a:stretch>
            </p:blipFill>
            <p:spPr>
              <a:xfrm>
                <a:off x="2668878" y="4591190"/>
                <a:ext cx="20448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7" name="Ink 56">
                <a:extLst>
                  <a:ext uri="{FF2B5EF4-FFF2-40B4-BE49-F238E27FC236}">
                    <a16:creationId xmlns:a16="http://schemas.microsoft.com/office/drawing/2014/main" id="{3C7FD74D-41A1-6662-6F8F-0EA5EC2F55FB}"/>
                  </a:ext>
                </a:extLst>
              </p14:cNvPr>
              <p14:cNvContentPartPr/>
              <p14:nvPr/>
            </p14:nvContentPartPr>
            <p14:xfrm>
              <a:off x="2323278" y="5113190"/>
              <a:ext cx="360" cy="360"/>
            </p14:xfrm>
          </p:contentPart>
        </mc:Choice>
        <mc:Fallback xmlns="">
          <p:pic>
            <p:nvPicPr>
              <p:cNvPr id="57" name="Ink 56">
                <a:extLst>
                  <a:ext uri="{FF2B5EF4-FFF2-40B4-BE49-F238E27FC236}">
                    <a16:creationId xmlns:a16="http://schemas.microsoft.com/office/drawing/2014/main" id="{3C7FD74D-41A1-6662-6F8F-0EA5EC2F55FB}"/>
                  </a:ext>
                </a:extLst>
              </p:cNvPr>
              <p:cNvPicPr/>
              <p:nvPr/>
            </p:nvPicPr>
            <p:blipFill>
              <a:blip r:embed="rId71"/>
              <a:stretch>
                <a:fillRect/>
              </a:stretch>
            </p:blipFill>
            <p:spPr>
              <a:xfrm>
                <a:off x="2314638" y="5104190"/>
                <a:ext cx="18000" cy="18000"/>
              </a:xfrm>
              <a:prstGeom prst="rect">
                <a:avLst/>
              </a:prstGeom>
            </p:spPr>
          </p:pic>
        </mc:Fallback>
      </mc:AlternateContent>
      <p:grpSp>
        <p:nvGrpSpPr>
          <p:cNvPr id="64" name="Group 63">
            <a:extLst>
              <a:ext uri="{FF2B5EF4-FFF2-40B4-BE49-F238E27FC236}">
                <a16:creationId xmlns:a16="http://schemas.microsoft.com/office/drawing/2014/main" id="{8392A364-2014-6ED0-52BD-24725AC07B9A}"/>
              </a:ext>
            </a:extLst>
          </p:cNvPr>
          <p:cNvGrpSpPr/>
          <p:nvPr/>
        </p:nvGrpSpPr>
        <p:grpSpPr>
          <a:xfrm>
            <a:off x="2195478" y="5156750"/>
            <a:ext cx="193320" cy="213120"/>
            <a:chOff x="2195478" y="5156750"/>
            <a:chExt cx="193320" cy="213120"/>
          </a:xfrm>
        </p:grpSpPr>
        <mc:AlternateContent xmlns:mc="http://schemas.openxmlformats.org/markup-compatibility/2006" xmlns:p14="http://schemas.microsoft.com/office/powerpoint/2010/main">
          <mc:Choice Requires="p14">
            <p:contentPart p14:bwMode="auto" r:id="rId72">
              <p14:nvContentPartPr>
                <p14:cNvPr id="58" name="Ink 57">
                  <a:extLst>
                    <a:ext uri="{FF2B5EF4-FFF2-40B4-BE49-F238E27FC236}">
                      <a16:creationId xmlns:a16="http://schemas.microsoft.com/office/drawing/2014/main" id="{54F19F0D-316F-2D80-9F79-9AA37A40E4DB}"/>
                    </a:ext>
                  </a:extLst>
                </p14:cNvPr>
                <p14:cNvContentPartPr/>
                <p14:nvPr/>
              </p14:nvContentPartPr>
              <p14:xfrm>
                <a:off x="2195478" y="5159630"/>
                <a:ext cx="109440" cy="210240"/>
              </p14:xfrm>
            </p:contentPart>
          </mc:Choice>
          <mc:Fallback xmlns="">
            <p:pic>
              <p:nvPicPr>
                <p:cNvPr id="58" name="Ink 57">
                  <a:extLst>
                    <a:ext uri="{FF2B5EF4-FFF2-40B4-BE49-F238E27FC236}">
                      <a16:creationId xmlns:a16="http://schemas.microsoft.com/office/drawing/2014/main" id="{54F19F0D-316F-2D80-9F79-9AA37A40E4DB}"/>
                    </a:ext>
                  </a:extLst>
                </p:cNvPr>
                <p:cNvPicPr/>
                <p:nvPr/>
              </p:nvPicPr>
              <p:blipFill>
                <a:blip r:embed="rId73"/>
                <a:stretch>
                  <a:fillRect/>
                </a:stretch>
              </p:blipFill>
              <p:spPr>
                <a:xfrm>
                  <a:off x="2186478" y="5150630"/>
                  <a:ext cx="1270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59" name="Ink 58">
                  <a:extLst>
                    <a:ext uri="{FF2B5EF4-FFF2-40B4-BE49-F238E27FC236}">
                      <a16:creationId xmlns:a16="http://schemas.microsoft.com/office/drawing/2014/main" id="{C144D42A-AE43-E875-8C60-AD165054AC30}"/>
                    </a:ext>
                  </a:extLst>
                </p14:cNvPr>
                <p14:cNvContentPartPr/>
                <p14:nvPr/>
              </p14:nvContentPartPr>
              <p14:xfrm>
                <a:off x="2295198" y="5156750"/>
                <a:ext cx="93600" cy="194760"/>
              </p14:xfrm>
            </p:contentPart>
          </mc:Choice>
          <mc:Fallback xmlns="">
            <p:pic>
              <p:nvPicPr>
                <p:cNvPr id="59" name="Ink 58">
                  <a:extLst>
                    <a:ext uri="{FF2B5EF4-FFF2-40B4-BE49-F238E27FC236}">
                      <a16:creationId xmlns:a16="http://schemas.microsoft.com/office/drawing/2014/main" id="{C144D42A-AE43-E875-8C60-AD165054AC30}"/>
                    </a:ext>
                  </a:extLst>
                </p:cNvPr>
                <p:cNvPicPr/>
                <p:nvPr/>
              </p:nvPicPr>
              <p:blipFill>
                <a:blip r:embed="rId75"/>
                <a:stretch>
                  <a:fillRect/>
                </a:stretch>
              </p:blipFill>
              <p:spPr>
                <a:xfrm>
                  <a:off x="2286198" y="5147750"/>
                  <a:ext cx="11124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0" name="Ink 59">
                  <a:extLst>
                    <a:ext uri="{FF2B5EF4-FFF2-40B4-BE49-F238E27FC236}">
                      <a16:creationId xmlns:a16="http://schemas.microsoft.com/office/drawing/2014/main" id="{1E68E62F-629E-742E-AAF6-756C091F3500}"/>
                    </a:ext>
                  </a:extLst>
                </p14:cNvPr>
                <p14:cNvContentPartPr/>
                <p14:nvPr/>
              </p14:nvContentPartPr>
              <p14:xfrm>
                <a:off x="2285838" y="5299670"/>
                <a:ext cx="91800" cy="360"/>
              </p14:xfrm>
            </p:contentPart>
          </mc:Choice>
          <mc:Fallback xmlns="">
            <p:pic>
              <p:nvPicPr>
                <p:cNvPr id="60" name="Ink 59">
                  <a:extLst>
                    <a:ext uri="{FF2B5EF4-FFF2-40B4-BE49-F238E27FC236}">
                      <a16:creationId xmlns:a16="http://schemas.microsoft.com/office/drawing/2014/main" id="{1E68E62F-629E-742E-AAF6-756C091F3500}"/>
                    </a:ext>
                  </a:extLst>
                </p:cNvPr>
                <p:cNvPicPr/>
                <p:nvPr/>
              </p:nvPicPr>
              <p:blipFill>
                <a:blip r:embed="rId77"/>
                <a:stretch>
                  <a:fillRect/>
                </a:stretch>
              </p:blipFill>
              <p:spPr>
                <a:xfrm>
                  <a:off x="2277198" y="5290670"/>
                  <a:ext cx="109440" cy="18000"/>
                </a:xfrm>
                <a:prstGeom prst="rect">
                  <a:avLst/>
                </a:prstGeom>
              </p:spPr>
            </p:pic>
          </mc:Fallback>
        </mc:AlternateContent>
      </p:grpSp>
      <p:grpSp>
        <p:nvGrpSpPr>
          <p:cNvPr id="63" name="Group 62">
            <a:extLst>
              <a:ext uri="{FF2B5EF4-FFF2-40B4-BE49-F238E27FC236}">
                <a16:creationId xmlns:a16="http://schemas.microsoft.com/office/drawing/2014/main" id="{248E7999-009C-CC16-3499-08613924D90F}"/>
              </a:ext>
            </a:extLst>
          </p:cNvPr>
          <p:cNvGrpSpPr/>
          <p:nvPr/>
        </p:nvGrpSpPr>
        <p:grpSpPr>
          <a:xfrm>
            <a:off x="2668518" y="5125790"/>
            <a:ext cx="153360" cy="252720"/>
            <a:chOff x="2668518" y="5125790"/>
            <a:chExt cx="153360" cy="252720"/>
          </a:xfrm>
        </p:grpSpPr>
        <mc:AlternateContent xmlns:mc="http://schemas.openxmlformats.org/markup-compatibility/2006" xmlns:p14="http://schemas.microsoft.com/office/powerpoint/2010/main">
          <mc:Choice Requires="p14">
            <p:contentPart p14:bwMode="auto" r:id="rId78">
              <p14:nvContentPartPr>
                <p14:cNvPr id="61" name="Ink 60">
                  <a:extLst>
                    <a:ext uri="{FF2B5EF4-FFF2-40B4-BE49-F238E27FC236}">
                      <a16:creationId xmlns:a16="http://schemas.microsoft.com/office/drawing/2014/main" id="{0C369F95-FCE7-A538-DA43-209E8ED79DB2}"/>
                    </a:ext>
                  </a:extLst>
                </p14:cNvPr>
                <p14:cNvContentPartPr/>
                <p14:nvPr/>
              </p14:nvContentPartPr>
              <p14:xfrm>
                <a:off x="2668518" y="5155670"/>
                <a:ext cx="360" cy="190440"/>
              </p14:xfrm>
            </p:contentPart>
          </mc:Choice>
          <mc:Fallback xmlns="">
            <p:pic>
              <p:nvPicPr>
                <p:cNvPr id="61" name="Ink 60">
                  <a:extLst>
                    <a:ext uri="{FF2B5EF4-FFF2-40B4-BE49-F238E27FC236}">
                      <a16:creationId xmlns:a16="http://schemas.microsoft.com/office/drawing/2014/main" id="{0C369F95-FCE7-A538-DA43-209E8ED79DB2}"/>
                    </a:ext>
                  </a:extLst>
                </p:cNvPr>
                <p:cNvPicPr/>
                <p:nvPr/>
              </p:nvPicPr>
              <p:blipFill>
                <a:blip r:embed="rId79"/>
                <a:stretch>
                  <a:fillRect/>
                </a:stretch>
              </p:blipFill>
              <p:spPr>
                <a:xfrm>
                  <a:off x="2659878" y="5146670"/>
                  <a:ext cx="1800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2" name="Ink 61">
                  <a:extLst>
                    <a:ext uri="{FF2B5EF4-FFF2-40B4-BE49-F238E27FC236}">
                      <a16:creationId xmlns:a16="http://schemas.microsoft.com/office/drawing/2014/main" id="{DDDAE252-50A1-D547-1D85-8B88FD6DD71A}"/>
                    </a:ext>
                  </a:extLst>
                </p14:cNvPr>
                <p14:cNvContentPartPr/>
                <p14:nvPr/>
              </p14:nvContentPartPr>
              <p14:xfrm>
                <a:off x="2668518" y="5125790"/>
                <a:ext cx="153360" cy="252720"/>
              </p14:xfrm>
            </p:contentPart>
          </mc:Choice>
          <mc:Fallback xmlns="">
            <p:pic>
              <p:nvPicPr>
                <p:cNvPr id="62" name="Ink 61">
                  <a:extLst>
                    <a:ext uri="{FF2B5EF4-FFF2-40B4-BE49-F238E27FC236}">
                      <a16:creationId xmlns:a16="http://schemas.microsoft.com/office/drawing/2014/main" id="{DDDAE252-50A1-D547-1D85-8B88FD6DD71A}"/>
                    </a:ext>
                  </a:extLst>
                </p:cNvPr>
                <p:cNvPicPr/>
                <p:nvPr/>
              </p:nvPicPr>
              <p:blipFill>
                <a:blip r:embed="rId81"/>
                <a:stretch>
                  <a:fillRect/>
                </a:stretch>
              </p:blipFill>
              <p:spPr>
                <a:xfrm>
                  <a:off x="2659518" y="5116790"/>
                  <a:ext cx="171000" cy="270360"/>
                </a:xfrm>
                <a:prstGeom prst="rect">
                  <a:avLst/>
                </a:prstGeom>
              </p:spPr>
            </p:pic>
          </mc:Fallback>
        </mc:AlternateContent>
      </p:grpSp>
      <p:grpSp>
        <p:nvGrpSpPr>
          <p:cNvPr id="71" name="Group 70">
            <a:extLst>
              <a:ext uri="{FF2B5EF4-FFF2-40B4-BE49-F238E27FC236}">
                <a16:creationId xmlns:a16="http://schemas.microsoft.com/office/drawing/2014/main" id="{02B74174-2BFA-54BC-52D0-60860C81AF84}"/>
              </a:ext>
            </a:extLst>
          </p:cNvPr>
          <p:cNvGrpSpPr/>
          <p:nvPr/>
        </p:nvGrpSpPr>
        <p:grpSpPr>
          <a:xfrm>
            <a:off x="3115998" y="4621790"/>
            <a:ext cx="1007640" cy="717480"/>
            <a:chOff x="3115998" y="4621790"/>
            <a:chExt cx="1007640" cy="717480"/>
          </a:xfrm>
        </p:grpSpPr>
        <mc:AlternateContent xmlns:mc="http://schemas.openxmlformats.org/markup-compatibility/2006" xmlns:p14="http://schemas.microsoft.com/office/powerpoint/2010/main">
          <mc:Choice Requires="p14">
            <p:contentPart p14:bwMode="auto" r:id="rId82">
              <p14:nvContentPartPr>
                <p14:cNvPr id="65" name="Ink 64">
                  <a:extLst>
                    <a:ext uri="{FF2B5EF4-FFF2-40B4-BE49-F238E27FC236}">
                      <a16:creationId xmlns:a16="http://schemas.microsoft.com/office/drawing/2014/main" id="{279A4C0F-DE55-D1DA-A767-A6B8C282B950}"/>
                    </a:ext>
                  </a:extLst>
                </p14:cNvPr>
                <p14:cNvContentPartPr/>
                <p14:nvPr/>
              </p14:nvContentPartPr>
              <p14:xfrm>
                <a:off x="3115998" y="5138750"/>
                <a:ext cx="9720" cy="162360"/>
              </p14:xfrm>
            </p:contentPart>
          </mc:Choice>
          <mc:Fallback xmlns="">
            <p:pic>
              <p:nvPicPr>
                <p:cNvPr id="65" name="Ink 64">
                  <a:extLst>
                    <a:ext uri="{FF2B5EF4-FFF2-40B4-BE49-F238E27FC236}">
                      <a16:creationId xmlns:a16="http://schemas.microsoft.com/office/drawing/2014/main" id="{279A4C0F-DE55-D1DA-A767-A6B8C282B950}"/>
                    </a:ext>
                  </a:extLst>
                </p:cNvPr>
                <p:cNvPicPr/>
                <p:nvPr/>
              </p:nvPicPr>
              <p:blipFill>
                <a:blip r:embed="rId83"/>
                <a:stretch>
                  <a:fillRect/>
                </a:stretch>
              </p:blipFill>
              <p:spPr>
                <a:xfrm>
                  <a:off x="3107358" y="5129750"/>
                  <a:ext cx="273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6" name="Ink 65">
                  <a:extLst>
                    <a:ext uri="{FF2B5EF4-FFF2-40B4-BE49-F238E27FC236}">
                      <a16:creationId xmlns:a16="http://schemas.microsoft.com/office/drawing/2014/main" id="{DC786309-F1C3-68D5-000F-FE325C4CA323}"/>
                    </a:ext>
                  </a:extLst>
                </p14:cNvPr>
                <p14:cNvContentPartPr/>
                <p14:nvPr/>
              </p14:nvContentPartPr>
              <p14:xfrm>
                <a:off x="3128598" y="5048750"/>
                <a:ext cx="157320" cy="290520"/>
              </p14:xfrm>
            </p:contentPart>
          </mc:Choice>
          <mc:Fallback xmlns="">
            <p:pic>
              <p:nvPicPr>
                <p:cNvPr id="66" name="Ink 65">
                  <a:extLst>
                    <a:ext uri="{FF2B5EF4-FFF2-40B4-BE49-F238E27FC236}">
                      <a16:creationId xmlns:a16="http://schemas.microsoft.com/office/drawing/2014/main" id="{DC786309-F1C3-68D5-000F-FE325C4CA323}"/>
                    </a:ext>
                  </a:extLst>
                </p:cNvPr>
                <p:cNvPicPr/>
                <p:nvPr/>
              </p:nvPicPr>
              <p:blipFill>
                <a:blip r:embed="rId85"/>
                <a:stretch>
                  <a:fillRect/>
                </a:stretch>
              </p:blipFill>
              <p:spPr>
                <a:xfrm>
                  <a:off x="3119958" y="5039750"/>
                  <a:ext cx="17496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7" name="Ink 66">
                  <a:extLst>
                    <a:ext uri="{FF2B5EF4-FFF2-40B4-BE49-F238E27FC236}">
                      <a16:creationId xmlns:a16="http://schemas.microsoft.com/office/drawing/2014/main" id="{EFED9355-9C36-71E6-1961-CB5BC554C922}"/>
                    </a:ext>
                  </a:extLst>
                </p14:cNvPr>
                <p14:cNvContentPartPr/>
                <p14:nvPr/>
              </p14:nvContentPartPr>
              <p14:xfrm>
                <a:off x="3429918" y="5075030"/>
                <a:ext cx="200880" cy="190800"/>
              </p14:xfrm>
            </p:contentPart>
          </mc:Choice>
          <mc:Fallback xmlns="">
            <p:pic>
              <p:nvPicPr>
                <p:cNvPr id="67" name="Ink 66">
                  <a:extLst>
                    <a:ext uri="{FF2B5EF4-FFF2-40B4-BE49-F238E27FC236}">
                      <a16:creationId xmlns:a16="http://schemas.microsoft.com/office/drawing/2014/main" id="{EFED9355-9C36-71E6-1961-CB5BC554C922}"/>
                    </a:ext>
                  </a:extLst>
                </p:cNvPr>
                <p:cNvPicPr/>
                <p:nvPr/>
              </p:nvPicPr>
              <p:blipFill>
                <a:blip r:embed="rId87"/>
                <a:stretch>
                  <a:fillRect/>
                </a:stretch>
              </p:blipFill>
              <p:spPr>
                <a:xfrm>
                  <a:off x="3420918" y="5066390"/>
                  <a:ext cx="2185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9" name="Ink 68">
                  <a:extLst>
                    <a:ext uri="{FF2B5EF4-FFF2-40B4-BE49-F238E27FC236}">
                      <a16:creationId xmlns:a16="http://schemas.microsoft.com/office/drawing/2014/main" id="{353D4895-1919-3969-0E32-3FC15EAF0AE5}"/>
                    </a:ext>
                  </a:extLst>
                </p14:cNvPr>
                <p14:cNvContentPartPr/>
                <p14:nvPr/>
              </p14:nvContentPartPr>
              <p14:xfrm>
                <a:off x="3880278" y="4765430"/>
                <a:ext cx="117720" cy="172080"/>
              </p14:xfrm>
            </p:contentPart>
          </mc:Choice>
          <mc:Fallback xmlns="">
            <p:pic>
              <p:nvPicPr>
                <p:cNvPr id="69" name="Ink 68">
                  <a:extLst>
                    <a:ext uri="{FF2B5EF4-FFF2-40B4-BE49-F238E27FC236}">
                      <a16:creationId xmlns:a16="http://schemas.microsoft.com/office/drawing/2014/main" id="{353D4895-1919-3969-0E32-3FC15EAF0AE5}"/>
                    </a:ext>
                  </a:extLst>
                </p:cNvPr>
                <p:cNvPicPr/>
                <p:nvPr/>
              </p:nvPicPr>
              <p:blipFill>
                <a:blip r:embed="rId89"/>
                <a:stretch>
                  <a:fillRect/>
                </a:stretch>
              </p:blipFill>
              <p:spPr>
                <a:xfrm>
                  <a:off x="3871638" y="4756430"/>
                  <a:ext cx="1353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0" name="Ink 69">
                  <a:extLst>
                    <a:ext uri="{FF2B5EF4-FFF2-40B4-BE49-F238E27FC236}">
                      <a16:creationId xmlns:a16="http://schemas.microsoft.com/office/drawing/2014/main" id="{7278635A-639F-AEAC-E5A4-F86E15FB00F6}"/>
                    </a:ext>
                  </a:extLst>
                </p14:cNvPr>
                <p14:cNvContentPartPr/>
                <p14:nvPr/>
              </p14:nvContentPartPr>
              <p14:xfrm>
                <a:off x="3784878" y="4621790"/>
                <a:ext cx="338760" cy="412200"/>
              </p14:xfrm>
            </p:contentPart>
          </mc:Choice>
          <mc:Fallback xmlns="">
            <p:pic>
              <p:nvPicPr>
                <p:cNvPr id="70" name="Ink 69">
                  <a:extLst>
                    <a:ext uri="{FF2B5EF4-FFF2-40B4-BE49-F238E27FC236}">
                      <a16:creationId xmlns:a16="http://schemas.microsoft.com/office/drawing/2014/main" id="{7278635A-639F-AEAC-E5A4-F86E15FB00F6}"/>
                    </a:ext>
                  </a:extLst>
                </p:cNvPr>
                <p:cNvPicPr/>
                <p:nvPr/>
              </p:nvPicPr>
              <p:blipFill>
                <a:blip r:embed="rId91"/>
                <a:stretch>
                  <a:fillRect/>
                </a:stretch>
              </p:blipFill>
              <p:spPr>
                <a:xfrm>
                  <a:off x="3776238" y="4612790"/>
                  <a:ext cx="356400" cy="429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2">
            <p14:nvContentPartPr>
              <p14:cNvPr id="72" name="Ink 71">
                <a:extLst>
                  <a:ext uri="{FF2B5EF4-FFF2-40B4-BE49-F238E27FC236}">
                    <a16:creationId xmlns:a16="http://schemas.microsoft.com/office/drawing/2014/main" id="{CA86796D-121F-7F7C-60C8-C3B7468CF764}"/>
                  </a:ext>
                </a:extLst>
              </p14:cNvPr>
              <p14:cNvContentPartPr/>
              <p14:nvPr/>
            </p14:nvContentPartPr>
            <p14:xfrm>
              <a:off x="2742318" y="5532590"/>
              <a:ext cx="4680" cy="265320"/>
            </p14:xfrm>
          </p:contentPart>
        </mc:Choice>
        <mc:Fallback xmlns="">
          <p:pic>
            <p:nvPicPr>
              <p:cNvPr id="72" name="Ink 71">
                <a:extLst>
                  <a:ext uri="{FF2B5EF4-FFF2-40B4-BE49-F238E27FC236}">
                    <a16:creationId xmlns:a16="http://schemas.microsoft.com/office/drawing/2014/main" id="{CA86796D-121F-7F7C-60C8-C3B7468CF764}"/>
                  </a:ext>
                </a:extLst>
              </p:cNvPr>
              <p:cNvPicPr/>
              <p:nvPr/>
            </p:nvPicPr>
            <p:blipFill>
              <a:blip r:embed="rId93"/>
              <a:stretch>
                <a:fillRect/>
              </a:stretch>
            </p:blipFill>
            <p:spPr>
              <a:xfrm>
                <a:off x="2733678" y="5523950"/>
                <a:ext cx="22320" cy="282960"/>
              </a:xfrm>
              <a:prstGeom prst="rect">
                <a:avLst/>
              </a:prstGeom>
            </p:spPr>
          </p:pic>
        </mc:Fallback>
      </mc:AlternateContent>
      <p:grpSp>
        <p:nvGrpSpPr>
          <p:cNvPr id="78" name="Group 77">
            <a:extLst>
              <a:ext uri="{FF2B5EF4-FFF2-40B4-BE49-F238E27FC236}">
                <a16:creationId xmlns:a16="http://schemas.microsoft.com/office/drawing/2014/main" id="{DEFE475C-764A-BCB1-5CA8-C64A6B585EC0}"/>
              </a:ext>
            </a:extLst>
          </p:cNvPr>
          <p:cNvGrpSpPr/>
          <p:nvPr/>
        </p:nvGrpSpPr>
        <p:grpSpPr>
          <a:xfrm>
            <a:off x="2136078" y="5802950"/>
            <a:ext cx="186840" cy="558000"/>
            <a:chOff x="2136078" y="5802950"/>
            <a:chExt cx="186840" cy="558000"/>
          </a:xfrm>
        </p:grpSpPr>
        <mc:AlternateContent xmlns:mc="http://schemas.openxmlformats.org/markup-compatibility/2006" xmlns:p14="http://schemas.microsoft.com/office/powerpoint/2010/main">
          <mc:Choice Requires="p14">
            <p:contentPart p14:bwMode="auto" r:id="rId94">
              <p14:nvContentPartPr>
                <p14:cNvPr id="73" name="Ink 72">
                  <a:extLst>
                    <a:ext uri="{FF2B5EF4-FFF2-40B4-BE49-F238E27FC236}">
                      <a16:creationId xmlns:a16="http://schemas.microsoft.com/office/drawing/2014/main" id="{E087D49F-ABAA-FAA9-E466-8FE1110DC5EC}"/>
                    </a:ext>
                  </a:extLst>
                </p14:cNvPr>
                <p14:cNvContentPartPr/>
                <p14:nvPr/>
              </p14:nvContentPartPr>
              <p14:xfrm>
                <a:off x="2173878" y="6139190"/>
                <a:ext cx="17280" cy="360"/>
              </p14:xfrm>
            </p:contentPart>
          </mc:Choice>
          <mc:Fallback xmlns="">
            <p:pic>
              <p:nvPicPr>
                <p:cNvPr id="73" name="Ink 72">
                  <a:extLst>
                    <a:ext uri="{FF2B5EF4-FFF2-40B4-BE49-F238E27FC236}">
                      <a16:creationId xmlns:a16="http://schemas.microsoft.com/office/drawing/2014/main" id="{E087D49F-ABAA-FAA9-E466-8FE1110DC5EC}"/>
                    </a:ext>
                  </a:extLst>
                </p:cNvPr>
                <p:cNvPicPr/>
                <p:nvPr/>
              </p:nvPicPr>
              <p:blipFill>
                <a:blip r:embed="rId95"/>
                <a:stretch>
                  <a:fillRect/>
                </a:stretch>
              </p:blipFill>
              <p:spPr>
                <a:xfrm>
                  <a:off x="2165238" y="6130550"/>
                  <a:ext cx="349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4" name="Ink 73">
                  <a:extLst>
                    <a:ext uri="{FF2B5EF4-FFF2-40B4-BE49-F238E27FC236}">
                      <a16:creationId xmlns:a16="http://schemas.microsoft.com/office/drawing/2014/main" id="{99774049-C1B1-0DD6-C470-B2484C6F8895}"/>
                    </a:ext>
                  </a:extLst>
                </p14:cNvPr>
                <p14:cNvContentPartPr/>
                <p14:nvPr/>
              </p14:nvContentPartPr>
              <p14:xfrm>
                <a:off x="2154798" y="6100310"/>
                <a:ext cx="123480" cy="260640"/>
              </p14:xfrm>
            </p:contentPart>
          </mc:Choice>
          <mc:Fallback xmlns="">
            <p:pic>
              <p:nvPicPr>
                <p:cNvPr id="74" name="Ink 73">
                  <a:extLst>
                    <a:ext uri="{FF2B5EF4-FFF2-40B4-BE49-F238E27FC236}">
                      <a16:creationId xmlns:a16="http://schemas.microsoft.com/office/drawing/2014/main" id="{99774049-C1B1-0DD6-C470-B2484C6F8895}"/>
                    </a:ext>
                  </a:extLst>
                </p:cNvPr>
                <p:cNvPicPr/>
                <p:nvPr/>
              </p:nvPicPr>
              <p:blipFill>
                <a:blip r:embed="rId97"/>
                <a:stretch>
                  <a:fillRect/>
                </a:stretch>
              </p:blipFill>
              <p:spPr>
                <a:xfrm>
                  <a:off x="2146158" y="6091310"/>
                  <a:ext cx="14112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75" name="Ink 74">
                  <a:extLst>
                    <a:ext uri="{FF2B5EF4-FFF2-40B4-BE49-F238E27FC236}">
                      <a16:creationId xmlns:a16="http://schemas.microsoft.com/office/drawing/2014/main" id="{3558C157-E9FA-495E-8503-3C18E4F33327}"/>
                    </a:ext>
                  </a:extLst>
                </p14:cNvPr>
                <p14:cNvContentPartPr/>
                <p14:nvPr/>
              </p14:nvContentPartPr>
              <p14:xfrm>
                <a:off x="2223918" y="6216230"/>
                <a:ext cx="67680" cy="16920"/>
              </p14:xfrm>
            </p:contentPart>
          </mc:Choice>
          <mc:Fallback xmlns="">
            <p:pic>
              <p:nvPicPr>
                <p:cNvPr id="75" name="Ink 74">
                  <a:extLst>
                    <a:ext uri="{FF2B5EF4-FFF2-40B4-BE49-F238E27FC236}">
                      <a16:creationId xmlns:a16="http://schemas.microsoft.com/office/drawing/2014/main" id="{3558C157-E9FA-495E-8503-3C18E4F33327}"/>
                    </a:ext>
                  </a:extLst>
                </p:cNvPr>
                <p:cNvPicPr/>
                <p:nvPr/>
              </p:nvPicPr>
              <p:blipFill>
                <a:blip r:embed="rId99"/>
                <a:stretch>
                  <a:fillRect/>
                </a:stretch>
              </p:blipFill>
              <p:spPr>
                <a:xfrm>
                  <a:off x="2214918" y="6207230"/>
                  <a:ext cx="853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6" name="Ink 75">
                  <a:extLst>
                    <a:ext uri="{FF2B5EF4-FFF2-40B4-BE49-F238E27FC236}">
                      <a16:creationId xmlns:a16="http://schemas.microsoft.com/office/drawing/2014/main" id="{B924C58E-060F-FF8F-42A9-F0CF01C0F905}"/>
                    </a:ext>
                  </a:extLst>
                </p14:cNvPr>
                <p14:cNvContentPartPr/>
                <p14:nvPr/>
              </p14:nvContentPartPr>
              <p14:xfrm>
                <a:off x="2136078" y="5837870"/>
                <a:ext cx="9720" cy="144720"/>
              </p14:xfrm>
            </p:contentPart>
          </mc:Choice>
          <mc:Fallback xmlns="">
            <p:pic>
              <p:nvPicPr>
                <p:cNvPr id="76" name="Ink 75">
                  <a:extLst>
                    <a:ext uri="{FF2B5EF4-FFF2-40B4-BE49-F238E27FC236}">
                      <a16:creationId xmlns:a16="http://schemas.microsoft.com/office/drawing/2014/main" id="{B924C58E-060F-FF8F-42A9-F0CF01C0F905}"/>
                    </a:ext>
                  </a:extLst>
                </p:cNvPr>
                <p:cNvPicPr/>
                <p:nvPr/>
              </p:nvPicPr>
              <p:blipFill>
                <a:blip r:embed="rId101"/>
                <a:stretch>
                  <a:fillRect/>
                </a:stretch>
              </p:blipFill>
              <p:spPr>
                <a:xfrm>
                  <a:off x="2127438" y="5828870"/>
                  <a:ext cx="2736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7" name="Ink 76">
                  <a:extLst>
                    <a:ext uri="{FF2B5EF4-FFF2-40B4-BE49-F238E27FC236}">
                      <a16:creationId xmlns:a16="http://schemas.microsoft.com/office/drawing/2014/main" id="{B1334902-80FC-8A50-ADAB-66C8C1C583F9}"/>
                    </a:ext>
                  </a:extLst>
                </p14:cNvPr>
                <p14:cNvContentPartPr/>
                <p14:nvPr/>
              </p14:nvContentPartPr>
              <p14:xfrm>
                <a:off x="2136438" y="5802950"/>
                <a:ext cx="186480" cy="198360"/>
              </p14:xfrm>
            </p:contentPart>
          </mc:Choice>
          <mc:Fallback xmlns="">
            <p:pic>
              <p:nvPicPr>
                <p:cNvPr id="77" name="Ink 76">
                  <a:extLst>
                    <a:ext uri="{FF2B5EF4-FFF2-40B4-BE49-F238E27FC236}">
                      <a16:creationId xmlns:a16="http://schemas.microsoft.com/office/drawing/2014/main" id="{B1334902-80FC-8A50-ADAB-66C8C1C583F9}"/>
                    </a:ext>
                  </a:extLst>
                </p:cNvPr>
                <p:cNvPicPr/>
                <p:nvPr/>
              </p:nvPicPr>
              <p:blipFill>
                <a:blip r:embed="rId103"/>
                <a:stretch>
                  <a:fillRect/>
                </a:stretch>
              </p:blipFill>
              <p:spPr>
                <a:xfrm>
                  <a:off x="2127798" y="5794310"/>
                  <a:ext cx="204120" cy="216000"/>
                </a:xfrm>
                <a:prstGeom prst="rect">
                  <a:avLst/>
                </a:prstGeom>
              </p:spPr>
            </p:pic>
          </mc:Fallback>
        </mc:AlternateContent>
      </p:grpSp>
      <p:grpSp>
        <p:nvGrpSpPr>
          <p:cNvPr id="85" name="Group 84">
            <a:extLst>
              <a:ext uri="{FF2B5EF4-FFF2-40B4-BE49-F238E27FC236}">
                <a16:creationId xmlns:a16="http://schemas.microsoft.com/office/drawing/2014/main" id="{CC77D9B3-049C-0865-1070-63CD38FD1458}"/>
              </a:ext>
            </a:extLst>
          </p:cNvPr>
          <p:cNvGrpSpPr/>
          <p:nvPr/>
        </p:nvGrpSpPr>
        <p:grpSpPr>
          <a:xfrm>
            <a:off x="3587598" y="5532230"/>
            <a:ext cx="344520" cy="311400"/>
            <a:chOff x="3587598" y="5532230"/>
            <a:chExt cx="344520" cy="311400"/>
          </a:xfrm>
        </p:grpSpPr>
        <mc:AlternateContent xmlns:mc="http://schemas.openxmlformats.org/markup-compatibility/2006" xmlns:p14="http://schemas.microsoft.com/office/powerpoint/2010/main">
          <mc:Choice Requires="p14">
            <p:contentPart p14:bwMode="auto" r:id="rId104">
              <p14:nvContentPartPr>
                <p14:cNvPr id="83" name="Ink 82">
                  <a:extLst>
                    <a:ext uri="{FF2B5EF4-FFF2-40B4-BE49-F238E27FC236}">
                      <a16:creationId xmlns:a16="http://schemas.microsoft.com/office/drawing/2014/main" id="{D9E17164-152F-FE29-F635-D7A90682BA3B}"/>
                    </a:ext>
                  </a:extLst>
                </p14:cNvPr>
                <p14:cNvContentPartPr/>
                <p14:nvPr/>
              </p14:nvContentPartPr>
              <p14:xfrm>
                <a:off x="3703878" y="5676230"/>
                <a:ext cx="360" cy="122040"/>
              </p14:xfrm>
            </p:contentPart>
          </mc:Choice>
          <mc:Fallback xmlns="">
            <p:pic>
              <p:nvPicPr>
                <p:cNvPr id="83" name="Ink 82">
                  <a:extLst>
                    <a:ext uri="{FF2B5EF4-FFF2-40B4-BE49-F238E27FC236}">
                      <a16:creationId xmlns:a16="http://schemas.microsoft.com/office/drawing/2014/main" id="{D9E17164-152F-FE29-F635-D7A90682BA3B}"/>
                    </a:ext>
                  </a:extLst>
                </p:cNvPr>
                <p:cNvPicPr/>
                <p:nvPr/>
              </p:nvPicPr>
              <p:blipFill>
                <a:blip r:embed="rId105"/>
                <a:stretch>
                  <a:fillRect/>
                </a:stretch>
              </p:blipFill>
              <p:spPr>
                <a:xfrm>
                  <a:off x="3695238" y="5667590"/>
                  <a:ext cx="1800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84" name="Ink 83">
                  <a:extLst>
                    <a:ext uri="{FF2B5EF4-FFF2-40B4-BE49-F238E27FC236}">
                      <a16:creationId xmlns:a16="http://schemas.microsoft.com/office/drawing/2014/main" id="{6451A993-90FE-6791-229E-46A9F1EBF1B3}"/>
                    </a:ext>
                  </a:extLst>
                </p14:cNvPr>
                <p14:cNvContentPartPr/>
                <p14:nvPr/>
              </p14:nvContentPartPr>
              <p14:xfrm>
                <a:off x="3587598" y="5532230"/>
                <a:ext cx="344520" cy="311400"/>
              </p14:xfrm>
            </p:contentPart>
          </mc:Choice>
          <mc:Fallback xmlns="">
            <p:pic>
              <p:nvPicPr>
                <p:cNvPr id="84" name="Ink 83">
                  <a:extLst>
                    <a:ext uri="{FF2B5EF4-FFF2-40B4-BE49-F238E27FC236}">
                      <a16:creationId xmlns:a16="http://schemas.microsoft.com/office/drawing/2014/main" id="{6451A993-90FE-6791-229E-46A9F1EBF1B3}"/>
                    </a:ext>
                  </a:extLst>
                </p:cNvPr>
                <p:cNvPicPr/>
                <p:nvPr/>
              </p:nvPicPr>
              <p:blipFill>
                <a:blip r:embed="rId107"/>
                <a:stretch>
                  <a:fillRect/>
                </a:stretch>
              </p:blipFill>
              <p:spPr>
                <a:xfrm>
                  <a:off x="3578958" y="5523590"/>
                  <a:ext cx="362160" cy="329040"/>
                </a:xfrm>
                <a:prstGeom prst="rect">
                  <a:avLst/>
                </a:prstGeom>
              </p:spPr>
            </p:pic>
          </mc:Fallback>
        </mc:AlternateContent>
      </p:grpSp>
      <p:grpSp>
        <p:nvGrpSpPr>
          <p:cNvPr id="87" name="Group 86">
            <a:extLst>
              <a:ext uri="{FF2B5EF4-FFF2-40B4-BE49-F238E27FC236}">
                <a16:creationId xmlns:a16="http://schemas.microsoft.com/office/drawing/2014/main" id="{01E7C6A8-E378-CF09-EDBF-50D4DE9F5660}"/>
              </a:ext>
            </a:extLst>
          </p:cNvPr>
          <p:cNvGrpSpPr/>
          <p:nvPr/>
        </p:nvGrpSpPr>
        <p:grpSpPr>
          <a:xfrm>
            <a:off x="2586078" y="6035150"/>
            <a:ext cx="3064320" cy="480240"/>
            <a:chOff x="2586078" y="6035150"/>
            <a:chExt cx="3064320" cy="480240"/>
          </a:xfrm>
        </p:grpSpPr>
        <mc:AlternateContent xmlns:mc="http://schemas.openxmlformats.org/markup-compatibility/2006" xmlns:p14="http://schemas.microsoft.com/office/powerpoint/2010/main">
          <mc:Choice Requires="p14">
            <p:contentPart p14:bwMode="auto" r:id="rId108">
              <p14:nvContentPartPr>
                <p14:cNvPr id="79" name="Ink 78">
                  <a:extLst>
                    <a:ext uri="{FF2B5EF4-FFF2-40B4-BE49-F238E27FC236}">
                      <a16:creationId xmlns:a16="http://schemas.microsoft.com/office/drawing/2014/main" id="{679E6486-18C3-51D8-7C08-6C6D62029055}"/>
                    </a:ext>
                  </a:extLst>
                </p14:cNvPr>
                <p14:cNvContentPartPr/>
                <p14:nvPr/>
              </p14:nvContentPartPr>
              <p14:xfrm>
                <a:off x="2621358" y="6092390"/>
                <a:ext cx="10080" cy="174960"/>
              </p14:xfrm>
            </p:contentPart>
          </mc:Choice>
          <mc:Fallback xmlns="">
            <p:pic>
              <p:nvPicPr>
                <p:cNvPr id="79" name="Ink 78">
                  <a:extLst>
                    <a:ext uri="{FF2B5EF4-FFF2-40B4-BE49-F238E27FC236}">
                      <a16:creationId xmlns:a16="http://schemas.microsoft.com/office/drawing/2014/main" id="{679E6486-18C3-51D8-7C08-6C6D62029055}"/>
                    </a:ext>
                  </a:extLst>
                </p:cNvPr>
                <p:cNvPicPr/>
                <p:nvPr/>
              </p:nvPicPr>
              <p:blipFill>
                <a:blip r:embed="rId109"/>
                <a:stretch>
                  <a:fillRect/>
                </a:stretch>
              </p:blipFill>
              <p:spPr>
                <a:xfrm>
                  <a:off x="2612718" y="6083750"/>
                  <a:ext cx="277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0" name="Ink 79">
                  <a:extLst>
                    <a:ext uri="{FF2B5EF4-FFF2-40B4-BE49-F238E27FC236}">
                      <a16:creationId xmlns:a16="http://schemas.microsoft.com/office/drawing/2014/main" id="{807E7621-D098-5FDD-0527-BBA88FE6D1E8}"/>
                    </a:ext>
                  </a:extLst>
                </p14:cNvPr>
                <p14:cNvContentPartPr/>
                <p14:nvPr/>
              </p14:nvContentPartPr>
              <p14:xfrm>
                <a:off x="2586078" y="6045950"/>
                <a:ext cx="188280" cy="252000"/>
              </p14:xfrm>
            </p:contentPart>
          </mc:Choice>
          <mc:Fallback xmlns="">
            <p:pic>
              <p:nvPicPr>
                <p:cNvPr id="80" name="Ink 79">
                  <a:extLst>
                    <a:ext uri="{FF2B5EF4-FFF2-40B4-BE49-F238E27FC236}">
                      <a16:creationId xmlns:a16="http://schemas.microsoft.com/office/drawing/2014/main" id="{807E7621-D098-5FDD-0527-BBA88FE6D1E8}"/>
                    </a:ext>
                  </a:extLst>
                </p:cNvPr>
                <p:cNvPicPr/>
                <p:nvPr/>
              </p:nvPicPr>
              <p:blipFill>
                <a:blip r:embed="rId111"/>
                <a:stretch>
                  <a:fillRect/>
                </a:stretch>
              </p:blipFill>
              <p:spPr>
                <a:xfrm>
                  <a:off x="2577438" y="6037310"/>
                  <a:ext cx="20592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2" name="Ink 81">
                  <a:extLst>
                    <a:ext uri="{FF2B5EF4-FFF2-40B4-BE49-F238E27FC236}">
                      <a16:creationId xmlns:a16="http://schemas.microsoft.com/office/drawing/2014/main" id="{8EFD20B9-8724-3784-7D51-76662C37EA96}"/>
                    </a:ext>
                  </a:extLst>
                </p14:cNvPr>
                <p14:cNvContentPartPr/>
                <p14:nvPr/>
              </p14:nvContentPartPr>
              <p14:xfrm>
                <a:off x="3027078" y="6035150"/>
                <a:ext cx="249120" cy="219240"/>
              </p14:xfrm>
            </p:contentPart>
          </mc:Choice>
          <mc:Fallback xmlns="">
            <p:pic>
              <p:nvPicPr>
                <p:cNvPr id="82" name="Ink 81">
                  <a:extLst>
                    <a:ext uri="{FF2B5EF4-FFF2-40B4-BE49-F238E27FC236}">
                      <a16:creationId xmlns:a16="http://schemas.microsoft.com/office/drawing/2014/main" id="{8EFD20B9-8724-3784-7D51-76662C37EA96}"/>
                    </a:ext>
                  </a:extLst>
                </p:cNvPr>
                <p:cNvPicPr/>
                <p:nvPr/>
              </p:nvPicPr>
              <p:blipFill>
                <a:blip r:embed="rId113"/>
                <a:stretch>
                  <a:fillRect/>
                </a:stretch>
              </p:blipFill>
              <p:spPr>
                <a:xfrm>
                  <a:off x="3018078" y="6026510"/>
                  <a:ext cx="266760" cy="2368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6" name="Ink 85">
                  <a:extLst>
                    <a:ext uri="{FF2B5EF4-FFF2-40B4-BE49-F238E27FC236}">
                      <a16:creationId xmlns:a16="http://schemas.microsoft.com/office/drawing/2014/main" id="{80375073-119D-B97D-86E8-054015B08C97}"/>
                    </a:ext>
                  </a:extLst>
                </p14:cNvPr>
                <p14:cNvContentPartPr/>
                <p14:nvPr/>
              </p14:nvContentPartPr>
              <p14:xfrm>
                <a:off x="2957598" y="6252590"/>
                <a:ext cx="2692800" cy="262800"/>
              </p14:xfrm>
            </p:contentPart>
          </mc:Choice>
          <mc:Fallback xmlns="">
            <p:pic>
              <p:nvPicPr>
                <p:cNvPr id="86" name="Ink 85">
                  <a:extLst>
                    <a:ext uri="{FF2B5EF4-FFF2-40B4-BE49-F238E27FC236}">
                      <a16:creationId xmlns:a16="http://schemas.microsoft.com/office/drawing/2014/main" id="{80375073-119D-B97D-86E8-054015B08C97}"/>
                    </a:ext>
                  </a:extLst>
                </p:cNvPr>
                <p:cNvPicPr/>
                <p:nvPr/>
              </p:nvPicPr>
              <p:blipFill>
                <a:blip r:embed="rId115"/>
                <a:stretch>
                  <a:fillRect/>
                </a:stretch>
              </p:blipFill>
              <p:spPr>
                <a:xfrm>
                  <a:off x="2948958" y="6243950"/>
                  <a:ext cx="2710440" cy="280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6">
            <p14:nvContentPartPr>
              <p14:cNvPr id="94" name="Ink 93">
                <a:extLst>
                  <a:ext uri="{FF2B5EF4-FFF2-40B4-BE49-F238E27FC236}">
                    <a16:creationId xmlns:a16="http://schemas.microsoft.com/office/drawing/2014/main" id="{F56F7BAD-F06E-5792-BE3E-F97D44E90796}"/>
                  </a:ext>
                </a:extLst>
              </p14:cNvPr>
              <p14:cNvContentPartPr/>
              <p14:nvPr/>
            </p14:nvContentPartPr>
            <p14:xfrm>
              <a:off x="5964318" y="5262590"/>
              <a:ext cx="176400" cy="189360"/>
            </p14:xfrm>
          </p:contentPart>
        </mc:Choice>
        <mc:Fallback xmlns="">
          <p:pic>
            <p:nvPicPr>
              <p:cNvPr id="94" name="Ink 93">
                <a:extLst>
                  <a:ext uri="{FF2B5EF4-FFF2-40B4-BE49-F238E27FC236}">
                    <a16:creationId xmlns:a16="http://schemas.microsoft.com/office/drawing/2014/main" id="{F56F7BAD-F06E-5792-BE3E-F97D44E90796}"/>
                  </a:ext>
                </a:extLst>
              </p:cNvPr>
              <p:cNvPicPr/>
              <p:nvPr/>
            </p:nvPicPr>
            <p:blipFill>
              <a:blip r:embed="rId117"/>
              <a:stretch>
                <a:fillRect/>
              </a:stretch>
            </p:blipFill>
            <p:spPr>
              <a:xfrm>
                <a:off x="5955318" y="5253590"/>
                <a:ext cx="194040" cy="207000"/>
              </a:xfrm>
              <a:prstGeom prst="rect">
                <a:avLst/>
              </a:prstGeom>
            </p:spPr>
          </p:pic>
        </mc:Fallback>
      </mc:AlternateContent>
      <p:grpSp>
        <p:nvGrpSpPr>
          <p:cNvPr id="97" name="Group 96">
            <a:extLst>
              <a:ext uri="{FF2B5EF4-FFF2-40B4-BE49-F238E27FC236}">
                <a16:creationId xmlns:a16="http://schemas.microsoft.com/office/drawing/2014/main" id="{CB22D017-9C4E-675F-51C0-E3A8E13291D0}"/>
              </a:ext>
            </a:extLst>
          </p:cNvPr>
          <p:cNvGrpSpPr/>
          <p:nvPr/>
        </p:nvGrpSpPr>
        <p:grpSpPr>
          <a:xfrm>
            <a:off x="5960358" y="5627270"/>
            <a:ext cx="603360" cy="588600"/>
            <a:chOff x="5960358" y="5627270"/>
            <a:chExt cx="603360" cy="588600"/>
          </a:xfrm>
        </p:grpSpPr>
        <mc:AlternateContent xmlns:mc="http://schemas.openxmlformats.org/markup-compatibility/2006" xmlns:p14="http://schemas.microsoft.com/office/powerpoint/2010/main">
          <mc:Choice Requires="p14">
            <p:contentPart p14:bwMode="auto" r:id="rId118">
              <p14:nvContentPartPr>
                <p14:cNvPr id="88" name="Ink 87">
                  <a:extLst>
                    <a:ext uri="{FF2B5EF4-FFF2-40B4-BE49-F238E27FC236}">
                      <a16:creationId xmlns:a16="http://schemas.microsoft.com/office/drawing/2014/main" id="{6CCF7883-BC11-CF24-57C9-5286A3AC515C}"/>
                    </a:ext>
                  </a:extLst>
                </p14:cNvPr>
                <p14:cNvContentPartPr/>
                <p14:nvPr/>
              </p14:nvContentPartPr>
              <p14:xfrm>
                <a:off x="6049638" y="5678030"/>
                <a:ext cx="15120" cy="174960"/>
              </p14:xfrm>
            </p:contentPart>
          </mc:Choice>
          <mc:Fallback xmlns="">
            <p:pic>
              <p:nvPicPr>
                <p:cNvPr id="88" name="Ink 87">
                  <a:extLst>
                    <a:ext uri="{FF2B5EF4-FFF2-40B4-BE49-F238E27FC236}">
                      <a16:creationId xmlns:a16="http://schemas.microsoft.com/office/drawing/2014/main" id="{6CCF7883-BC11-CF24-57C9-5286A3AC515C}"/>
                    </a:ext>
                  </a:extLst>
                </p:cNvPr>
                <p:cNvPicPr/>
                <p:nvPr/>
              </p:nvPicPr>
              <p:blipFill>
                <a:blip r:embed="rId119"/>
                <a:stretch>
                  <a:fillRect/>
                </a:stretch>
              </p:blipFill>
              <p:spPr>
                <a:xfrm>
                  <a:off x="6040998" y="5669030"/>
                  <a:ext cx="3276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9" name="Ink 88">
                  <a:extLst>
                    <a:ext uri="{FF2B5EF4-FFF2-40B4-BE49-F238E27FC236}">
                      <a16:creationId xmlns:a16="http://schemas.microsoft.com/office/drawing/2014/main" id="{EC60FF3A-B64F-8DF6-0B8F-07ECB2D37185}"/>
                    </a:ext>
                  </a:extLst>
                </p14:cNvPr>
                <p14:cNvContentPartPr/>
                <p14:nvPr/>
              </p14:nvContentPartPr>
              <p14:xfrm>
                <a:off x="6043518" y="5627270"/>
                <a:ext cx="198000" cy="253440"/>
              </p14:xfrm>
            </p:contentPart>
          </mc:Choice>
          <mc:Fallback xmlns="">
            <p:pic>
              <p:nvPicPr>
                <p:cNvPr id="89" name="Ink 88">
                  <a:extLst>
                    <a:ext uri="{FF2B5EF4-FFF2-40B4-BE49-F238E27FC236}">
                      <a16:creationId xmlns:a16="http://schemas.microsoft.com/office/drawing/2014/main" id="{EC60FF3A-B64F-8DF6-0B8F-07ECB2D37185}"/>
                    </a:ext>
                  </a:extLst>
                </p:cNvPr>
                <p:cNvPicPr/>
                <p:nvPr/>
              </p:nvPicPr>
              <p:blipFill>
                <a:blip r:embed="rId121"/>
                <a:stretch>
                  <a:fillRect/>
                </a:stretch>
              </p:blipFill>
              <p:spPr>
                <a:xfrm>
                  <a:off x="6034518" y="5618630"/>
                  <a:ext cx="21564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91" name="Ink 90">
                  <a:extLst>
                    <a:ext uri="{FF2B5EF4-FFF2-40B4-BE49-F238E27FC236}">
                      <a16:creationId xmlns:a16="http://schemas.microsoft.com/office/drawing/2014/main" id="{51F951CE-C835-565C-6BB1-299881B336D1}"/>
                    </a:ext>
                  </a:extLst>
                </p14:cNvPr>
                <p14:cNvContentPartPr/>
                <p14:nvPr/>
              </p14:nvContentPartPr>
              <p14:xfrm>
                <a:off x="5960358" y="5971430"/>
                <a:ext cx="199080" cy="244440"/>
              </p14:xfrm>
            </p:contentPart>
          </mc:Choice>
          <mc:Fallback xmlns="">
            <p:pic>
              <p:nvPicPr>
                <p:cNvPr id="91" name="Ink 90">
                  <a:extLst>
                    <a:ext uri="{FF2B5EF4-FFF2-40B4-BE49-F238E27FC236}">
                      <a16:creationId xmlns:a16="http://schemas.microsoft.com/office/drawing/2014/main" id="{51F951CE-C835-565C-6BB1-299881B336D1}"/>
                    </a:ext>
                  </a:extLst>
                </p:cNvPr>
                <p:cNvPicPr/>
                <p:nvPr/>
              </p:nvPicPr>
              <p:blipFill>
                <a:blip r:embed="rId123"/>
                <a:stretch>
                  <a:fillRect/>
                </a:stretch>
              </p:blipFill>
              <p:spPr>
                <a:xfrm>
                  <a:off x="5951358" y="5962430"/>
                  <a:ext cx="21672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92" name="Ink 91">
                  <a:extLst>
                    <a:ext uri="{FF2B5EF4-FFF2-40B4-BE49-F238E27FC236}">
                      <a16:creationId xmlns:a16="http://schemas.microsoft.com/office/drawing/2014/main" id="{C2E2C434-2E8F-C889-5098-897D2D26D48D}"/>
                    </a:ext>
                  </a:extLst>
                </p14:cNvPr>
                <p14:cNvContentPartPr/>
                <p14:nvPr/>
              </p14:nvContentPartPr>
              <p14:xfrm>
                <a:off x="6055398" y="6085190"/>
                <a:ext cx="81000" cy="7560"/>
              </p14:xfrm>
            </p:contentPart>
          </mc:Choice>
          <mc:Fallback xmlns="">
            <p:pic>
              <p:nvPicPr>
                <p:cNvPr id="92" name="Ink 91">
                  <a:extLst>
                    <a:ext uri="{FF2B5EF4-FFF2-40B4-BE49-F238E27FC236}">
                      <a16:creationId xmlns:a16="http://schemas.microsoft.com/office/drawing/2014/main" id="{C2E2C434-2E8F-C889-5098-897D2D26D48D}"/>
                    </a:ext>
                  </a:extLst>
                </p:cNvPr>
                <p:cNvPicPr/>
                <p:nvPr/>
              </p:nvPicPr>
              <p:blipFill>
                <a:blip r:embed="rId125"/>
                <a:stretch>
                  <a:fillRect/>
                </a:stretch>
              </p:blipFill>
              <p:spPr>
                <a:xfrm>
                  <a:off x="6046398" y="6076550"/>
                  <a:ext cx="986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95" name="Ink 94">
                  <a:extLst>
                    <a:ext uri="{FF2B5EF4-FFF2-40B4-BE49-F238E27FC236}">
                      <a16:creationId xmlns:a16="http://schemas.microsoft.com/office/drawing/2014/main" id="{82812C64-6928-315C-73CF-A2288343784A}"/>
                    </a:ext>
                  </a:extLst>
                </p14:cNvPr>
                <p14:cNvContentPartPr/>
                <p14:nvPr/>
              </p14:nvContentPartPr>
              <p14:xfrm>
                <a:off x="6395238" y="5952710"/>
                <a:ext cx="25200" cy="134280"/>
              </p14:xfrm>
            </p:contentPart>
          </mc:Choice>
          <mc:Fallback xmlns="">
            <p:pic>
              <p:nvPicPr>
                <p:cNvPr id="95" name="Ink 94">
                  <a:extLst>
                    <a:ext uri="{FF2B5EF4-FFF2-40B4-BE49-F238E27FC236}">
                      <a16:creationId xmlns:a16="http://schemas.microsoft.com/office/drawing/2014/main" id="{82812C64-6928-315C-73CF-A2288343784A}"/>
                    </a:ext>
                  </a:extLst>
                </p:cNvPr>
                <p:cNvPicPr/>
                <p:nvPr/>
              </p:nvPicPr>
              <p:blipFill>
                <a:blip r:embed="rId127"/>
                <a:stretch>
                  <a:fillRect/>
                </a:stretch>
              </p:blipFill>
              <p:spPr>
                <a:xfrm>
                  <a:off x="6386238" y="5943710"/>
                  <a:ext cx="428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96" name="Ink 95">
                  <a:extLst>
                    <a:ext uri="{FF2B5EF4-FFF2-40B4-BE49-F238E27FC236}">
                      <a16:creationId xmlns:a16="http://schemas.microsoft.com/office/drawing/2014/main" id="{0CAA1EAE-ED3A-B367-8F19-C3A1E4597BD9}"/>
                    </a:ext>
                  </a:extLst>
                </p14:cNvPr>
                <p14:cNvContentPartPr/>
                <p14:nvPr/>
              </p14:nvContentPartPr>
              <p14:xfrm>
                <a:off x="6380118" y="5897630"/>
                <a:ext cx="183600" cy="261360"/>
              </p14:xfrm>
            </p:contentPart>
          </mc:Choice>
          <mc:Fallback xmlns="">
            <p:pic>
              <p:nvPicPr>
                <p:cNvPr id="96" name="Ink 95">
                  <a:extLst>
                    <a:ext uri="{FF2B5EF4-FFF2-40B4-BE49-F238E27FC236}">
                      <a16:creationId xmlns:a16="http://schemas.microsoft.com/office/drawing/2014/main" id="{0CAA1EAE-ED3A-B367-8F19-C3A1E4597BD9}"/>
                    </a:ext>
                  </a:extLst>
                </p:cNvPr>
                <p:cNvPicPr/>
                <p:nvPr/>
              </p:nvPicPr>
              <p:blipFill>
                <a:blip r:embed="rId129"/>
                <a:stretch>
                  <a:fillRect/>
                </a:stretch>
              </p:blipFill>
              <p:spPr>
                <a:xfrm>
                  <a:off x="6371118" y="5888990"/>
                  <a:ext cx="201240" cy="279000"/>
                </a:xfrm>
                <a:prstGeom prst="rect">
                  <a:avLst/>
                </a:prstGeom>
              </p:spPr>
            </p:pic>
          </mc:Fallback>
        </mc:AlternateContent>
      </p:grpSp>
      <p:grpSp>
        <p:nvGrpSpPr>
          <p:cNvPr id="100" name="Group 99">
            <a:extLst>
              <a:ext uri="{FF2B5EF4-FFF2-40B4-BE49-F238E27FC236}">
                <a16:creationId xmlns:a16="http://schemas.microsoft.com/office/drawing/2014/main" id="{2E4D39A9-FA4D-9D14-9E49-6AD17D1B6F14}"/>
              </a:ext>
            </a:extLst>
          </p:cNvPr>
          <p:cNvGrpSpPr/>
          <p:nvPr/>
        </p:nvGrpSpPr>
        <p:grpSpPr>
          <a:xfrm>
            <a:off x="6463638" y="4934630"/>
            <a:ext cx="385560" cy="405360"/>
            <a:chOff x="6463638" y="4934630"/>
            <a:chExt cx="385560" cy="405360"/>
          </a:xfrm>
        </p:grpSpPr>
        <mc:AlternateContent xmlns:mc="http://schemas.openxmlformats.org/markup-compatibility/2006" xmlns:p14="http://schemas.microsoft.com/office/powerpoint/2010/main">
          <mc:Choice Requires="p14">
            <p:contentPart p14:bwMode="auto" r:id="rId130">
              <p14:nvContentPartPr>
                <p14:cNvPr id="98" name="Ink 97">
                  <a:extLst>
                    <a:ext uri="{FF2B5EF4-FFF2-40B4-BE49-F238E27FC236}">
                      <a16:creationId xmlns:a16="http://schemas.microsoft.com/office/drawing/2014/main" id="{70600359-ED9A-2BBE-9B36-8EF7FC04A778}"/>
                    </a:ext>
                  </a:extLst>
                </p14:cNvPr>
                <p14:cNvContentPartPr/>
                <p14:nvPr/>
              </p14:nvContentPartPr>
              <p14:xfrm>
                <a:off x="6577758" y="5066030"/>
                <a:ext cx="156240" cy="208800"/>
              </p14:xfrm>
            </p:contentPart>
          </mc:Choice>
          <mc:Fallback xmlns="">
            <p:pic>
              <p:nvPicPr>
                <p:cNvPr id="98" name="Ink 97">
                  <a:extLst>
                    <a:ext uri="{FF2B5EF4-FFF2-40B4-BE49-F238E27FC236}">
                      <a16:creationId xmlns:a16="http://schemas.microsoft.com/office/drawing/2014/main" id="{70600359-ED9A-2BBE-9B36-8EF7FC04A778}"/>
                    </a:ext>
                  </a:extLst>
                </p:cNvPr>
                <p:cNvPicPr/>
                <p:nvPr/>
              </p:nvPicPr>
              <p:blipFill>
                <a:blip r:embed="rId131"/>
                <a:stretch>
                  <a:fillRect/>
                </a:stretch>
              </p:blipFill>
              <p:spPr>
                <a:xfrm>
                  <a:off x="6568758" y="5057030"/>
                  <a:ext cx="17388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9" name="Ink 98">
                  <a:extLst>
                    <a:ext uri="{FF2B5EF4-FFF2-40B4-BE49-F238E27FC236}">
                      <a16:creationId xmlns:a16="http://schemas.microsoft.com/office/drawing/2014/main" id="{E0F0D267-36F1-100C-E182-E8F27BF29858}"/>
                    </a:ext>
                  </a:extLst>
                </p14:cNvPr>
                <p14:cNvContentPartPr/>
                <p14:nvPr/>
              </p14:nvContentPartPr>
              <p14:xfrm>
                <a:off x="6463638" y="4934630"/>
                <a:ext cx="385560" cy="405360"/>
              </p14:xfrm>
            </p:contentPart>
          </mc:Choice>
          <mc:Fallback xmlns="">
            <p:pic>
              <p:nvPicPr>
                <p:cNvPr id="99" name="Ink 98">
                  <a:extLst>
                    <a:ext uri="{FF2B5EF4-FFF2-40B4-BE49-F238E27FC236}">
                      <a16:creationId xmlns:a16="http://schemas.microsoft.com/office/drawing/2014/main" id="{E0F0D267-36F1-100C-E182-E8F27BF29858}"/>
                    </a:ext>
                  </a:extLst>
                </p:cNvPr>
                <p:cNvPicPr/>
                <p:nvPr/>
              </p:nvPicPr>
              <p:blipFill>
                <a:blip r:embed="rId133"/>
                <a:stretch>
                  <a:fillRect/>
                </a:stretch>
              </p:blipFill>
              <p:spPr>
                <a:xfrm>
                  <a:off x="6454998" y="4925630"/>
                  <a:ext cx="403200" cy="423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4">
            <p14:nvContentPartPr>
              <p14:cNvPr id="101" name="Ink 100">
                <a:extLst>
                  <a:ext uri="{FF2B5EF4-FFF2-40B4-BE49-F238E27FC236}">
                    <a16:creationId xmlns:a16="http://schemas.microsoft.com/office/drawing/2014/main" id="{3C34FDF3-79F4-DF92-CFC6-39B1B7674330}"/>
                  </a:ext>
                </a:extLst>
              </p14:cNvPr>
              <p14:cNvContentPartPr/>
              <p14:nvPr/>
            </p14:nvContentPartPr>
            <p14:xfrm>
              <a:off x="6782958" y="6045950"/>
              <a:ext cx="475920" cy="20880"/>
            </p14:xfrm>
          </p:contentPart>
        </mc:Choice>
        <mc:Fallback xmlns="">
          <p:pic>
            <p:nvPicPr>
              <p:cNvPr id="101" name="Ink 100">
                <a:extLst>
                  <a:ext uri="{FF2B5EF4-FFF2-40B4-BE49-F238E27FC236}">
                    <a16:creationId xmlns:a16="http://schemas.microsoft.com/office/drawing/2014/main" id="{3C34FDF3-79F4-DF92-CFC6-39B1B7674330}"/>
                  </a:ext>
                </a:extLst>
              </p:cNvPr>
              <p:cNvPicPr/>
              <p:nvPr/>
            </p:nvPicPr>
            <p:blipFill>
              <a:blip r:embed="rId135"/>
              <a:stretch>
                <a:fillRect/>
              </a:stretch>
            </p:blipFill>
            <p:spPr>
              <a:xfrm>
                <a:off x="6774318" y="6036950"/>
                <a:ext cx="493560" cy="38520"/>
              </a:xfrm>
              <a:prstGeom prst="rect">
                <a:avLst/>
              </a:prstGeom>
            </p:spPr>
          </p:pic>
        </mc:Fallback>
      </mc:AlternateContent>
      <p:grpSp>
        <p:nvGrpSpPr>
          <p:cNvPr id="105" name="Group 104">
            <a:extLst>
              <a:ext uri="{FF2B5EF4-FFF2-40B4-BE49-F238E27FC236}">
                <a16:creationId xmlns:a16="http://schemas.microsoft.com/office/drawing/2014/main" id="{0C19A15B-3F8B-11A6-80C7-7FF0FF72822E}"/>
              </a:ext>
            </a:extLst>
          </p:cNvPr>
          <p:cNvGrpSpPr/>
          <p:nvPr/>
        </p:nvGrpSpPr>
        <p:grpSpPr>
          <a:xfrm>
            <a:off x="7660278" y="5109230"/>
            <a:ext cx="187200" cy="266040"/>
            <a:chOff x="7660278" y="5109230"/>
            <a:chExt cx="187200" cy="266040"/>
          </a:xfrm>
        </p:grpSpPr>
        <mc:AlternateContent xmlns:mc="http://schemas.openxmlformats.org/markup-compatibility/2006" xmlns:p14="http://schemas.microsoft.com/office/powerpoint/2010/main">
          <mc:Choice Requires="p14">
            <p:contentPart p14:bwMode="auto" r:id="rId136">
              <p14:nvContentPartPr>
                <p14:cNvPr id="102" name="Ink 101">
                  <a:extLst>
                    <a:ext uri="{FF2B5EF4-FFF2-40B4-BE49-F238E27FC236}">
                      <a16:creationId xmlns:a16="http://schemas.microsoft.com/office/drawing/2014/main" id="{AA98BA00-CE7B-927E-847A-8516A334513A}"/>
                    </a:ext>
                  </a:extLst>
                </p14:cNvPr>
                <p14:cNvContentPartPr/>
                <p14:nvPr/>
              </p14:nvContentPartPr>
              <p14:xfrm>
                <a:off x="7660278" y="5171150"/>
                <a:ext cx="7560" cy="7560"/>
              </p14:xfrm>
            </p:contentPart>
          </mc:Choice>
          <mc:Fallback xmlns="">
            <p:pic>
              <p:nvPicPr>
                <p:cNvPr id="102" name="Ink 101">
                  <a:extLst>
                    <a:ext uri="{FF2B5EF4-FFF2-40B4-BE49-F238E27FC236}">
                      <a16:creationId xmlns:a16="http://schemas.microsoft.com/office/drawing/2014/main" id="{AA98BA00-CE7B-927E-847A-8516A334513A}"/>
                    </a:ext>
                  </a:extLst>
                </p:cNvPr>
                <p:cNvPicPr/>
                <p:nvPr/>
              </p:nvPicPr>
              <p:blipFill>
                <a:blip r:embed="rId137"/>
                <a:stretch>
                  <a:fillRect/>
                </a:stretch>
              </p:blipFill>
              <p:spPr>
                <a:xfrm>
                  <a:off x="7651638" y="5162150"/>
                  <a:ext cx="2520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3" name="Ink 102">
                  <a:extLst>
                    <a:ext uri="{FF2B5EF4-FFF2-40B4-BE49-F238E27FC236}">
                      <a16:creationId xmlns:a16="http://schemas.microsoft.com/office/drawing/2014/main" id="{4E0C83BE-CB00-E0BA-465C-BC4852FE2141}"/>
                    </a:ext>
                  </a:extLst>
                </p14:cNvPr>
                <p14:cNvContentPartPr/>
                <p14:nvPr/>
              </p14:nvContentPartPr>
              <p14:xfrm>
                <a:off x="7687998" y="5150630"/>
                <a:ext cx="31320" cy="187200"/>
              </p14:xfrm>
            </p:contentPart>
          </mc:Choice>
          <mc:Fallback xmlns="">
            <p:pic>
              <p:nvPicPr>
                <p:cNvPr id="103" name="Ink 102">
                  <a:extLst>
                    <a:ext uri="{FF2B5EF4-FFF2-40B4-BE49-F238E27FC236}">
                      <a16:creationId xmlns:a16="http://schemas.microsoft.com/office/drawing/2014/main" id="{4E0C83BE-CB00-E0BA-465C-BC4852FE2141}"/>
                    </a:ext>
                  </a:extLst>
                </p:cNvPr>
                <p:cNvPicPr/>
                <p:nvPr/>
              </p:nvPicPr>
              <p:blipFill>
                <a:blip r:embed="rId139"/>
                <a:stretch>
                  <a:fillRect/>
                </a:stretch>
              </p:blipFill>
              <p:spPr>
                <a:xfrm>
                  <a:off x="7679358" y="5141630"/>
                  <a:ext cx="489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104" name="Ink 103">
                  <a:extLst>
                    <a:ext uri="{FF2B5EF4-FFF2-40B4-BE49-F238E27FC236}">
                      <a16:creationId xmlns:a16="http://schemas.microsoft.com/office/drawing/2014/main" id="{D08E6817-3617-88F7-D0F1-2B20FA765E82}"/>
                    </a:ext>
                  </a:extLst>
                </p14:cNvPr>
                <p14:cNvContentPartPr/>
                <p14:nvPr/>
              </p14:nvContentPartPr>
              <p14:xfrm>
                <a:off x="7676478" y="5109230"/>
                <a:ext cx="171000" cy="266040"/>
              </p14:xfrm>
            </p:contentPart>
          </mc:Choice>
          <mc:Fallback xmlns="">
            <p:pic>
              <p:nvPicPr>
                <p:cNvPr id="104" name="Ink 103">
                  <a:extLst>
                    <a:ext uri="{FF2B5EF4-FFF2-40B4-BE49-F238E27FC236}">
                      <a16:creationId xmlns:a16="http://schemas.microsoft.com/office/drawing/2014/main" id="{D08E6817-3617-88F7-D0F1-2B20FA765E82}"/>
                    </a:ext>
                  </a:extLst>
                </p:cNvPr>
                <p:cNvPicPr/>
                <p:nvPr/>
              </p:nvPicPr>
              <p:blipFill>
                <a:blip r:embed="rId141"/>
                <a:stretch>
                  <a:fillRect/>
                </a:stretch>
              </p:blipFill>
              <p:spPr>
                <a:xfrm>
                  <a:off x="7667838" y="5100230"/>
                  <a:ext cx="188640" cy="283680"/>
                </a:xfrm>
                <a:prstGeom prst="rect">
                  <a:avLst/>
                </a:prstGeom>
              </p:spPr>
            </p:pic>
          </mc:Fallback>
        </mc:AlternateContent>
      </p:grpSp>
      <p:grpSp>
        <p:nvGrpSpPr>
          <p:cNvPr id="113" name="Group 112">
            <a:extLst>
              <a:ext uri="{FF2B5EF4-FFF2-40B4-BE49-F238E27FC236}">
                <a16:creationId xmlns:a16="http://schemas.microsoft.com/office/drawing/2014/main" id="{A803559E-6A71-E4C5-23E3-83AA6C00ADD8}"/>
              </a:ext>
            </a:extLst>
          </p:cNvPr>
          <p:cNvGrpSpPr/>
          <p:nvPr/>
        </p:nvGrpSpPr>
        <p:grpSpPr>
          <a:xfrm>
            <a:off x="7676838" y="5503790"/>
            <a:ext cx="262800" cy="590040"/>
            <a:chOff x="7676838" y="5503790"/>
            <a:chExt cx="262800" cy="590040"/>
          </a:xfrm>
        </p:grpSpPr>
        <mc:AlternateContent xmlns:mc="http://schemas.openxmlformats.org/markup-compatibility/2006" xmlns:p14="http://schemas.microsoft.com/office/powerpoint/2010/main">
          <mc:Choice Requires="p14">
            <p:contentPart p14:bwMode="auto" r:id="rId142">
              <p14:nvContentPartPr>
                <p14:cNvPr id="106" name="Ink 105">
                  <a:extLst>
                    <a:ext uri="{FF2B5EF4-FFF2-40B4-BE49-F238E27FC236}">
                      <a16:creationId xmlns:a16="http://schemas.microsoft.com/office/drawing/2014/main" id="{9D0B85C4-4B66-F9C3-393A-94922BAA7B6D}"/>
                    </a:ext>
                  </a:extLst>
                </p14:cNvPr>
                <p14:cNvContentPartPr/>
                <p14:nvPr/>
              </p14:nvContentPartPr>
              <p14:xfrm>
                <a:off x="7676838" y="5561030"/>
                <a:ext cx="21240" cy="161640"/>
              </p14:xfrm>
            </p:contentPart>
          </mc:Choice>
          <mc:Fallback xmlns="">
            <p:pic>
              <p:nvPicPr>
                <p:cNvPr id="106" name="Ink 105">
                  <a:extLst>
                    <a:ext uri="{FF2B5EF4-FFF2-40B4-BE49-F238E27FC236}">
                      <a16:creationId xmlns:a16="http://schemas.microsoft.com/office/drawing/2014/main" id="{9D0B85C4-4B66-F9C3-393A-94922BAA7B6D}"/>
                    </a:ext>
                  </a:extLst>
                </p:cNvPr>
                <p:cNvPicPr/>
                <p:nvPr/>
              </p:nvPicPr>
              <p:blipFill>
                <a:blip r:embed="rId143"/>
                <a:stretch>
                  <a:fillRect/>
                </a:stretch>
              </p:blipFill>
              <p:spPr>
                <a:xfrm>
                  <a:off x="7668198" y="5552030"/>
                  <a:ext cx="3888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07" name="Ink 106">
                  <a:extLst>
                    <a:ext uri="{FF2B5EF4-FFF2-40B4-BE49-F238E27FC236}">
                      <a16:creationId xmlns:a16="http://schemas.microsoft.com/office/drawing/2014/main" id="{610B3ECB-F71E-0191-6FAF-143DD2E810EF}"/>
                    </a:ext>
                  </a:extLst>
                </p14:cNvPr>
                <p14:cNvContentPartPr/>
                <p14:nvPr/>
              </p14:nvContentPartPr>
              <p14:xfrm>
                <a:off x="7687998" y="5542310"/>
                <a:ext cx="203040" cy="243360"/>
              </p14:xfrm>
            </p:contentPart>
          </mc:Choice>
          <mc:Fallback xmlns="">
            <p:pic>
              <p:nvPicPr>
                <p:cNvPr id="107" name="Ink 106">
                  <a:extLst>
                    <a:ext uri="{FF2B5EF4-FFF2-40B4-BE49-F238E27FC236}">
                      <a16:creationId xmlns:a16="http://schemas.microsoft.com/office/drawing/2014/main" id="{610B3ECB-F71E-0191-6FAF-143DD2E810EF}"/>
                    </a:ext>
                  </a:extLst>
                </p:cNvPr>
                <p:cNvPicPr/>
                <p:nvPr/>
              </p:nvPicPr>
              <p:blipFill>
                <a:blip r:embed="rId145"/>
                <a:stretch>
                  <a:fillRect/>
                </a:stretch>
              </p:blipFill>
              <p:spPr>
                <a:xfrm>
                  <a:off x="7679358" y="5533670"/>
                  <a:ext cx="2206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9" name="Ink 108">
                  <a:extLst>
                    <a:ext uri="{FF2B5EF4-FFF2-40B4-BE49-F238E27FC236}">
                      <a16:creationId xmlns:a16="http://schemas.microsoft.com/office/drawing/2014/main" id="{021CDF15-0ABD-F9C7-464A-4B0CB312D5DA}"/>
                    </a:ext>
                  </a:extLst>
                </p14:cNvPr>
                <p14:cNvContentPartPr/>
                <p14:nvPr/>
              </p14:nvContentPartPr>
              <p14:xfrm>
                <a:off x="7682238" y="5503790"/>
                <a:ext cx="255600" cy="276120"/>
              </p14:xfrm>
            </p:contentPart>
          </mc:Choice>
          <mc:Fallback xmlns="">
            <p:pic>
              <p:nvPicPr>
                <p:cNvPr id="109" name="Ink 108">
                  <a:extLst>
                    <a:ext uri="{FF2B5EF4-FFF2-40B4-BE49-F238E27FC236}">
                      <a16:creationId xmlns:a16="http://schemas.microsoft.com/office/drawing/2014/main" id="{021CDF15-0ABD-F9C7-464A-4B0CB312D5DA}"/>
                    </a:ext>
                  </a:extLst>
                </p:cNvPr>
                <p:cNvPicPr/>
                <p:nvPr/>
              </p:nvPicPr>
              <p:blipFill>
                <a:blip r:embed="rId147"/>
                <a:stretch>
                  <a:fillRect/>
                </a:stretch>
              </p:blipFill>
              <p:spPr>
                <a:xfrm>
                  <a:off x="7673238" y="5494790"/>
                  <a:ext cx="27324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1" name="Ink 110">
                  <a:extLst>
                    <a:ext uri="{FF2B5EF4-FFF2-40B4-BE49-F238E27FC236}">
                      <a16:creationId xmlns:a16="http://schemas.microsoft.com/office/drawing/2014/main" id="{139B879D-580A-852C-4BED-3BC9114D6104}"/>
                    </a:ext>
                  </a:extLst>
                </p14:cNvPr>
                <p14:cNvContentPartPr/>
                <p14:nvPr/>
              </p14:nvContentPartPr>
              <p14:xfrm>
                <a:off x="7705998" y="5887550"/>
                <a:ext cx="29160" cy="157680"/>
              </p14:xfrm>
            </p:contentPart>
          </mc:Choice>
          <mc:Fallback xmlns="">
            <p:pic>
              <p:nvPicPr>
                <p:cNvPr id="111" name="Ink 110">
                  <a:extLst>
                    <a:ext uri="{FF2B5EF4-FFF2-40B4-BE49-F238E27FC236}">
                      <a16:creationId xmlns:a16="http://schemas.microsoft.com/office/drawing/2014/main" id="{139B879D-580A-852C-4BED-3BC9114D6104}"/>
                    </a:ext>
                  </a:extLst>
                </p:cNvPr>
                <p:cNvPicPr/>
                <p:nvPr/>
              </p:nvPicPr>
              <p:blipFill>
                <a:blip r:embed="rId149"/>
                <a:stretch>
                  <a:fillRect/>
                </a:stretch>
              </p:blipFill>
              <p:spPr>
                <a:xfrm>
                  <a:off x="7697358" y="5878910"/>
                  <a:ext cx="4680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2" name="Ink 111">
                  <a:extLst>
                    <a:ext uri="{FF2B5EF4-FFF2-40B4-BE49-F238E27FC236}">
                      <a16:creationId xmlns:a16="http://schemas.microsoft.com/office/drawing/2014/main" id="{4BA4CF09-3B7D-3395-BC58-E1065CED7B69}"/>
                    </a:ext>
                  </a:extLst>
                </p14:cNvPr>
                <p14:cNvContentPartPr/>
                <p14:nvPr/>
              </p14:nvContentPartPr>
              <p14:xfrm>
                <a:off x="7744158" y="5876750"/>
                <a:ext cx="195480" cy="217080"/>
              </p14:xfrm>
            </p:contentPart>
          </mc:Choice>
          <mc:Fallback xmlns="">
            <p:pic>
              <p:nvPicPr>
                <p:cNvPr id="112" name="Ink 111">
                  <a:extLst>
                    <a:ext uri="{FF2B5EF4-FFF2-40B4-BE49-F238E27FC236}">
                      <a16:creationId xmlns:a16="http://schemas.microsoft.com/office/drawing/2014/main" id="{4BA4CF09-3B7D-3395-BC58-E1065CED7B69}"/>
                    </a:ext>
                  </a:extLst>
                </p:cNvPr>
                <p:cNvPicPr/>
                <p:nvPr/>
              </p:nvPicPr>
              <p:blipFill>
                <a:blip r:embed="rId151"/>
                <a:stretch>
                  <a:fillRect/>
                </a:stretch>
              </p:blipFill>
              <p:spPr>
                <a:xfrm>
                  <a:off x="7735158" y="5867750"/>
                  <a:ext cx="213120" cy="234720"/>
                </a:xfrm>
                <a:prstGeom prst="rect">
                  <a:avLst/>
                </a:prstGeom>
              </p:spPr>
            </p:pic>
          </mc:Fallback>
        </mc:AlternateContent>
      </p:grpSp>
      <p:grpSp>
        <p:nvGrpSpPr>
          <p:cNvPr id="117" name="Group 116">
            <a:extLst>
              <a:ext uri="{FF2B5EF4-FFF2-40B4-BE49-F238E27FC236}">
                <a16:creationId xmlns:a16="http://schemas.microsoft.com/office/drawing/2014/main" id="{59B90132-A450-CD70-8CBD-B3C366D99222}"/>
              </a:ext>
            </a:extLst>
          </p:cNvPr>
          <p:cNvGrpSpPr/>
          <p:nvPr/>
        </p:nvGrpSpPr>
        <p:grpSpPr>
          <a:xfrm>
            <a:off x="7772598" y="6185990"/>
            <a:ext cx="222480" cy="223560"/>
            <a:chOff x="7772598" y="6185990"/>
            <a:chExt cx="222480" cy="223560"/>
          </a:xfrm>
        </p:grpSpPr>
        <mc:AlternateContent xmlns:mc="http://schemas.openxmlformats.org/markup-compatibility/2006" xmlns:p14="http://schemas.microsoft.com/office/powerpoint/2010/main">
          <mc:Choice Requires="p14">
            <p:contentPart p14:bwMode="auto" r:id="rId152">
              <p14:nvContentPartPr>
                <p14:cNvPr id="114" name="Ink 113">
                  <a:extLst>
                    <a:ext uri="{FF2B5EF4-FFF2-40B4-BE49-F238E27FC236}">
                      <a16:creationId xmlns:a16="http://schemas.microsoft.com/office/drawing/2014/main" id="{917306D7-D9D2-B125-600E-695EFA6C52A5}"/>
                    </a:ext>
                  </a:extLst>
                </p14:cNvPr>
                <p14:cNvContentPartPr/>
                <p14:nvPr/>
              </p14:nvContentPartPr>
              <p14:xfrm>
                <a:off x="7772598" y="6185990"/>
                <a:ext cx="66600" cy="223560"/>
              </p14:xfrm>
            </p:contentPart>
          </mc:Choice>
          <mc:Fallback xmlns="">
            <p:pic>
              <p:nvPicPr>
                <p:cNvPr id="114" name="Ink 113">
                  <a:extLst>
                    <a:ext uri="{FF2B5EF4-FFF2-40B4-BE49-F238E27FC236}">
                      <a16:creationId xmlns:a16="http://schemas.microsoft.com/office/drawing/2014/main" id="{917306D7-D9D2-B125-600E-695EFA6C52A5}"/>
                    </a:ext>
                  </a:extLst>
                </p:cNvPr>
                <p:cNvPicPr/>
                <p:nvPr/>
              </p:nvPicPr>
              <p:blipFill>
                <a:blip r:embed="rId153"/>
                <a:stretch>
                  <a:fillRect/>
                </a:stretch>
              </p:blipFill>
              <p:spPr>
                <a:xfrm>
                  <a:off x="7763598" y="6177350"/>
                  <a:ext cx="8424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5" name="Ink 114">
                  <a:extLst>
                    <a:ext uri="{FF2B5EF4-FFF2-40B4-BE49-F238E27FC236}">
                      <a16:creationId xmlns:a16="http://schemas.microsoft.com/office/drawing/2014/main" id="{A9B73F52-9F1C-175B-6238-F627220AE865}"/>
                    </a:ext>
                  </a:extLst>
                </p14:cNvPr>
                <p14:cNvContentPartPr/>
                <p14:nvPr/>
              </p14:nvContentPartPr>
              <p14:xfrm>
                <a:off x="7846758" y="6223430"/>
                <a:ext cx="132120" cy="178200"/>
              </p14:xfrm>
            </p:contentPart>
          </mc:Choice>
          <mc:Fallback xmlns="">
            <p:pic>
              <p:nvPicPr>
                <p:cNvPr id="115" name="Ink 114">
                  <a:extLst>
                    <a:ext uri="{FF2B5EF4-FFF2-40B4-BE49-F238E27FC236}">
                      <a16:creationId xmlns:a16="http://schemas.microsoft.com/office/drawing/2014/main" id="{A9B73F52-9F1C-175B-6238-F627220AE865}"/>
                    </a:ext>
                  </a:extLst>
                </p:cNvPr>
                <p:cNvPicPr/>
                <p:nvPr/>
              </p:nvPicPr>
              <p:blipFill>
                <a:blip r:embed="rId155"/>
                <a:stretch>
                  <a:fillRect/>
                </a:stretch>
              </p:blipFill>
              <p:spPr>
                <a:xfrm>
                  <a:off x="7838118" y="6214790"/>
                  <a:ext cx="1497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16" name="Ink 115">
                  <a:extLst>
                    <a:ext uri="{FF2B5EF4-FFF2-40B4-BE49-F238E27FC236}">
                      <a16:creationId xmlns:a16="http://schemas.microsoft.com/office/drawing/2014/main" id="{975C9E30-3A59-D238-6854-3B10A17280EA}"/>
                    </a:ext>
                  </a:extLst>
                </p14:cNvPr>
                <p14:cNvContentPartPr/>
                <p14:nvPr/>
              </p14:nvContentPartPr>
              <p14:xfrm>
                <a:off x="7835958" y="6318830"/>
                <a:ext cx="159120" cy="17280"/>
              </p14:xfrm>
            </p:contentPart>
          </mc:Choice>
          <mc:Fallback xmlns="">
            <p:pic>
              <p:nvPicPr>
                <p:cNvPr id="116" name="Ink 115">
                  <a:extLst>
                    <a:ext uri="{FF2B5EF4-FFF2-40B4-BE49-F238E27FC236}">
                      <a16:creationId xmlns:a16="http://schemas.microsoft.com/office/drawing/2014/main" id="{975C9E30-3A59-D238-6854-3B10A17280EA}"/>
                    </a:ext>
                  </a:extLst>
                </p:cNvPr>
                <p:cNvPicPr/>
                <p:nvPr/>
              </p:nvPicPr>
              <p:blipFill>
                <a:blip r:embed="rId157"/>
                <a:stretch>
                  <a:fillRect/>
                </a:stretch>
              </p:blipFill>
              <p:spPr>
                <a:xfrm>
                  <a:off x="7827318" y="6310190"/>
                  <a:ext cx="176760" cy="34920"/>
                </a:xfrm>
                <a:prstGeom prst="rect">
                  <a:avLst/>
                </a:prstGeom>
              </p:spPr>
            </p:pic>
          </mc:Fallback>
        </mc:AlternateContent>
      </p:grpSp>
      <p:grpSp>
        <p:nvGrpSpPr>
          <p:cNvPr id="120" name="Group 119">
            <a:extLst>
              <a:ext uri="{FF2B5EF4-FFF2-40B4-BE49-F238E27FC236}">
                <a16:creationId xmlns:a16="http://schemas.microsoft.com/office/drawing/2014/main" id="{AF00814D-5514-6D06-C353-EC4911F0BA2B}"/>
              </a:ext>
            </a:extLst>
          </p:cNvPr>
          <p:cNvGrpSpPr/>
          <p:nvPr/>
        </p:nvGrpSpPr>
        <p:grpSpPr>
          <a:xfrm>
            <a:off x="8366598" y="4999070"/>
            <a:ext cx="575280" cy="509760"/>
            <a:chOff x="8366598" y="4999070"/>
            <a:chExt cx="575280" cy="509760"/>
          </a:xfrm>
        </p:grpSpPr>
        <mc:AlternateContent xmlns:mc="http://schemas.openxmlformats.org/markup-compatibility/2006" xmlns:p14="http://schemas.microsoft.com/office/powerpoint/2010/main">
          <mc:Choice Requires="p14">
            <p:contentPart p14:bwMode="auto" r:id="rId158">
              <p14:nvContentPartPr>
                <p14:cNvPr id="118" name="Ink 117">
                  <a:extLst>
                    <a:ext uri="{FF2B5EF4-FFF2-40B4-BE49-F238E27FC236}">
                      <a16:creationId xmlns:a16="http://schemas.microsoft.com/office/drawing/2014/main" id="{DE68FF7E-D981-EB74-C705-9AC6B1B360BA}"/>
                    </a:ext>
                  </a:extLst>
                </p14:cNvPr>
                <p14:cNvContentPartPr/>
                <p14:nvPr/>
              </p14:nvContentPartPr>
              <p14:xfrm>
                <a:off x="8404398" y="5121110"/>
                <a:ext cx="170640" cy="273240"/>
              </p14:xfrm>
            </p:contentPart>
          </mc:Choice>
          <mc:Fallback xmlns="">
            <p:pic>
              <p:nvPicPr>
                <p:cNvPr id="118" name="Ink 117">
                  <a:extLst>
                    <a:ext uri="{FF2B5EF4-FFF2-40B4-BE49-F238E27FC236}">
                      <a16:creationId xmlns:a16="http://schemas.microsoft.com/office/drawing/2014/main" id="{DE68FF7E-D981-EB74-C705-9AC6B1B360BA}"/>
                    </a:ext>
                  </a:extLst>
                </p:cNvPr>
                <p:cNvPicPr/>
                <p:nvPr/>
              </p:nvPicPr>
              <p:blipFill>
                <a:blip r:embed="rId159"/>
                <a:stretch>
                  <a:fillRect/>
                </a:stretch>
              </p:blipFill>
              <p:spPr>
                <a:xfrm>
                  <a:off x="8395758" y="5112470"/>
                  <a:ext cx="18828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9" name="Ink 118">
                  <a:extLst>
                    <a:ext uri="{FF2B5EF4-FFF2-40B4-BE49-F238E27FC236}">
                      <a16:creationId xmlns:a16="http://schemas.microsoft.com/office/drawing/2014/main" id="{36208647-2B5E-68CD-6402-D6FD7745832E}"/>
                    </a:ext>
                  </a:extLst>
                </p14:cNvPr>
                <p14:cNvContentPartPr/>
                <p14:nvPr/>
              </p14:nvContentPartPr>
              <p14:xfrm>
                <a:off x="8366598" y="4999070"/>
                <a:ext cx="575280" cy="509760"/>
              </p14:xfrm>
            </p:contentPart>
          </mc:Choice>
          <mc:Fallback xmlns="">
            <p:pic>
              <p:nvPicPr>
                <p:cNvPr id="119" name="Ink 118">
                  <a:extLst>
                    <a:ext uri="{FF2B5EF4-FFF2-40B4-BE49-F238E27FC236}">
                      <a16:creationId xmlns:a16="http://schemas.microsoft.com/office/drawing/2014/main" id="{36208647-2B5E-68CD-6402-D6FD7745832E}"/>
                    </a:ext>
                  </a:extLst>
                </p:cNvPr>
                <p:cNvPicPr/>
                <p:nvPr/>
              </p:nvPicPr>
              <p:blipFill>
                <a:blip r:embed="rId161"/>
                <a:stretch>
                  <a:fillRect/>
                </a:stretch>
              </p:blipFill>
              <p:spPr>
                <a:xfrm>
                  <a:off x="8357958" y="4990430"/>
                  <a:ext cx="592920" cy="527400"/>
                </a:xfrm>
                <a:prstGeom prst="rect">
                  <a:avLst/>
                </a:prstGeom>
              </p:spPr>
            </p:pic>
          </mc:Fallback>
        </mc:AlternateContent>
      </p:grpSp>
      <p:grpSp>
        <p:nvGrpSpPr>
          <p:cNvPr id="125" name="Group 124">
            <a:extLst>
              <a:ext uri="{FF2B5EF4-FFF2-40B4-BE49-F238E27FC236}">
                <a16:creationId xmlns:a16="http://schemas.microsoft.com/office/drawing/2014/main" id="{4BF39DCE-D4C3-593E-72FA-370048B980ED}"/>
              </a:ext>
            </a:extLst>
          </p:cNvPr>
          <p:cNvGrpSpPr/>
          <p:nvPr/>
        </p:nvGrpSpPr>
        <p:grpSpPr>
          <a:xfrm>
            <a:off x="5492718" y="223310"/>
            <a:ext cx="1206720" cy="486720"/>
            <a:chOff x="5492718" y="223310"/>
            <a:chExt cx="1206720" cy="486720"/>
          </a:xfrm>
        </p:grpSpPr>
        <mc:AlternateContent xmlns:mc="http://schemas.openxmlformats.org/markup-compatibility/2006" xmlns:p14="http://schemas.microsoft.com/office/powerpoint/2010/main">
          <mc:Choice Requires="p14">
            <p:contentPart p14:bwMode="auto" r:id="rId162">
              <p14:nvContentPartPr>
                <p14:cNvPr id="121" name="Ink 120">
                  <a:extLst>
                    <a:ext uri="{FF2B5EF4-FFF2-40B4-BE49-F238E27FC236}">
                      <a16:creationId xmlns:a16="http://schemas.microsoft.com/office/drawing/2014/main" id="{584F11E4-CB99-E368-2531-9D941C18C238}"/>
                    </a:ext>
                  </a:extLst>
                </p14:cNvPr>
                <p14:cNvContentPartPr/>
                <p14:nvPr/>
              </p14:nvContentPartPr>
              <p14:xfrm>
                <a:off x="5492718" y="316190"/>
                <a:ext cx="304920" cy="309600"/>
              </p14:xfrm>
            </p:contentPart>
          </mc:Choice>
          <mc:Fallback xmlns="">
            <p:pic>
              <p:nvPicPr>
                <p:cNvPr id="121" name="Ink 120">
                  <a:extLst>
                    <a:ext uri="{FF2B5EF4-FFF2-40B4-BE49-F238E27FC236}">
                      <a16:creationId xmlns:a16="http://schemas.microsoft.com/office/drawing/2014/main" id="{584F11E4-CB99-E368-2531-9D941C18C238}"/>
                    </a:ext>
                  </a:extLst>
                </p:cNvPr>
                <p:cNvPicPr/>
                <p:nvPr/>
              </p:nvPicPr>
              <p:blipFill>
                <a:blip r:embed="rId163"/>
                <a:stretch>
                  <a:fillRect/>
                </a:stretch>
              </p:blipFill>
              <p:spPr>
                <a:xfrm>
                  <a:off x="5483718" y="307550"/>
                  <a:ext cx="32256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22" name="Ink 121">
                  <a:extLst>
                    <a:ext uri="{FF2B5EF4-FFF2-40B4-BE49-F238E27FC236}">
                      <a16:creationId xmlns:a16="http://schemas.microsoft.com/office/drawing/2014/main" id="{B48D2D10-E342-0A04-FB94-0D4CE6012807}"/>
                    </a:ext>
                  </a:extLst>
                </p14:cNvPr>
                <p14:cNvContentPartPr/>
                <p14:nvPr/>
              </p14:nvContentPartPr>
              <p14:xfrm>
                <a:off x="5858838" y="428870"/>
                <a:ext cx="134280" cy="175320"/>
              </p14:xfrm>
            </p:contentPart>
          </mc:Choice>
          <mc:Fallback xmlns="">
            <p:pic>
              <p:nvPicPr>
                <p:cNvPr id="122" name="Ink 121">
                  <a:extLst>
                    <a:ext uri="{FF2B5EF4-FFF2-40B4-BE49-F238E27FC236}">
                      <a16:creationId xmlns:a16="http://schemas.microsoft.com/office/drawing/2014/main" id="{B48D2D10-E342-0A04-FB94-0D4CE6012807}"/>
                    </a:ext>
                  </a:extLst>
                </p:cNvPr>
                <p:cNvPicPr/>
                <p:nvPr/>
              </p:nvPicPr>
              <p:blipFill>
                <a:blip r:embed="rId165"/>
                <a:stretch>
                  <a:fillRect/>
                </a:stretch>
              </p:blipFill>
              <p:spPr>
                <a:xfrm>
                  <a:off x="5849838" y="420230"/>
                  <a:ext cx="15192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23" name="Ink 122">
                  <a:extLst>
                    <a:ext uri="{FF2B5EF4-FFF2-40B4-BE49-F238E27FC236}">
                      <a16:creationId xmlns:a16="http://schemas.microsoft.com/office/drawing/2014/main" id="{28DB2236-529F-A018-8198-FCDB318301D1}"/>
                    </a:ext>
                  </a:extLst>
                </p14:cNvPr>
                <p14:cNvContentPartPr/>
                <p14:nvPr/>
              </p14:nvContentPartPr>
              <p14:xfrm>
                <a:off x="6058638" y="223310"/>
                <a:ext cx="317160" cy="366840"/>
              </p14:xfrm>
            </p:contentPart>
          </mc:Choice>
          <mc:Fallback xmlns="">
            <p:pic>
              <p:nvPicPr>
                <p:cNvPr id="123" name="Ink 122">
                  <a:extLst>
                    <a:ext uri="{FF2B5EF4-FFF2-40B4-BE49-F238E27FC236}">
                      <a16:creationId xmlns:a16="http://schemas.microsoft.com/office/drawing/2014/main" id="{28DB2236-529F-A018-8198-FCDB318301D1}"/>
                    </a:ext>
                  </a:extLst>
                </p:cNvPr>
                <p:cNvPicPr/>
                <p:nvPr/>
              </p:nvPicPr>
              <p:blipFill>
                <a:blip r:embed="rId167"/>
                <a:stretch>
                  <a:fillRect/>
                </a:stretch>
              </p:blipFill>
              <p:spPr>
                <a:xfrm>
                  <a:off x="6049998" y="214670"/>
                  <a:ext cx="33480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24" name="Ink 123">
                  <a:extLst>
                    <a:ext uri="{FF2B5EF4-FFF2-40B4-BE49-F238E27FC236}">
                      <a16:creationId xmlns:a16="http://schemas.microsoft.com/office/drawing/2014/main" id="{EAE24C1E-C370-7C25-7853-75AA324477AF}"/>
                    </a:ext>
                  </a:extLst>
                </p14:cNvPr>
                <p14:cNvContentPartPr/>
                <p14:nvPr/>
              </p14:nvContentPartPr>
              <p14:xfrm>
                <a:off x="5700798" y="671150"/>
                <a:ext cx="998640" cy="38880"/>
              </p14:xfrm>
            </p:contentPart>
          </mc:Choice>
          <mc:Fallback xmlns="">
            <p:pic>
              <p:nvPicPr>
                <p:cNvPr id="124" name="Ink 123">
                  <a:extLst>
                    <a:ext uri="{FF2B5EF4-FFF2-40B4-BE49-F238E27FC236}">
                      <a16:creationId xmlns:a16="http://schemas.microsoft.com/office/drawing/2014/main" id="{EAE24C1E-C370-7C25-7853-75AA324477AF}"/>
                    </a:ext>
                  </a:extLst>
                </p:cNvPr>
                <p:cNvPicPr/>
                <p:nvPr/>
              </p:nvPicPr>
              <p:blipFill>
                <a:blip r:embed="rId169"/>
                <a:stretch>
                  <a:fillRect/>
                </a:stretch>
              </p:blipFill>
              <p:spPr>
                <a:xfrm>
                  <a:off x="5692158" y="662150"/>
                  <a:ext cx="1016280" cy="56520"/>
                </a:xfrm>
                <a:prstGeom prst="rect">
                  <a:avLst/>
                </a:prstGeom>
              </p:spPr>
            </p:pic>
          </mc:Fallback>
        </mc:AlternateContent>
      </p:grpSp>
      <p:grpSp>
        <p:nvGrpSpPr>
          <p:cNvPr id="132" name="Group 131">
            <a:extLst>
              <a:ext uri="{FF2B5EF4-FFF2-40B4-BE49-F238E27FC236}">
                <a16:creationId xmlns:a16="http://schemas.microsoft.com/office/drawing/2014/main" id="{D00AACAD-D6A8-E9E1-D136-3F98F6C96D83}"/>
              </a:ext>
            </a:extLst>
          </p:cNvPr>
          <p:cNvGrpSpPr/>
          <p:nvPr/>
        </p:nvGrpSpPr>
        <p:grpSpPr>
          <a:xfrm>
            <a:off x="5894118" y="2039150"/>
            <a:ext cx="190800" cy="256320"/>
            <a:chOff x="5894118" y="2039150"/>
            <a:chExt cx="190800" cy="256320"/>
          </a:xfrm>
        </p:grpSpPr>
        <mc:AlternateContent xmlns:mc="http://schemas.openxmlformats.org/markup-compatibility/2006" xmlns:p14="http://schemas.microsoft.com/office/powerpoint/2010/main">
          <mc:Choice Requires="p14">
            <p:contentPart p14:bwMode="auto" r:id="rId170">
              <p14:nvContentPartPr>
                <p14:cNvPr id="126" name="Ink 125">
                  <a:extLst>
                    <a:ext uri="{FF2B5EF4-FFF2-40B4-BE49-F238E27FC236}">
                      <a16:creationId xmlns:a16="http://schemas.microsoft.com/office/drawing/2014/main" id="{49C712B1-5724-484E-6591-19ED095C2E51}"/>
                    </a:ext>
                  </a:extLst>
                </p14:cNvPr>
                <p14:cNvContentPartPr/>
                <p14:nvPr/>
              </p14:nvContentPartPr>
              <p14:xfrm>
                <a:off x="5894118" y="2039150"/>
                <a:ext cx="87120" cy="243720"/>
              </p14:xfrm>
            </p:contentPart>
          </mc:Choice>
          <mc:Fallback xmlns="">
            <p:pic>
              <p:nvPicPr>
                <p:cNvPr id="126" name="Ink 125">
                  <a:extLst>
                    <a:ext uri="{FF2B5EF4-FFF2-40B4-BE49-F238E27FC236}">
                      <a16:creationId xmlns:a16="http://schemas.microsoft.com/office/drawing/2014/main" id="{49C712B1-5724-484E-6591-19ED095C2E51}"/>
                    </a:ext>
                  </a:extLst>
                </p:cNvPr>
                <p:cNvPicPr/>
                <p:nvPr/>
              </p:nvPicPr>
              <p:blipFill>
                <a:blip r:embed="rId171"/>
                <a:stretch>
                  <a:fillRect/>
                </a:stretch>
              </p:blipFill>
              <p:spPr>
                <a:xfrm>
                  <a:off x="5885118" y="2030150"/>
                  <a:ext cx="10476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27" name="Ink 126">
                  <a:extLst>
                    <a:ext uri="{FF2B5EF4-FFF2-40B4-BE49-F238E27FC236}">
                      <a16:creationId xmlns:a16="http://schemas.microsoft.com/office/drawing/2014/main" id="{E8F3ADBF-5D05-238A-A232-D7E1271B70C5}"/>
                    </a:ext>
                  </a:extLst>
                </p14:cNvPr>
                <p14:cNvContentPartPr/>
                <p14:nvPr/>
              </p14:nvContentPartPr>
              <p14:xfrm>
                <a:off x="6008598" y="2061830"/>
                <a:ext cx="62280" cy="233640"/>
              </p14:xfrm>
            </p:contentPart>
          </mc:Choice>
          <mc:Fallback xmlns="">
            <p:pic>
              <p:nvPicPr>
                <p:cNvPr id="127" name="Ink 126">
                  <a:extLst>
                    <a:ext uri="{FF2B5EF4-FFF2-40B4-BE49-F238E27FC236}">
                      <a16:creationId xmlns:a16="http://schemas.microsoft.com/office/drawing/2014/main" id="{E8F3ADBF-5D05-238A-A232-D7E1271B70C5}"/>
                    </a:ext>
                  </a:extLst>
                </p:cNvPr>
                <p:cNvPicPr/>
                <p:nvPr/>
              </p:nvPicPr>
              <p:blipFill>
                <a:blip r:embed="rId173"/>
                <a:stretch>
                  <a:fillRect/>
                </a:stretch>
              </p:blipFill>
              <p:spPr>
                <a:xfrm>
                  <a:off x="5999598" y="2052830"/>
                  <a:ext cx="7992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128" name="Ink 127">
                  <a:extLst>
                    <a:ext uri="{FF2B5EF4-FFF2-40B4-BE49-F238E27FC236}">
                      <a16:creationId xmlns:a16="http://schemas.microsoft.com/office/drawing/2014/main" id="{6A652FD7-2BBA-0C8E-64D5-4350BFA9E849}"/>
                    </a:ext>
                  </a:extLst>
                </p14:cNvPr>
                <p14:cNvContentPartPr/>
                <p14:nvPr/>
              </p14:nvContentPartPr>
              <p14:xfrm>
                <a:off x="6008598" y="2143910"/>
                <a:ext cx="76320" cy="20880"/>
              </p14:xfrm>
            </p:contentPart>
          </mc:Choice>
          <mc:Fallback xmlns="">
            <p:pic>
              <p:nvPicPr>
                <p:cNvPr id="128" name="Ink 127">
                  <a:extLst>
                    <a:ext uri="{FF2B5EF4-FFF2-40B4-BE49-F238E27FC236}">
                      <a16:creationId xmlns:a16="http://schemas.microsoft.com/office/drawing/2014/main" id="{6A652FD7-2BBA-0C8E-64D5-4350BFA9E849}"/>
                    </a:ext>
                  </a:extLst>
                </p:cNvPr>
                <p:cNvPicPr/>
                <p:nvPr/>
              </p:nvPicPr>
              <p:blipFill>
                <a:blip r:embed="rId175"/>
                <a:stretch>
                  <a:fillRect/>
                </a:stretch>
              </p:blipFill>
              <p:spPr>
                <a:xfrm>
                  <a:off x="5999598" y="2135270"/>
                  <a:ext cx="93960" cy="38520"/>
                </a:xfrm>
                <a:prstGeom prst="rect">
                  <a:avLst/>
                </a:prstGeom>
              </p:spPr>
            </p:pic>
          </mc:Fallback>
        </mc:AlternateContent>
      </p:grpSp>
      <p:grpSp>
        <p:nvGrpSpPr>
          <p:cNvPr id="131" name="Group 130">
            <a:extLst>
              <a:ext uri="{FF2B5EF4-FFF2-40B4-BE49-F238E27FC236}">
                <a16:creationId xmlns:a16="http://schemas.microsoft.com/office/drawing/2014/main" id="{62511298-0DEA-8CAE-26D2-11AC75A1ED93}"/>
              </a:ext>
            </a:extLst>
          </p:cNvPr>
          <p:cNvGrpSpPr/>
          <p:nvPr/>
        </p:nvGrpSpPr>
        <p:grpSpPr>
          <a:xfrm>
            <a:off x="6004998" y="1669430"/>
            <a:ext cx="154800" cy="205560"/>
            <a:chOff x="6004998" y="1669430"/>
            <a:chExt cx="154800" cy="205560"/>
          </a:xfrm>
        </p:grpSpPr>
        <mc:AlternateContent xmlns:mc="http://schemas.openxmlformats.org/markup-compatibility/2006" xmlns:p14="http://schemas.microsoft.com/office/powerpoint/2010/main">
          <mc:Choice Requires="p14">
            <p:contentPart p14:bwMode="auto" r:id="rId176">
              <p14:nvContentPartPr>
                <p14:cNvPr id="129" name="Ink 128">
                  <a:extLst>
                    <a:ext uri="{FF2B5EF4-FFF2-40B4-BE49-F238E27FC236}">
                      <a16:creationId xmlns:a16="http://schemas.microsoft.com/office/drawing/2014/main" id="{6101D77E-A99B-5D08-DDD0-DE2BB8841F21}"/>
                    </a:ext>
                  </a:extLst>
                </p14:cNvPr>
                <p14:cNvContentPartPr/>
                <p14:nvPr/>
              </p14:nvContentPartPr>
              <p14:xfrm>
                <a:off x="6008598" y="1731350"/>
                <a:ext cx="10080" cy="143640"/>
              </p14:xfrm>
            </p:contentPart>
          </mc:Choice>
          <mc:Fallback xmlns="">
            <p:pic>
              <p:nvPicPr>
                <p:cNvPr id="129" name="Ink 128">
                  <a:extLst>
                    <a:ext uri="{FF2B5EF4-FFF2-40B4-BE49-F238E27FC236}">
                      <a16:creationId xmlns:a16="http://schemas.microsoft.com/office/drawing/2014/main" id="{6101D77E-A99B-5D08-DDD0-DE2BB8841F21}"/>
                    </a:ext>
                  </a:extLst>
                </p:cNvPr>
                <p:cNvPicPr/>
                <p:nvPr/>
              </p:nvPicPr>
              <p:blipFill>
                <a:blip r:embed="rId177"/>
                <a:stretch>
                  <a:fillRect/>
                </a:stretch>
              </p:blipFill>
              <p:spPr>
                <a:xfrm>
                  <a:off x="5999958" y="1722350"/>
                  <a:ext cx="2772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30" name="Ink 129">
                  <a:extLst>
                    <a:ext uri="{FF2B5EF4-FFF2-40B4-BE49-F238E27FC236}">
                      <a16:creationId xmlns:a16="http://schemas.microsoft.com/office/drawing/2014/main" id="{74A2344F-7377-17A4-3794-CAB205AE160D}"/>
                    </a:ext>
                  </a:extLst>
                </p14:cNvPr>
                <p14:cNvContentPartPr/>
                <p14:nvPr/>
              </p14:nvContentPartPr>
              <p14:xfrm>
                <a:off x="6004998" y="1669430"/>
                <a:ext cx="154800" cy="198000"/>
              </p14:xfrm>
            </p:contentPart>
          </mc:Choice>
          <mc:Fallback xmlns="">
            <p:pic>
              <p:nvPicPr>
                <p:cNvPr id="130" name="Ink 129">
                  <a:extLst>
                    <a:ext uri="{FF2B5EF4-FFF2-40B4-BE49-F238E27FC236}">
                      <a16:creationId xmlns:a16="http://schemas.microsoft.com/office/drawing/2014/main" id="{74A2344F-7377-17A4-3794-CAB205AE160D}"/>
                    </a:ext>
                  </a:extLst>
                </p:cNvPr>
                <p:cNvPicPr/>
                <p:nvPr/>
              </p:nvPicPr>
              <p:blipFill>
                <a:blip r:embed="rId179"/>
                <a:stretch>
                  <a:fillRect/>
                </a:stretch>
              </p:blipFill>
              <p:spPr>
                <a:xfrm>
                  <a:off x="5995998" y="1660430"/>
                  <a:ext cx="172440" cy="215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0">
            <p14:nvContentPartPr>
              <p14:cNvPr id="133" name="Ink 132">
                <a:extLst>
                  <a:ext uri="{FF2B5EF4-FFF2-40B4-BE49-F238E27FC236}">
                    <a16:creationId xmlns:a16="http://schemas.microsoft.com/office/drawing/2014/main" id="{B08ECDCB-9737-E427-D825-E5356932B225}"/>
                  </a:ext>
                </a:extLst>
              </p14:cNvPr>
              <p14:cNvContentPartPr/>
              <p14:nvPr/>
            </p14:nvContentPartPr>
            <p14:xfrm>
              <a:off x="5995638" y="1334270"/>
              <a:ext cx="185400" cy="159840"/>
            </p14:xfrm>
          </p:contentPart>
        </mc:Choice>
        <mc:Fallback xmlns="">
          <p:pic>
            <p:nvPicPr>
              <p:cNvPr id="133" name="Ink 132">
                <a:extLst>
                  <a:ext uri="{FF2B5EF4-FFF2-40B4-BE49-F238E27FC236}">
                    <a16:creationId xmlns:a16="http://schemas.microsoft.com/office/drawing/2014/main" id="{B08ECDCB-9737-E427-D825-E5356932B225}"/>
                  </a:ext>
                </a:extLst>
              </p:cNvPr>
              <p:cNvPicPr/>
              <p:nvPr/>
            </p:nvPicPr>
            <p:blipFill>
              <a:blip r:embed="rId181"/>
              <a:stretch>
                <a:fillRect/>
              </a:stretch>
            </p:blipFill>
            <p:spPr>
              <a:xfrm>
                <a:off x="5986998" y="1325270"/>
                <a:ext cx="203040" cy="177480"/>
              </a:xfrm>
              <a:prstGeom prst="rect">
                <a:avLst/>
              </a:prstGeom>
            </p:spPr>
          </p:pic>
        </mc:Fallback>
      </mc:AlternateContent>
      <p:grpSp>
        <p:nvGrpSpPr>
          <p:cNvPr id="136" name="Group 135">
            <a:extLst>
              <a:ext uri="{FF2B5EF4-FFF2-40B4-BE49-F238E27FC236}">
                <a16:creationId xmlns:a16="http://schemas.microsoft.com/office/drawing/2014/main" id="{FDFE1D74-45CD-877F-6552-DB8F45FB9910}"/>
              </a:ext>
            </a:extLst>
          </p:cNvPr>
          <p:cNvGrpSpPr/>
          <p:nvPr/>
        </p:nvGrpSpPr>
        <p:grpSpPr>
          <a:xfrm>
            <a:off x="6018318" y="895790"/>
            <a:ext cx="149040" cy="252360"/>
            <a:chOff x="6018318" y="895790"/>
            <a:chExt cx="149040" cy="252360"/>
          </a:xfrm>
        </p:grpSpPr>
        <mc:AlternateContent xmlns:mc="http://schemas.openxmlformats.org/markup-compatibility/2006" xmlns:p14="http://schemas.microsoft.com/office/powerpoint/2010/main">
          <mc:Choice Requires="p14">
            <p:contentPart p14:bwMode="auto" r:id="rId182">
              <p14:nvContentPartPr>
                <p14:cNvPr id="134" name="Ink 133">
                  <a:extLst>
                    <a:ext uri="{FF2B5EF4-FFF2-40B4-BE49-F238E27FC236}">
                      <a16:creationId xmlns:a16="http://schemas.microsoft.com/office/drawing/2014/main" id="{7A2EADEF-4203-51CE-953A-E4C1A3471185}"/>
                    </a:ext>
                  </a:extLst>
                </p14:cNvPr>
                <p14:cNvContentPartPr/>
                <p14:nvPr/>
              </p14:nvContentPartPr>
              <p14:xfrm>
                <a:off x="6018318" y="997310"/>
                <a:ext cx="21240" cy="150840"/>
              </p14:xfrm>
            </p:contentPart>
          </mc:Choice>
          <mc:Fallback xmlns="">
            <p:pic>
              <p:nvPicPr>
                <p:cNvPr id="134" name="Ink 133">
                  <a:extLst>
                    <a:ext uri="{FF2B5EF4-FFF2-40B4-BE49-F238E27FC236}">
                      <a16:creationId xmlns:a16="http://schemas.microsoft.com/office/drawing/2014/main" id="{7A2EADEF-4203-51CE-953A-E4C1A3471185}"/>
                    </a:ext>
                  </a:extLst>
                </p:cNvPr>
                <p:cNvPicPr/>
                <p:nvPr/>
              </p:nvPicPr>
              <p:blipFill>
                <a:blip r:embed="rId183"/>
                <a:stretch>
                  <a:fillRect/>
                </a:stretch>
              </p:blipFill>
              <p:spPr>
                <a:xfrm>
                  <a:off x="6009318" y="988670"/>
                  <a:ext cx="388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35" name="Ink 134">
                  <a:extLst>
                    <a:ext uri="{FF2B5EF4-FFF2-40B4-BE49-F238E27FC236}">
                      <a16:creationId xmlns:a16="http://schemas.microsoft.com/office/drawing/2014/main" id="{D0F06E46-4A18-6030-3015-EB6A34AA39AC}"/>
                    </a:ext>
                  </a:extLst>
                </p14:cNvPr>
                <p14:cNvContentPartPr/>
                <p14:nvPr/>
              </p14:nvContentPartPr>
              <p14:xfrm>
                <a:off x="6027678" y="895790"/>
                <a:ext cx="139680" cy="244440"/>
              </p14:xfrm>
            </p:contentPart>
          </mc:Choice>
          <mc:Fallback xmlns="">
            <p:pic>
              <p:nvPicPr>
                <p:cNvPr id="135" name="Ink 134">
                  <a:extLst>
                    <a:ext uri="{FF2B5EF4-FFF2-40B4-BE49-F238E27FC236}">
                      <a16:creationId xmlns:a16="http://schemas.microsoft.com/office/drawing/2014/main" id="{D0F06E46-4A18-6030-3015-EB6A34AA39AC}"/>
                    </a:ext>
                  </a:extLst>
                </p:cNvPr>
                <p:cNvPicPr/>
                <p:nvPr/>
              </p:nvPicPr>
              <p:blipFill>
                <a:blip r:embed="rId185"/>
                <a:stretch>
                  <a:fillRect/>
                </a:stretch>
              </p:blipFill>
              <p:spPr>
                <a:xfrm>
                  <a:off x="6018678" y="886790"/>
                  <a:ext cx="157320" cy="262080"/>
                </a:xfrm>
                <a:prstGeom prst="rect">
                  <a:avLst/>
                </a:prstGeom>
              </p:spPr>
            </p:pic>
          </mc:Fallback>
        </mc:AlternateContent>
      </p:grpSp>
      <p:grpSp>
        <p:nvGrpSpPr>
          <p:cNvPr id="140" name="Group 139">
            <a:extLst>
              <a:ext uri="{FF2B5EF4-FFF2-40B4-BE49-F238E27FC236}">
                <a16:creationId xmlns:a16="http://schemas.microsoft.com/office/drawing/2014/main" id="{51E3977C-F6DF-3179-C061-5375A59A337C}"/>
              </a:ext>
            </a:extLst>
          </p:cNvPr>
          <p:cNvGrpSpPr/>
          <p:nvPr/>
        </p:nvGrpSpPr>
        <p:grpSpPr>
          <a:xfrm>
            <a:off x="6438078" y="1287830"/>
            <a:ext cx="307800" cy="325440"/>
            <a:chOff x="6438078" y="1287830"/>
            <a:chExt cx="307800" cy="325440"/>
          </a:xfrm>
        </p:grpSpPr>
        <mc:AlternateContent xmlns:mc="http://schemas.openxmlformats.org/markup-compatibility/2006" xmlns:p14="http://schemas.microsoft.com/office/powerpoint/2010/main">
          <mc:Choice Requires="p14">
            <p:contentPart p14:bwMode="auto" r:id="rId186">
              <p14:nvContentPartPr>
                <p14:cNvPr id="137" name="Ink 136">
                  <a:extLst>
                    <a:ext uri="{FF2B5EF4-FFF2-40B4-BE49-F238E27FC236}">
                      <a16:creationId xmlns:a16="http://schemas.microsoft.com/office/drawing/2014/main" id="{B94D5541-A500-54DA-200F-E37368B09644}"/>
                    </a:ext>
                  </a:extLst>
                </p14:cNvPr>
                <p14:cNvContentPartPr/>
                <p14:nvPr/>
              </p14:nvContentPartPr>
              <p14:xfrm>
                <a:off x="6466158" y="1388990"/>
                <a:ext cx="198360" cy="20160"/>
              </p14:xfrm>
            </p:contentPart>
          </mc:Choice>
          <mc:Fallback xmlns="">
            <p:pic>
              <p:nvPicPr>
                <p:cNvPr id="137" name="Ink 136">
                  <a:extLst>
                    <a:ext uri="{FF2B5EF4-FFF2-40B4-BE49-F238E27FC236}">
                      <a16:creationId xmlns:a16="http://schemas.microsoft.com/office/drawing/2014/main" id="{B94D5541-A500-54DA-200F-E37368B09644}"/>
                    </a:ext>
                  </a:extLst>
                </p:cNvPr>
                <p:cNvPicPr/>
                <p:nvPr/>
              </p:nvPicPr>
              <p:blipFill>
                <a:blip r:embed="rId187"/>
                <a:stretch>
                  <a:fillRect/>
                </a:stretch>
              </p:blipFill>
              <p:spPr>
                <a:xfrm>
                  <a:off x="6457158" y="1380350"/>
                  <a:ext cx="21600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38" name="Ink 137">
                  <a:extLst>
                    <a:ext uri="{FF2B5EF4-FFF2-40B4-BE49-F238E27FC236}">
                      <a16:creationId xmlns:a16="http://schemas.microsoft.com/office/drawing/2014/main" id="{5A06F727-816A-EF60-1535-3B9384E85F41}"/>
                    </a:ext>
                  </a:extLst>
                </p14:cNvPr>
                <p14:cNvContentPartPr/>
                <p14:nvPr/>
              </p14:nvContentPartPr>
              <p14:xfrm>
                <a:off x="6438078" y="1445870"/>
                <a:ext cx="197280" cy="20160"/>
              </p14:xfrm>
            </p:contentPart>
          </mc:Choice>
          <mc:Fallback xmlns="">
            <p:pic>
              <p:nvPicPr>
                <p:cNvPr id="138" name="Ink 137">
                  <a:extLst>
                    <a:ext uri="{FF2B5EF4-FFF2-40B4-BE49-F238E27FC236}">
                      <a16:creationId xmlns:a16="http://schemas.microsoft.com/office/drawing/2014/main" id="{5A06F727-816A-EF60-1535-3B9384E85F41}"/>
                    </a:ext>
                  </a:extLst>
                </p:cNvPr>
                <p:cNvPicPr/>
                <p:nvPr/>
              </p:nvPicPr>
              <p:blipFill>
                <a:blip r:embed="rId189"/>
                <a:stretch>
                  <a:fillRect/>
                </a:stretch>
              </p:blipFill>
              <p:spPr>
                <a:xfrm>
                  <a:off x="6429078" y="1437230"/>
                  <a:ext cx="214920" cy="3780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39" name="Ink 138">
                  <a:extLst>
                    <a:ext uri="{FF2B5EF4-FFF2-40B4-BE49-F238E27FC236}">
                      <a16:creationId xmlns:a16="http://schemas.microsoft.com/office/drawing/2014/main" id="{B7E20B46-42F7-2F7A-B533-F9CEA2E4E79A}"/>
                    </a:ext>
                  </a:extLst>
                </p14:cNvPr>
                <p14:cNvContentPartPr/>
                <p14:nvPr/>
              </p14:nvContentPartPr>
              <p14:xfrm>
                <a:off x="6519078" y="1287830"/>
                <a:ext cx="226800" cy="325440"/>
              </p14:xfrm>
            </p:contentPart>
          </mc:Choice>
          <mc:Fallback xmlns="">
            <p:pic>
              <p:nvPicPr>
                <p:cNvPr id="139" name="Ink 138">
                  <a:extLst>
                    <a:ext uri="{FF2B5EF4-FFF2-40B4-BE49-F238E27FC236}">
                      <a16:creationId xmlns:a16="http://schemas.microsoft.com/office/drawing/2014/main" id="{B7E20B46-42F7-2F7A-B533-F9CEA2E4E79A}"/>
                    </a:ext>
                  </a:extLst>
                </p:cNvPr>
                <p:cNvPicPr/>
                <p:nvPr/>
              </p:nvPicPr>
              <p:blipFill>
                <a:blip r:embed="rId191"/>
                <a:stretch>
                  <a:fillRect/>
                </a:stretch>
              </p:blipFill>
              <p:spPr>
                <a:xfrm>
                  <a:off x="6510438" y="1278830"/>
                  <a:ext cx="244440" cy="343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2">
            <p14:nvContentPartPr>
              <p14:cNvPr id="141" name="Ink 140">
                <a:extLst>
                  <a:ext uri="{FF2B5EF4-FFF2-40B4-BE49-F238E27FC236}">
                    <a16:creationId xmlns:a16="http://schemas.microsoft.com/office/drawing/2014/main" id="{B32933AF-76EB-40F9-2030-4586C3383586}"/>
                  </a:ext>
                </a:extLst>
              </p14:cNvPr>
              <p14:cNvContentPartPr/>
              <p14:nvPr/>
            </p14:nvContentPartPr>
            <p14:xfrm>
              <a:off x="7042878" y="1136270"/>
              <a:ext cx="151560" cy="302760"/>
            </p14:xfrm>
          </p:contentPart>
        </mc:Choice>
        <mc:Fallback xmlns="">
          <p:pic>
            <p:nvPicPr>
              <p:cNvPr id="141" name="Ink 140">
                <a:extLst>
                  <a:ext uri="{FF2B5EF4-FFF2-40B4-BE49-F238E27FC236}">
                    <a16:creationId xmlns:a16="http://schemas.microsoft.com/office/drawing/2014/main" id="{B32933AF-76EB-40F9-2030-4586C3383586}"/>
                  </a:ext>
                </a:extLst>
              </p:cNvPr>
              <p:cNvPicPr/>
              <p:nvPr/>
            </p:nvPicPr>
            <p:blipFill>
              <a:blip r:embed="rId193"/>
              <a:stretch>
                <a:fillRect/>
              </a:stretch>
            </p:blipFill>
            <p:spPr>
              <a:xfrm>
                <a:off x="7033878" y="1127630"/>
                <a:ext cx="169200" cy="320400"/>
              </a:xfrm>
              <a:prstGeom prst="rect">
                <a:avLst/>
              </a:prstGeom>
            </p:spPr>
          </p:pic>
        </mc:Fallback>
      </mc:AlternateContent>
    </p:spTree>
    <p:extLst>
      <p:ext uri="{BB962C8B-B14F-4D97-AF65-F5344CB8AC3E}">
        <p14:creationId xmlns:p14="http://schemas.microsoft.com/office/powerpoint/2010/main" val="296395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D911B-0903-352D-3381-C7707C07D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04C5C-DF51-BC16-67E7-C107593A2AA0}"/>
              </a:ext>
            </a:extLst>
          </p:cNvPr>
          <p:cNvSpPr>
            <a:spLocks noGrp="1"/>
          </p:cNvSpPr>
          <p:nvPr>
            <p:ph type="title"/>
          </p:nvPr>
        </p:nvSpPr>
        <p:spPr>
          <a:xfrm>
            <a:off x="228600" y="228600"/>
            <a:ext cx="7696200" cy="608850"/>
          </a:xfrm>
        </p:spPr>
        <p:txBody>
          <a:bodyPr/>
          <a:lstStyle/>
          <a:p>
            <a:r>
              <a:rPr lang="en-US" dirty="0"/>
              <a:t>Hill Climbing Algorithm</a:t>
            </a:r>
          </a:p>
        </p:txBody>
      </p:sp>
      <p:sp>
        <p:nvSpPr>
          <p:cNvPr id="3" name="Content Placeholder 2">
            <a:extLst>
              <a:ext uri="{FF2B5EF4-FFF2-40B4-BE49-F238E27FC236}">
                <a16:creationId xmlns:a16="http://schemas.microsoft.com/office/drawing/2014/main" id="{186B3242-8A26-778F-DEFF-3AD24859759D}"/>
              </a:ext>
            </a:extLst>
          </p:cNvPr>
          <p:cNvSpPr>
            <a:spLocks noGrp="1"/>
          </p:cNvSpPr>
          <p:nvPr>
            <p:ph idx="1"/>
          </p:nvPr>
        </p:nvSpPr>
        <p:spPr>
          <a:xfrm>
            <a:off x="173332" y="914401"/>
            <a:ext cx="8589667" cy="5715000"/>
          </a:xfrm>
        </p:spPr>
        <p:txBody>
          <a:bodyPr>
            <a:normAutofit fontScale="85000" lnSpcReduction="20000"/>
          </a:bodyPr>
          <a:lstStyle/>
          <a:p>
            <a:pPr>
              <a:buNone/>
            </a:pPr>
            <a:r>
              <a:rPr lang="en-US" sz="3500" b="1" dirty="0">
                <a:solidFill>
                  <a:schemeClr val="accent6">
                    <a:lumMod val="75000"/>
                  </a:schemeClr>
                </a:solidFill>
              </a:rPr>
              <a:t>Problems in Hill Climbing:</a:t>
            </a:r>
          </a:p>
          <a:p>
            <a:pPr>
              <a:buNone/>
            </a:pPr>
            <a:endParaRPr lang="en-US" b="1" dirty="0">
              <a:solidFill>
                <a:schemeClr val="accent6">
                  <a:lumMod val="75000"/>
                </a:schemeClr>
              </a:solidFill>
            </a:endParaRPr>
          </a:p>
          <a:p>
            <a:pPr marL="502920" indent="-457200" algn="just">
              <a:lnSpc>
                <a:spcPct val="150000"/>
              </a:lnSpc>
              <a:buFont typeface="Courier New" panose="02070309020205020404" pitchFamily="49" charset="0"/>
              <a:buChar char="o"/>
            </a:pPr>
            <a:endParaRPr lang="en-US" sz="2900" b="1" dirty="0">
              <a:solidFill>
                <a:srgbClr val="C00000"/>
              </a:solidFill>
            </a:endParaRPr>
          </a:p>
          <a:p>
            <a:pPr marL="502920" indent="-457200" algn="just">
              <a:lnSpc>
                <a:spcPct val="150000"/>
              </a:lnSpc>
              <a:buFont typeface="Courier New" panose="02070309020205020404" pitchFamily="49" charset="0"/>
              <a:buChar char="o"/>
            </a:pPr>
            <a:endParaRPr lang="en-US" sz="2900" b="1" dirty="0">
              <a:solidFill>
                <a:srgbClr val="C00000"/>
              </a:solidFill>
            </a:endParaRPr>
          </a:p>
          <a:p>
            <a:pPr marL="502920" indent="-457200" algn="just">
              <a:lnSpc>
                <a:spcPct val="150000"/>
              </a:lnSpc>
              <a:buFont typeface="Courier New" panose="02070309020205020404" pitchFamily="49" charset="0"/>
              <a:buChar char="o"/>
            </a:pPr>
            <a:endParaRPr lang="en-US" sz="2900" b="1" dirty="0">
              <a:solidFill>
                <a:srgbClr val="C00000"/>
              </a:solidFill>
            </a:endParaRPr>
          </a:p>
          <a:p>
            <a:pPr marL="502920" indent="-457200" algn="just">
              <a:lnSpc>
                <a:spcPct val="150000"/>
              </a:lnSpc>
              <a:buFont typeface="Courier New" panose="02070309020205020404" pitchFamily="49" charset="0"/>
              <a:buChar char="o"/>
            </a:pPr>
            <a:endParaRPr lang="en-US" sz="2900" b="1" dirty="0">
              <a:solidFill>
                <a:srgbClr val="C00000"/>
              </a:solidFill>
            </a:endParaRPr>
          </a:p>
          <a:p>
            <a:pPr marL="502920" indent="-457200" algn="just">
              <a:lnSpc>
                <a:spcPct val="150000"/>
              </a:lnSpc>
              <a:buFont typeface="Courier New" panose="02070309020205020404" pitchFamily="49" charset="0"/>
              <a:buChar char="o"/>
            </a:pPr>
            <a:endParaRPr lang="en-US" sz="2900" b="1" dirty="0">
              <a:solidFill>
                <a:srgbClr val="C00000"/>
              </a:solidFill>
            </a:endParaRPr>
          </a:p>
          <a:p>
            <a:pPr marL="502920" indent="-457200" algn="just">
              <a:lnSpc>
                <a:spcPct val="150000"/>
              </a:lnSpc>
              <a:buFont typeface="Courier New" panose="02070309020205020404" pitchFamily="49" charset="0"/>
              <a:buChar char="o"/>
            </a:pPr>
            <a:r>
              <a:rPr lang="en-US" sz="2400" b="1" dirty="0">
                <a:solidFill>
                  <a:srgbClr val="C00000"/>
                </a:solidFill>
              </a:rPr>
              <a:t>Local Maxima: </a:t>
            </a:r>
            <a:r>
              <a:rPr lang="en-US" sz="2100" dirty="0"/>
              <a:t>A state that is better than neighboring states but worse than the global best assuming we are maximizing — the algorithm gets stuck there.</a:t>
            </a:r>
          </a:p>
          <a:p>
            <a:pPr marL="502920" indent="-457200" algn="just">
              <a:lnSpc>
                <a:spcPct val="150000"/>
              </a:lnSpc>
              <a:buFont typeface="Courier New" panose="02070309020205020404" pitchFamily="49" charset="0"/>
              <a:buChar char="o"/>
            </a:pPr>
            <a:r>
              <a:rPr lang="en-US" sz="2100" b="1" dirty="0">
                <a:solidFill>
                  <a:srgbClr val="B94917"/>
                </a:solidFill>
              </a:rPr>
              <a:t>Local Minima: </a:t>
            </a:r>
            <a:r>
              <a:rPr lang="en-US" sz="2100" dirty="0"/>
              <a:t>A state that is better than neighboring states but worse than the global best assuming we are minimizing — the algorithm gets stuck there.</a:t>
            </a:r>
          </a:p>
          <a:p>
            <a:pPr marL="502920" indent="-457200" algn="just">
              <a:lnSpc>
                <a:spcPct val="150000"/>
              </a:lnSpc>
              <a:buFont typeface="Courier New" panose="02070309020205020404" pitchFamily="49" charset="0"/>
              <a:buChar char="o"/>
            </a:pPr>
            <a:endParaRPr lang="en-US" dirty="0"/>
          </a:p>
          <a:p>
            <a:pPr algn="just">
              <a:lnSpc>
                <a:spcPct val="150000"/>
              </a:lnSpc>
            </a:pPr>
            <a:endParaRPr lang="en-US" dirty="0"/>
          </a:p>
          <a:p>
            <a:pPr algn="just">
              <a:lnSpc>
                <a:spcPct val="150000"/>
              </a:lnSpc>
            </a:pPr>
            <a:endParaRPr lang="en-US" dirty="0"/>
          </a:p>
          <a:p>
            <a:pPr algn="justLow">
              <a:lnSpc>
                <a:spcPct val="150000"/>
              </a:lnSpc>
            </a:pPr>
            <a:endParaRPr lang="en-US" dirty="0"/>
          </a:p>
        </p:txBody>
      </p:sp>
      <p:sp>
        <p:nvSpPr>
          <p:cNvPr id="4" name="Slide Number Placeholder 3">
            <a:extLst>
              <a:ext uri="{FF2B5EF4-FFF2-40B4-BE49-F238E27FC236}">
                <a16:creationId xmlns:a16="http://schemas.microsoft.com/office/drawing/2014/main" id="{C1DC378C-FEE2-16E8-8812-533C7AEA2045}"/>
              </a:ext>
            </a:extLst>
          </p:cNvPr>
          <p:cNvSpPr>
            <a:spLocks noGrp="1"/>
          </p:cNvSpPr>
          <p:nvPr>
            <p:ph type="sldNum" sz="quarter" idx="12"/>
          </p:nvPr>
        </p:nvSpPr>
        <p:spPr/>
        <p:txBody>
          <a:bodyPr/>
          <a:lstStyle/>
          <a:p>
            <a:fld id="{71C6F290-D301-4864-9490-340EF11588D9}" type="slidenum">
              <a:rPr lang="en-US" altLang="en-US" smtClean="0"/>
              <a:pPr/>
              <a:t>9</a:t>
            </a:fld>
            <a:endParaRPr lang="en-US" altLang="en-US" dirty="0"/>
          </a:p>
        </p:txBody>
      </p:sp>
      <p:pic>
        <p:nvPicPr>
          <p:cNvPr id="6" name="Picture 5">
            <a:extLst>
              <a:ext uri="{FF2B5EF4-FFF2-40B4-BE49-F238E27FC236}">
                <a16:creationId xmlns:a16="http://schemas.microsoft.com/office/drawing/2014/main" id="{BCCD6597-B94F-552C-1D68-24C20363CE66}"/>
              </a:ext>
            </a:extLst>
          </p:cNvPr>
          <p:cNvPicPr>
            <a:picLocks noChangeAspect="1"/>
          </p:cNvPicPr>
          <p:nvPr/>
        </p:nvPicPr>
        <p:blipFill>
          <a:blip r:embed="rId2"/>
          <a:stretch>
            <a:fillRect/>
          </a:stretch>
        </p:blipFill>
        <p:spPr>
          <a:xfrm>
            <a:off x="2360053" y="1447800"/>
            <a:ext cx="4615507" cy="3124200"/>
          </a:xfrm>
          <a:prstGeom prst="rect">
            <a:avLst/>
          </a:prstGeom>
        </p:spPr>
      </p:pic>
      <p:grpSp>
        <p:nvGrpSpPr>
          <p:cNvPr id="16" name="Group 15">
            <a:extLst>
              <a:ext uri="{FF2B5EF4-FFF2-40B4-BE49-F238E27FC236}">
                <a16:creationId xmlns:a16="http://schemas.microsoft.com/office/drawing/2014/main" id="{A9754BAB-2ECF-5E33-8F5C-317D537F23B3}"/>
              </a:ext>
            </a:extLst>
          </p:cNvPr>
          <p:cNvGrpSpPr/>
          <p:nvPr/>
        </p:nvGrpSpPr>
        <p:grpSpPr>
          <a:xfrm>
            <a:off x="6432318" y="1224110"/>
            <a:ext cx="2209320" cy="651960"/>
            <a:chOff x="6432318" y="1224110"/>
            <a:chExt cx="2209320" cy="65196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86F1EFC4-0750-E887-5C42-0B1C3897E3F3}"/>
                    </a:ext>
                  </a:extLst>
                </p14:cNvPr>
                <p14:cNvContentPartPr/>
                <p14:nvPr/>
              </p14:nvContentPartPr>
              <p14:xfrm>
                <a:off x="6432318" y="1353350"/>
                <a:ext cx="197280" cy="423000"/>
              </p14:xfrm>
            </p:contentPart>
          </mc:Choice>
          <mc:Fallback xmlns="">
            <p:pic>
              <p:nvPicPr>
                <p:cNvPr id="5" name="Ink 4">
                  <a:extLst>
                    <a:ext uri="{FF2B5EF4-FFF2-40B4-BE49-F238E27FC236}">
                      <a16:creationId xmlns:a16="http://schemas.microsoft.com/office/drawing/2014/main" id="{86F1EFC4-0750-E887-5C42-0B1C3897E3F3}"/>
                    </a:ext>
                  </a:extLst>
                </p:cNvPr>
                <p:cNvPicPr/>
                <p:nvPr/>
              </p:nvPicPr>
              <p:blipFill>
                <a:blip r:embed="rId4"/>
                <a:stretch>
                  <a:fillRect/>
                </a:stretch>
              </p:blipFill>
              <p:spPr>
                <a:xfrm>
                  <a:off x="6423678" y="1344350"/>
                  <a:ext cx="214920" cy="440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7355F5C0-BDF0-CB9B-F7E3-B36704E20788}"/>
                    </a:ext>
                  </a:extLst>
                </p14:cNvPr>
                <p14:cNvContentPartPr/>
                <p14:nvPr/>
              </p14:nvContentPartPr>
              <p14:xfrm>
                <a:off x="6591438" y="1613990"/>
                <a:ext cx="83160" cy="101160"/>
              </p14:xfrm>
            </p:contentPart>
          </mc:Choice>
          <mc:Fallback xmlns="">
            <p:pic>
              <p:nvPicPr>
                <p:cNvPr id="7" name="Ink 6">
                  <a:extLst>
                    <a:ext uri="{FF2B5EF4-FFF2-40B4-BE49-F238E27FC236}">
                      <a16:creationId xmlns:a16="http://schemas.microsoft.com/office/drawing/2014/main" id="{7355F5C0-BDF0-CB9B-F7E3-B36704E20788}"/>
                    </a:ext>
                  </a:extLst>
                </p:cNvPr>
                <p:cNvPicPr/>
                <p:nvPr/>
              </p:nvPicPr>
              <p:blipFill>
                <a:blip r:embed="rId6"/>
                <a:stretch>
                  <a:fillRect/>
                </a:stretch>
              </p:blipFill>
              <p:spPr>
                <a:xfrm>
                  <a:off x="6582438" y="1604990"/>
                  <a:ext cx="1008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17256062-C5F6-3A0E-544F-A9542AC83804}"/>
                    </a:ext>
                  </a:extLst>
                </p14:cNvPr>
                <p14:cNvContentPartPr/>
                <p14:nvPr/>
              </p14:nvContentPartPr>
              <p14:xfrm>
                <a:off x="6712038" y="1224110"/>
                <a:ext cx="588600" cy="604080"/>
              </p14:xfrm>
            </p:contentPart>
          </mc:Choice>
          <mc:Fallback xmlns="">
            <p:pic>
              <p:nvPicPr>
                <p:cNvPr id="8" name="Ink 7">
                  <a:extLst>
                    <a:ext uri="{FF2B5EF4-FFF2-40B4-BE49-F238E27FC236}">
                      <a16:creationId xmlns:a16="http://schemas.microsoft.com/office/drawing/2014/main" id="{17256062-C5F6-3A0E-544F-A9542AC83804}"/>
                    </a:ext>
                  </a:extLst>
                </p:cNvPr>
                <p:cNvPicPr/>
                <p:nvPr/>
              </p:nvPicPr>
              <p:blipFill>
                <a:blip r:embed="rId8"/>
                <a:stretch>
                  <a:fillRect/>
                </a:stretch>
              </p:blipFill>
              <p:spPr>
                <a:xfrm>
                  <a:off x="6703038" y="1215110"/>
                  <a:ext cx="606240" cy="621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9733744C-08A4-A7B9-EE11-929B5306C2E3}"/>
                    </a:ext>
                  </a:extLst>
                </p14:cNvPr>
                <p14:cNvContentPartPr/>
                <p14:nvPr/>
              </p14:nvContentPartPr>
              <p14:xfrm>
                <a:off x="7375158" y="1574750"/>
                <a:ext cx="365760" cy="183960"/>
              </p14:xfrm>
            </p:contentPart>
          </mc:Choice>
          <mc:Fallback xmlns="">
            <p:pic>
              <p:nvPicPr>
                <p:cNvPr id="9" name="Ink 8">
                  <a:extLst>
                    <a:ext uri="{FF2B5EF4-FFF2-40B4-BE49-F238E27FC236}">
                      <a16:creationId xmlns:a16="http://schemas.microsoft.com/office/drawing/2014/main" id="{9733744C-08A4-A7B9-EE11-929B5306C2E3}"/>
                    </a:ext>
                  </a:extLst>
                </p:cNvPr>
                <p:cNvPicPr/>
                <p:nvPr/>
              </p:nvPicPr>
              <p:blipFill>
                <a:blip r:embed="rId10"/>
                <a:stretch>
                  <a:fillRect/>
                </a:stretch>
              </p:blipFill>
              <p:spPr>
                <a:xfrm>
                  <a:off x="7366518" y="1565750"/>
                  <a:ext cx="38340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8B20E4AE-A67B-020F-E7FB-D8BA5CABC5BA}"/>
                    </a:ext>
                  </a:extLst>
                </p14:cNvPr>
                <p14:cNvContentPartPr/>
                <p14:nvPr/>
              </p14:nvContentPartPr>
              <p14:xfrm>
                <a:off x="7819038" y="1399790"/>
                <a:ext cx="360" cy="1800"/>
              </p14:xfrm>
            </p:contentPart>
          </mc:Choice>
          <mc:Fallback xmlns="">
            <p:pic>
              <p:nvPicPr>
                <p:cNvPr id="10" name="Ink 9">
                  <a:extLst>
                    <a:ext uri="{FF2B5EF4-FFF2-40B4-BE49-F238E27FC236}">
                      <a16:creationId xmlns:a16="http://schemas.microsoft.com/office/drawing/2014/main" id="{8B20E4AE-A67B-020F-E7FB-D8BA5CABC5BA}"/>
                    </a:ext>
                  </a:extLst>
                </p:cNvPr>
                <p:cNvPicPr/>
                <p:nvPr/>
              </p:nvPicPr>
              <p:blipFill>
                <a:blip r:embed="rId12"/>
                <a:stretch>
                  <a:fillRect/>
                </a:stretch>
              </p:blipFill>
              <p:spPr>
                <a:xfrm>
                  <a:off x="7810038" y="1390790"/>
                  <a:ext cx="180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3D23A2B1-692C-A6EA-22CE-E210B9C50E5F}"/>
                    </a:ext>
                  </a:extLst>
                </p14:cNvPr>
                <p14:cNvContentPartPr/>
                <p14:nvPr/>
              </p14:nvContentPartPr>
              <p14:xfrm>
                <a:off x="7794558" y="1583030"/>
                <a:ext cx="281880" cy="170280"/>
              </p14:xfrm>
            </p:contentPart>
          </mc:Choice>
          <mc:Fallback xmlns="">
            <p:pic>
              <p:nvPicPr>
                <p:cNvPr id="12" name="Ink 11">
                  <a:extLst>
                    <a:ext uri="{FF2B5EF4-FFF2-40B4-BE49-F238E27FC236}">
                      <a16:creationId xmlns:a16="http://schemas.microsoft.com/office/drawing/2014/main" id="{3D23A2B1-692C-A6EA-22CE-E210B9C50E5F}"/>
                    </a:ext>
                  </a:extLst>
                </p:cNvPr>
                <p:cNvPicPr/>
                <p:nvPr/>
              </p:nvPicPr>
              <p:blipFill>
                <a:blip r:embed="rId14"/>
                <a:stretch>
                  <a:fillRect/>
                </a:stretch>
              </p:blipFill>
              <p:spPr>
                <a:xfrm>
                  <a:off x="7785558" y="1574390"/>
                  <a:ext cx="2995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4A4A8208-0FF1-C112-1942-EE6554BA362E}"/>
                    </a:ext>
                  </a:extLst>
                </p14:cNvPr>
                <p14:cNvContentPartPr/>
                <p14:nvPr/>
              </p14:nvContentPartPr>
              <p14:xfrm>
                <a:off x="8145558" y="1483310"/>
                <a:ext cx="360" cy="13680"/>
              </p14:xfrm>
            </p:contentPart>
          </mc:Choice>
          <mc:Fallback xmlns="">
            <p:pic>
              <p:nvPicPr>
                <p:cNvPr id="13" name="Ink 12">
                  <a:extLst>
                    <a:ext uri="{FF2B5EF4-FFF2-40B4-BE49-F238E27FC236}">
                      <a16:creationId xmlns:a16="http://schemas.microsoft.com/office/drawing/2014/main" id="{4A4A8208-0FF1-C112-1942-EE6554BA362E}"/>
                    </a:ext>
                  </a:extLst>
                </p:cNvPr>
                <p:cNvPicPr/>
                <p:nvPr/>
              </p:nvPicPr>
              <p:blipFill>
                <a:blip r:embed="rId16"/>
                <a:stretch>
                  <a:fillRect/>
                </a:stretch>
              </p:blipFill>
              <p:spPr>
                <a:xfrm>
                  <a:off x="8136918" y="1474670"/>
                  <a:ext cx="180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68358D1E-E20E-5C5D-3D57-90A322F1A401}"/>
                    </a:ext>
                  </a:extLst>
                </p14:cNvPr>
                <p14:cNvContentPartPr/>
                <p14:nvPr/>
              </p14:nvContentPartPr>
              <p14:xfrm>
                <a:off x="8159598" y="1607870"/>
                <a:ext cx="255240" cy="191880"/>
              </p14:xfrm>
            </p:contentPart>
          </mc:Choice>
          <mc:Fallback xmlns="">
            <p:pic>
              <p:nvPicPr>
                <p:cNvPr id="14" name="Ink 13">
                  <a:extLst>
                    <a:ext uri="{FF2B5EF4-FFF2-40B4-BE49-F238E27FC236}">
                      <a16:creationId xmlns:a16="http://schemas.microsoft.com/office/drawing/2014/main" id="{68358D1E-E20E-5C5D-3D57-90A322F1A401}"/>
                    </a:ext>
                  </a:extLst>
                </p:cNvPr>
                <p:cNvPicPr/>
                <p:nvPr/>
              </p:nvPicPr>
              <p:blipFill>
                <a:blip r:embed="rId18"/>
                <a:stretch>
                  <a:fillRect/>
                </a:stretch>
              </p:blipFill>
              <p:spPr>
                <a:xfrm>
                  <a:off x="8150958" y="1598870"/>
                  <a:ext cx="27288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9E7B4983-0A1C-4A55-F640-689A9A683D3A}"/>
                    </a:ext>
                  </a:extLst>
                </p14:cNvPr>
                <p14:cNvContentPartPr/>
                <p14:nvPr/>
              </p14:nvContentPartPr>
              <p14:xfrm>
                <a:off x="8457678" y="1652870"/>
                <a:ext cx="183960" cy="223200"/>
              </p14:xfrm>
            </p:contentPart>
          </mc:Choice>
          <mc:Fallback xmlns="">
            <p:pic>
              <p:nvPicPr>
                <p:cNvPr id="15" name="Ink 14">
                  <a:extLst>
                    <a:ext uri="{FF2B5EF4-FFF2-40B4-BE49-F238E27FC236}">
                      <a16:creationId xmlns:a16="http://schemas.microsoft.com/office/drawing/2014/main" id="{9E7B4983-0A1C-4A55-F640-689A9A683D3A}"/>
                    </a:ext>
                  </a:extLst>
                </p:cNvPr>
                <p:cNvPicPr/>
                <p:nvPr/>
              </p:nvPicPr>
              <p:blipFill>
                <a:blip r:embed="rId20"/>
                <a:stretch>
                  <a:fillRect/>
                </a:stretch>
              </p:blipFill>
              <p:spPr>
                <a:xfrm>
                  <a:off x="8449038" y="1644230"/>
                  <a:ext cx="201600" cy="240840"/>
                </a:xfrm>
                <a:prstGeom prst="rect">
                  <a:avLst/>
                </a:prstGeom>
              </p:spPr>
            </p:pic>
          </mc:Fallback>
        </mc:AlternateContent>
      </p:grpSp>
      <p:grpSp>
        <p:nvGrpSpPr>
          <p:cNvPr id="29" name="Group 28">
            <a:extLst>
              <a:ext uri="{FF2B5EF4-FFF2-40B4-BE49-F238E27FC236}">
                <a16:creationId xmlns:a16="http://schemas.microsoft.com/office/drawing/2014/main" id="{883A3047-820F-B06E-3E87-B8165043D611}"/>
              </a:ext>
            </a:extLst>
          </p:cNvPr>
          <p:cNvGrpSpPr/>
          <p:nvPr/>
        </p:nvGrpSpPr>
        <p:grpSpPr>
          <a:xfrm>
            <a:off x="6602958" y="2672750"/>
            <a:ext cx="2334240" cy="683280"/>
            <a:chOff x="6602958" y="2672750"/>
            <a:chExt cx="2334240" cy="683280"/>
          </a:xfrm>
        </p:grpSpPr>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BECA8D28-44F5-AE4F-4391-D3862293270D}"/>
                    </a:ext>
                  </a:extLst>
                </p14:cNvPr>
                <p14:cNvContentPartPr/>
                <p14:nvPr/>
              </p14:nvContentPartPr>
              <p14:xfrm>
                <a:off x="6602958" y="2672750"/>
                <a:ext cx="143640" cy="673560"/>
              </p14:xfrm>
            </p:contentPart>
          </mc:Choice>
          <mc:Fallback xmlns="">
            <p:pic>
              <p:nvPicPr>
                <p:cNvPr id="17" name="Ink 16">
                  <a:extLst>
                    <a:ext uri="{FF2B5EF4-FFF2-40B4-BE49-F238E27FC236}">
                      <a16:creationId xmlns:a16="http://schemas.microsoft.com/office/drawing/2014/main" id="{BECA8D28-44F5-AE4F-4391-D3862293270D}"/>
                    </a:ext>
                  </a:extLst>
                </p:cNvPr>
                <p:cNvPicPr/>
                <p:nvPr/>
              </p:nvPicPr>
              <p:blipFill>
                <a:blip r:embed="rId22"/>
                <a:stretch>
                  <a:fillRect/>
                </a:stretch>
              </p:blipFill>
              <p:spPr>
                <a:xfrm>
                  <a:off x="6593958" y="2664110"/>
                  <a:ext cx="161280" cy="691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F3C4E82C-522E-6331-B728-46BAD098BFB6}"/>
                    </a:ext>
                  </a:extLst>
                </p14:cNvPr>
                <p14:cNvContentPartPr/>
                <p14:nvPr/>
              </p14:nvContentPartPr>
              <p14:xfrm>
                <a:off x="6749478" y="3191150"/>
                <a:ext cx="110520" cy="164880"/>
              </p14:xfrm>
            </p:contentPart>
          </mc:Choice>
          <mc:Fallback xmlns="">
            <p:pic>
              <p:nvPicPr>
                <p:cNvPr id="18" name="Ink 17">
                  <a:extLst>
                    <a:ext uri="{FF2B5EF4-FFF2-40B4-BE49-F238E27FC236}">
                      <a16:creationId xmlns:a16="http://schemas.microsoft.com/office/drawing/2014/main" id="{F3C4E82C-522E-6331-B728-46BAD098BFB6}"/>
                    </a:ext>
                  </a:extLst>
                </p:cNvPr>
                <p:cNvPicPr/>
                <p:nvPr/>
              </p:nvPicPr>
              <p:blipFill>
                <a:blip r:embed="rId24"/>
                <a:stretch>
                  <a:fillRect/>
                </a:stretch>
              </p:blipFill>
              <p:spPr>
                <a:xfrm>
                  <a:off x="6740478" y="3182150"/>
                  <a:ext cx="1281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7C20D663-1858-33E3-45D8-BC53FCA5EB7D}"/>
                    </a:ext>
                  </a:extLst>
                </p14:cNvPr>
                <p14:cNvContentPartPr/>
                <p14:nvPr/>
              </p14:nvContentPartPr>
              <p14:xfrm>
                <a:off x="6939558" y="3144350"/>
                <a:ext cx="151920" cy="160920"/>
              </p14:xfrm>
            </p:contentPart>
          </mc:Choice>
          <mc:Fallback xmlns="">
            <p:pic>
              <p:nvPicPr>
                <p:cNvPr id="19" name="Ink 18">
                  <a:extLst>
                    <a:ext uri="{FF2B5EF4-FFF2-40B4-BE49-F238E27FC236}">
                      <a16:creationId xmlns:a16="http://schemas.microsoft.com/office/drawing/2014/main" id="{7C20D663-1858-33E3-45D8-BC53FCA5EB7D}"/>
                    </a:ext>
                  </a:extLst>
                </p:cNvPr>
                <p:cNvPicPr/>
                <p:nvPr/>
              </p:nvPicPr>
              <p:blipFill>
                <a:blip r:embed="rId26"/>
                <a:stretch>
                  <a:fillRect/>
                </a:stretch>
              </p:blipFill>
              <p:spPr>
                <a:xfrm>
                  <a:off x="6930918" y="3135350"/>
                  <a:ext cx="16956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2D61F7DC-EE00-A9A2-CA00-533B59EF6723}"/>
                    </a:ext>
                  </a:extLst>
                </p14:cNvPr>
                <p14:cNvContentPartPr/>
                <p14:nvPr/>
              </p14:nvContentPartPr>
              <p14:xfrm>
                <a:off x="7134678" y="2715950"/>
                <a:ext cx="386280" cy="556560"/>
              </p14:xfrm>
            </p:contentPart>
          </mc:Choice>
          <mc:Fallback xmlns="">
            <p:pic>
              <p:nvPicPr>
                <p:cNvPr id="20" name="Ink 19">
                  <a:extLst>
                    <a:ext uri="{FF2B5EF4-FFF2-40B4-BE49-F238E27FC236}">
                      <a16:creationId xmlns:a16="http://schemas.microsoft.com/office/drawing/2014/main" id="{2D61F7DC-EE00-A9A2-CA00-533B59EF6723}"/>
                    </a:ext>
                  </a:extLst>
                </p:cNvPr>
                <p:cNvPicPr/>
                <p:nvPr/>
              </p:nvPicPr>
              <p:blipFill>
                <a:blip r:embed="rId28"/>
                <a:stretch>
                  <a:fillRect/>
                </a:stretch>
              </p:blipFill>
              <p:spPr>
                <a:xfrm>
                  <a:off x="7125678" y="2706950"/>
                  <a:ext cx="403920" cy="574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1" name="Ink 20">
                  <a:extLst>
                    <a:ext uri="{FF2B5EF4-FFF2-40B4-BE49-F238E27FC236}">
                      <a16:creationId xmlns:a16="http://schemas.microsoft.com/office/drawing/2014/main" id="{168DF7CB-A0AC-4FC2-70FD-85C89B30CBF6}"/>
                    </a:ext>
                  </a:extLst>
                </p14:cNvPr>
                <p14:cNvContentPartPr/>
                <p14:nvPr/>
              </p14:nvContentPartPr>
              <p14:xfrm>
                <a:off x="7697718" y="3036710"/>
                <a:ext cx="251280" cy="184680"/>
              </p14:xfrm>
            </p:contentPart>
          </mc:Choice>
          <mc:Fallback xmlns="">
            <p:pic>
              <p:nvPicPr>
                <p:cNvPr id="21" name="Ink 20">
                  <a:extLst>
                    <a:ext uri="{FF2B5EF4-FFF2-40B4-BE49-F238E27FC236}">
                      <a16:creationId xmlns:a16="http://schemas.microsoft.com/office/drawing/2014/main" id="{168DF7CB-A0AC-4FC2-70FD-85C89B30CBF6}"/>
                    </a:ext>
                  </a:extLst>
                </p:cNvPr>
                <p:cNvPicPr/>
                <p:nvPr/>
              </p:nvPicPr>
              <p:blipFill>
                <a:blip r:embed="rId30"/>
                <a:stretch>
                  <a:fillRect/>
                </a:stretch>
              </p:blipFill>
              <p:spPr>
                <a:xfrm>
                  <a:off x="7689078" y="3028070"/>
                  <a:ext cx="26892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2" name="Ink 21">
                  <a:extLst>
                    <a:ext uri="{FF2B5EF4-FFF2-40B4-BE49-F238E27FC236}">
                      <a16:creationId xmlns:a16="http://schemas.microsoft.com/office/drawing/2014/main" id="{C6076DE8-92F1-4DA2-2F1A-D355A207D272}"/>
                    </a:ext>
                  </a:extLst>
                </p14:cNvPr>
                <p14:cNvContentPartPr/>
                <p14:nvPr/>
              </p14:nvContentPartPr>
              <p14:xfrm>
                <a:off x="7979598" y="3071990"/>
                <a:ext cx="132480" cy="145080"/>
              </p14:xfrm>
            </p:contentPart>
          </mc:Choice>
          <mc:Fallback xmlns="">
            <p:pic>
              <p:nvPicPr>
                <p:cNvPr id="22" name="Ink 21">
                  <a:extLst>
                    <a:ext uri="{FF2B5EF4-FFF2-40B4-BE49-F238E27FC236}">
                      <a16:creationId xmlns:a16="http://schemas.microsoft.com/office/drawing/2014/main" id="{C6076DE8-92F1-4DA2-2F1A-D355A207D272}"/>
                    </a:ext>
                  </a:extLst>
                </p:cNvPr>
                <p:cNvPicPr/>
                <p:nvPr/>
              </p:nvPicPr>
              <p:blipFill>
                <a:blip r:embed="rId32"/>
                <a:stretch>
                  <a:fillRect/>
                </a:stretch>
              </p:blipFill>
              <p:spPr>
                <a:xfrm>
                  <a:off x="7970598" y="3063350"/>
                  <a:ext cx="15012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3" name="Ink 22">
                  <a:extLst>
                    <a:ext uri="{FF2B5EF4-FFF2-40B4-BE49-F238E27FC236}">
                      <a16:creationId xmlns:a16="http://schemas.microsoft.com/office/drawing/2014/main" id="{87A6589F-4298-7147-36CD-AFF961DAEDC1}"/>
                    </a:ext>
                  </a:extLst>
                </p14:cNvPr>
                <p14:cNvContentPartPr/>
                <p14:nvPr/>
              </p14:nvContentPartPr>
              <p14:xfrm>
                <a:off x="8148438" y="3051110"/>
                <a:ext cx="118800" cy="209880"/>
              </p14:xfrm>
            </p:contentPart>
          </mc:Choice>
          <mc:Fallback xmlns="">
            <p:pic>
              <p:nvPicPr>
                <p:cNvPr id="23" name="Ink 22">
                  <a:extLst>
                    <a:ext uri="{FF2B5EF4-FFF2-40B4-BE49-F238E27FC236}">
                      <a16:creationId xmlns:a16="http://schemas.microsoft.com/office/drawing/2014/main" id="{87A6589F-4298-7147-36CD-AFF961DAEDC1}"/>
                    </a:ext>
                  </a:extLst>
                </p:cNvPr>
                <p:cNvPicPr/>
                <p:nvPr/>
              </p:nvPicPr>
              <p:blipFill>
                <a:blip r:embed="rId34"/>
                <a:stretch>
                  <a:fillRect/>
                </a:stretch>
              </p:blipFill>
              <p:spPr>
                <a:xfrm>
                  <a:off x="8139798" y="3042110"/>
                  <a:ext cx="13644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4" name="Ink 23">
                  <a:extLst>
                    <a:ext uri="{FF2B5EF4-FFF2-40B4-BE49-F238E27FC236}">
                      <a16:creationId xmlns:a16="http://schemas.microsoft.com/office/drawing/2014/main" id="{E7BA1A31-EAF8-3751-FA76-99BCD2E648AF}"/>
                    </a:ext>
                  </a:extLst>
                </p14:cNvPr>
                <p14:cNvContentPartPr/>
                <p14:nvPr/>
              </p14:nvContentPartPr>
              <p14:xfrm>
                <a:off x="8201718" y="3056870"/>
                <a:ext cx="48240" cy="182520"/>
              </p14:xfrm>
            </p:contentPart>
          </mc:Choice>
          <mc:Fallback xmlns="">
            <p:pic>
              <p:nvPicPr>
                <p:cNvPr id="24" name="Ink 23">
                  <a:extLst>
                    <a:ext uri="{FF2B5EF4-FFF2-40B4-BE49-F238E27FC236}">
                      <a16:creationId xmlns:a16="http://schemas.microsoft.com/office/drawing/2014/main" id="{E7BA1A31-EAF8-3751-FA76-99BCD2E648AF}"/>
                    </a:ext>
                  </a:extLst>
                </p:cNvPr>
                <p:cNvPicPr/>
                <p:nvPr/>
              </p:nvPicPr>
              <p:blipFill>
                <a:blip r:embed="rId36"/>
                <a:stretch>
                  <a:fillRect/>
                </a:stretch>
              </p:blipFill>
              <p:spPr>
                <a:xfrm>
                  <a:off x="8192718" y="3048230"/>
                  <a:ext cx="6588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5" name="Ink 24">
                  <a:extLst>
                    <a:ext uri="{FF2B5EF4-FFF2-40B4-BE49-F238E27FC236}">
                      <a16:creationId xmlns:a16="http://schemas.microsoft.com/office/drawing/2014/main" id="{172D692F-C148-EAAC-F56D-2DBE0AB9F500}"/>
                    </a:ext>
                  </a:extLst>
                </p14:cNvPr>
                <p14:cNvContentPartPr/>
                <p14:nvPr/>
              </p14:nvContentPartPr>
              <p14:xfrm>
                <a:off x="8350758" y="3125270"/>
                <a:ext cx="7920" cy="102600"/>
              </p14:xfrm>
            </p:contentPart>
          </mc:Choice>
          <mc:Fallback xmlns="">
            <p:pic>
              <p:nvPicPr>
                <p:cNvPr id="25" name="Ink 24">
                  <a:extLst>
                    <a:ext uri="{FF2B5EF4-FFF2-40B4-BE49-F238E27FC236}">
                      <a16:creationId xmlns:a16="http://schemas.microsoft.com/office/drawing/2014/main" id="{172D692F-C148-EAAC-F56D-2DBE0AB9F500}"/>
                    </a:ext>
                  </a:extLst>
                </p:cNvPr>
                <p:cNvPicPr/>
                <p:nvPr/>
              </p:nvPicPr>
              <p:blipFill>
                <a:blip r:embed="rId38"/>
                <a:stretch>
                  <a:fillRect/>
                </a:stretch>
              </p:blipFill>
              <p:spPr>
                <a:xfrm>
                  <a:off x="8341758" y="3116630"/>
                  <a:ext cx="2556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6" name="Ink 25">
                  <a:extLst>
                    <a:ext uri="{FF2B5EF4-FFF2-40B4-BE49-F238E27FC236}">
                      <a16:creationId xmlns:a16="http://schemas.microsoft.com/office/drawing/2014/main" id="{B434E78C-3BF2-5D8E-1E4C-213DE7D80127}"/>
                    </a:ext>
                  </a:extLst>
                </p14:cNvPr>
                <p14:cNvContentPartPr/>
                <p14:nvPr/>
              </p14:nvContentPartPr>
              <p14:xfrm>
                <a:off x="8388198" y="2992790"/>
                <a:ext cx="360" cy="11880"/>
              </p14:xfrm>
            </p:contentPart>
          </mc:Choice>
          <mc:Fallback xmlns="">
            <p:pic>
              <p:nvPicPr>
                <p:cNvPr id="26" name="Ink 25">
                  <a:extLst>
                    <a:ext uri="{FF2B5EF4-FFF2-40B4-BE49-F238E27FC236}">
                      <a16:creationId xmlns:a16="http://schemas.microsoft.com/office/drawing/2014/main" id="{B434E78C-3BF2-5D8E-1E4C-213DE7D80127}"/>
                    </a:ext>
                  </a:extLst>
                </p:cNvPr>
                <p:cNvPicPr/>
                <p:nvPr/>
              </p:nvPicPr>
              <p:blipFill>
                <a:blip r:embed="rId16"/>
                <a:stretch>
                  <a:fillRect/>
                </a:stretch>
              </p:blipFill>
              <p:spPr>
                <a:xfrm>
                  <a:off x="8379198" y="2984150"/>
                  <a:ext cx="180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9B5BD393-683F-8A74-F525-F41906AB0307}"/>
                    </a:ext>
                  </a:extLst>
                </p14:cNvPr>
                <p14:cNvContentPartPr/>
                <p14:nvPr/>
              </p14:nvContentPartPr>
              <p14:xfrm>
                <a:off x="8431038" y="3052910"/>
                <a:ext cx="255240" cy="167760"/>
              </p14:xfrm>
            </p:contentPart>
          </mc:Choice>
          <mc:Fallback xmlns="">
            <p:pic>
              <p:nvPicPr>
                <p:cNvPr id="27" name="Ink 26">
                  <a:extLst>
                    <a:ext uri="{FF2B5EF4-FFF2-40B4-BE49-F238E27FC236}">
                      <a16:creationId xmlns:a16="http://schemas.microsoft.com/office/drawing/2014/main" id="{9B5BD393-683F-8A74-F525-F41906AB0307}"/>
                    </a:ext>
                  </a:extLst>
                </p:cNvPr>
                <p:cNvPicPr/>
                <p:nvPr/>
              </p:nvPicPr>
              <p:blipFill>
                <a:blip r:embed="rId41"/>
                <a:stretch>
                  <a:fillRect/>
                </a:stretch>
              </p:blipFill>
              <p:spPr>
                <a:xfrm>
                  <a:off x="8422398" y="3044270"/>
                  <a:ext cx="27288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16EBAB34-CF03-E1DF-7214-C5458C0D77E8}"/>
                    </a:ext>
                  </a:extLst>
                </p14:cNvPr>
                <p14:cNvContentPartPr/>
                <p14:nvPr/>
              </p14:nvContentPartPr>
              <p14:xfrm>
                <a:off x="8755758" y="3047150"/>
                <a:ext cx="181440" cy="135000"/>
              </p14:xfrm>
            </p:contentPart>
          </mc:Choice>
          <mc:Fallback xmlns="">
            <p:pic>
              <p:nvPicPr>
                <p:cNvPr id="28" name="Ink 27">
                  <a:extLst>
                    <a:ext uri="{FF2B5EF4-FFF2-40B4-BE49-F238E27FC236}">
                      <a16:creationId xmlns:a16="http://schemas.microsoft.com/office/drawing/2014/main" id="{16EBAB34-CF03-E1DF-7214-C5458C0D77E8}"/>
                    </a:ext>
                  </a:extLst>
                </p:cNvPr>
                <p:cNvPicPr/>
                <p:nvPr/>
              </p:nvPicPr>
              <p:blipFill>
                <a:blip r:embed="rId43"/>
                <a:stretch>
                  <a:fillRect/>
                </a:stretch>
              </p:blipFill>
              <p:spPr>
                <a:xfrm>
                  <a:off x="8746758" y="3038150"/>
                  <a:ext cx="199080" cy="152640"/>
                </a:xfrm>
                <a:prstGeom prst="rect">
                  <a:avLst/>
                </a:prstGeom>
              </p:spPr>
            </p:pic>
          </mc:Fallback>
        </mc:AlternateContent>
      </p:grpSp>
    </p:spTree>
    <p:extLst>
      <p:ext uri="{BB962C8B-B14F-4D97-AF65-F5344CB8AC3E}">
        <p14:creationId xmlns:p14="http://schemas.microsoft.com/office/powerpoint/2010/main" val="2362047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A7F96E-AFF9-9B3D-1278-31FC85B9EADB}"/>
              </a:ext>
            </a:extLst>
          </p:cNvPr>
          <p:cNvSpPr>
            <a:spLocks noGrp="1"/>
          </p:cNvSpPr>
          <p:nvPr>
            <p:ph type="sldNum" sz="quarter" idx="12"/>
          </p:nvPr>
        </p:nvSpPr>
        <p:spPr/>
        <p:txBody>
          <a:bodyPr/>
          <a:lstStyle/>
          <a:p>
            <a:fld id="{AC3460AA-1533-4548-8781-A6D0EAE276D6}" type="slidenum">
              <a:rPr lang="en-US" altLang="en-US" smtClean="0"/>
              <a:pPr/>
              <a:t>10</a:t>
            </a:fld>
            <a:endParaRPr lang="en-US" altLang="en-US" dirty="0"/>
          </a:p>
        </p:txBody>
      </p:sp>
      <p:sp>
        <p:nvSpPr>
          <p:cNvPr id="6" name="TextBox 5">
            <a:extLst>
              <a:ext uri="{FF2B5EF4-FFF2-40B4-BE49-F238E27FC236}">
                <a16:creationId xmlns:a16="http://schemas.microsoft.com/office/drawing/2014/main" id="{CEC4BB2D-6C4D-8390-4596-71F2BA0B3A3E}"/>
              </a:ext>
            </a:extLst>
          </p:cNvPr>
          <p:cNvSpPr txBox="1"/>
          <p:nvPr/>
        </p:nvSpPr>
        <p:spPr>
          <a:xfrm>
            <a:off x="220824" y="3644813"/>
            <a:ext cx="8458200" cy="3213187"/>
          </a:xfrm>
          <a:prstGeom prst="rect">
            <a:avLst/>
          </a:prstGeom>
          <a:noFill/>
        </p:spPr>
        <p:txBody>
          <a:bodyPr wrap="square">
            <a:spAutoFit/>
          </a:bodyPr>
          <a:lstStyle/>
          <a:p>
            <a:pPr algn="just"/>
            <a:r>
              <a:rPr lang="en-US" dirty="0">
                <a:solidFill>
                  <a:srgbClr val="C00000"/>
                </a:solidFill>
              </a:rPr>
              <a:t>Plateau: </a:t>
            </a:r>
            <a:r>
              <a:rPr lang="en-US" dirty="0"/>
              <a:t>A flat area where neighboring states have the same value — no direction appears better, leading to random wandering.</a:t>
            </a:r>
          </a:p>
          <a:p>
            <a:pPr algn="just">
              <a:buNone/>
            </a:pPr>
            <a:endParaRPr lang="en-US" dirty="0"/>
          </a:p>
          <a:p>
            <a:pPr>
              <a:buNone/>
            </a:pPr>
            <a:endParaRPr lang="en-US" dirty="0"/>
          </a:p>
          <a:p>
            <a:pPr>
              <a:buNone/>
            </a:pPr>
            <a:endParaRPr lang="en-US" dirty="0"/>
          </a:p>
          <a:p>
            <a:endParaRPr lang="en-US" dirty="0"/>
          </a:p>
        </p:txBody>
      </p:sp>
      <p:pic>
        <p:nvPicPr>
          <p:cNvPr id="7" name="Picture 6">
            <a:extLst>
              <a:ext uri="{FF2B5EF4-FFF2-40B4-BE49-F238E27FC236}">
                <a16:creationId xmlns:a16="http://schemas.microsoft.com/office/drawing/2014/main" id="{06D6D1DF-2C38-3232-404A-DCCDBBB6D73F}"/>
              </a:ext>
            </a:extLst>
          </p:cNvPr>
          <p:cNvPicPr>
            <a:picLocks noChangeAspect="1"/>
          </p:cNvPicPr>
          <p:nvPr/>
        </p:nvPicPr>
        <p:blipFill>
          <a:blip r:embed="rId2"/>
          <a:stretch>
            <a:fillRect/>
          </a:stretch>
        </p:blipFill>
        <p:spPr>
          <a:xfrm>
            <a:off x="2057400" y="1069644"/>
            <a:ext cx="4352921" cy="2359356"/>
          </a:xfrm>
          <a:prstGeom prst="rect">
            <a:avLst/>
          </a:prstGeom>
        </p:spPr>
      </p:pic>
      <p:sp>
        <p:nvSpPr>
          <p:cNvPr id="9" name="TextBox 8">
            <a:extLst>
              <a:ext uri="{FF2B5EF4-FFF2-40B4-BE49-F238E27FC236}">
                <a16:creationId xmlns:a16="http://schemas.microsoft.com/office/drawing/2014/main" id="{0CFEB162-0F41-D395-ECD8-F5C71F76A429}"/>
              </a:ext>
            </a:extLst>
          </p:cNvPr>
          <p:cNvSpPr txBox="1"/>
          <p:nvPr/>
        </p:nvSpPr>
        <p:spPr>
          <a:xfrm>
            <a:off x="609600" y="223073"/>
            <a:ext cx="7162800" cy="492443"/>
          </a:xfrm>
          <a:prstGeom prst="rect">
            <a:avLst/>
          </a:prstGeom>
          <a:noFill/>
        </p:spPr>
        <p:txBody>
          <a:bodyPr wrap="square">
            <a:spAutoFit/>
          </a:bodyPr>
          <a:lstStyle/>
          <a:p>
            <a:pPr>
              <a:buNone/>
            </a:pPr>
            <a:r>
              <a:rPr lang="en-US" dirty="0"/>
              <a:t>Hill Climbing Algorithm: Problems</a:t>
            </a:r>
          </a:p>
        </p:txBody>
      </p:sp>
    </p:spTree>
    <p:extLst>
      <p:ext uri="{BB962C8B-B14F-4D97-AF65-F5344CB8AC3E}">
        <p14:creationId xmlns:p14="http://schemas.microsoft.com/office/powerpoint/2010/main" val="4225987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873633-6E9B-0BC2-4386-E27B41A229F9}"/>
              </a:ext>
            </a:extLst>
          </p:cNvPr>
          <p:cNvSpPr>
            <a:spLocks noGrp="1"/>
          </p:cNvSpPr>
          <p:nvPr>
            <p:ph type="sldNum" sz="quarter" idx="12"/>
          </p:nvPr>
        </p:nvSpPr>
        <p:spPr/>
        <p:txBody>
          <a:bodyPr/>
          <a:lstStyle/>
          <a:p>
            <a:fld id="{AC3460AA-1533-4548-8781-A6D0EAE276D6}" type="slidenum">
              <a:rPr lang="en-US" altLang="en-US" smtClean="0"/>
              <a:pPr/>
              <a:t>11</a:t>
            </a:fld>
            <a:endParaRPr lang="en-US" altLang="en-US" dirty="0"/>
          </a:p>
        </p:txBody>
      </p:sp>
      <p:sp>
        <p:nvSpPr>
          <p:cNvPr id="4" name="TextBox 3">
            <a:extLst>
              <a:ext uri="{FF2B5EF4-FFF2-40B4-BE49-F238E27FC236}">
                <a16:creationId xmlns:a16="http://schemas.microsoft.com/office/drawing/2014/main" id="{7354F23D-771C-2820-9A2A-32589FBB1344}"/>
              </a:ext>
            </a:extLst>
          </p:cNvPr>
          <p:cNvSpPr txBox="1"/>
          <p:nvPr/>
        </p:nvSpPr>
        <p:spPr>
          <a:xfrm>
            <a:off x="533400" y="4800600"/>
            <a:ext cx="8382000" cy="1692771"/>
          </a:xfrm>
          <a:prstGeom prst="rect">
            <a:avLst/>
          </a:prstGeom>
          <a:noFill/>
        </p:spPr>
        <p:txBody>
          <a:bodyPr wrap="square">
            <a:spAutoFit/>
          </a:bodyPr>
          <a:lstStyle/>
          <a:p>
            <a:pPr algn="just"/>
            <a:r>
              <a:rPr lang="en-US" dirty="0">
                <a:solidFill>
                  <a:srgbClr val="C00000"/>
                </a:solidFill>
              </a:rPr>
              <a:t>Ridges: </a:t>
            </a:r>
            <a:r>
              <a:rPr lang="en-US" dirty="0"/>
              <a:t>Narrow paths that require moving in a direction not aligned with any single action — hard to find using local steps (the last step in ridge is the local Minima).</a:t>
            </a:r>
          </a:p>
        </p:txBody>
      </p:sp>
      <p:sp>
        <p:nvSpPr>
          <p:cNvPr id="8" name="TextBox 7">
            <a:extLst>
              <a:ext uri="{FF2B5EF4-FFF2-40B4-BE49-F238E27FC236}">
                <a16:creationId xmlns:a16="http://schemas.microsoft.com/office/drawing/2014/main" id="{B7F763DA-4345-4958-1DF6-28CA816D7776}"/>
              </a:ext>
            </a:extLst>
          </p:cNvPr>
          <p:cNvSpPr txBox="1"/>
          <p:nvPr/>
        </p:nvSpPr>
        <p:spPr>
          <a:xfrm>
            <a:off x="533400" y="118407"/>
            <a:ext cx="7162800" cy="492443"/>
          </a:xfrm>
          <a:prstGeom prst="rect">
            <a:avLst/>
          </a:prstGeom>
          <a:noFill/>
        </p:spPr>
        <p:txBody>
          <a:bodyPr wrap="square">
            <a:spAutoFit/>
          </a:bodyPr>
          <a:lstStyle/>
          <a:p>
            <a:pPr>
              <a:buNone/>
            </a:pPr>
            <a:r>
              <a:rPr lang="en-US" dirty="0"/>
              <a:t>              Hill Climbing Algorithm: Problems</a:t>
            </a:r>
          </a:p>
        </p:txBody>
      </p:sp>
      <p:graphicFrame>
        <p:nvGraphicFramePr>
          <p:cNvPr id="9" name="Object 8">
            <a:extLst>
              <a:ext uri="{FF2B5EF4-FFF2-40B4-BE49-F238E27FC236}">
                <a16:creationId xmlns:a16="http://schemas.microsoft.com/office/drawing/2014/main" id="{F74EA286-4EC7-144D-54B1-44B9C72A7ED9}"/>
              </a:ext>
            </a:extLst>
          </p:cNvPr>
          <p:cNvGraphicFramePr>
            <a:graphicFrameLocks noChangeAspect="1"/>
          </p:cNvGraphicFramePr>
          <p:nvPr>
            <p:extLst>
              <p:ext uri="{D42A27DB-BD31-4B8C-83A1-F6EECF244321}">
                <p14:modId xmlns:p14="http://schemas.microsoft.com/office/powerpoint/2010/main" val="3438569603"/>
              </p:ext>
            </p:extLst>
          </p:nvPr>
        </p:nvGraphicFramePr>
        <p:xfrm>
          <a:off x="533400" y="703272"/>
          <a:ext cx="7315200" cy="4097328"/>
        </p:xfrm>
        <a:graphic>
          <a:graphicData uri="http://schemas.openxmlformats.org/presentationml/2006/ole">
            <mc:AlternateContent xmlns:mc="http://schemas.openxmlformats.org/markup-compatibility/2006">
              <mc:Choice xmlns:v="urn:schemas-microsoft-com:vml" Requires="v">
                <p:oleObj name="Bitmap Image" r:id="rId2" imgW="10622776" imgH="10631031" progId="Paint.Picture.1">
                  <p:embed/>
                </p:oleObj>
              </mc:Choice>
              <mc:Fallback>
                <p:oleObj name="Bitmap Image" r:id="rId2" imgW="10622776" imgH="10631031" progId="Paint.Picture.1">
                  <p:embed/>
                  <p:pic>
                    <p:nvPicPr>
                      <p:cNvPr id="9" name="Object 8">
                        <a:extLst>
                          <a:ext uri="{FF2B5EF4-FFF2-40B4-BE49-F238E27FC236}">
                            <a16:creationId xmlns:a16="http://schemas.microsoft.com/office/drawing/2014/main" id="{F74EA286-4EC7-144D-54B1-44B9C72A7ED9}"/>
                          </a:ext>
                        </a:extLst>
                      </p:cNvPr>
                      <p:cNvPicPr/>
                      <p:nvPr/>
                    </p:nvPicPr>
                    <p:blipFill>
                      <a:blip r:embed="rId3"/>
                      <a:stretch>
                        <a:fillRect/>
                      </a:stretch>
                    </p:blipFill>
                    <p:spPr>
                      <a:xfrm>
                        <a:off x="533400" y="703272"/>
                        <a:ext cx="7315200" cy="4097328"/>
                      </a:xfrm>
                      <a:prstGeom prst="rect">
                        <a:avLst/>
                      </a:prstGeom>
                    </p:spPr>
                  </p:pic>
                </p:oleObj>
              </mc:Fallback>
            </mc:AlternateContent>
          </a:graphicData>
        </a:graphic>
      </p:graphicFrame>
      <p:cxnSp>
        <p:nvCxnSpPr>
          <p:cNvPr id="5" name="Straight Arrow Connector 4">
            <a:extLst>
              <a:ext uri="{FF2B5EF4-FFF2-40B4-BE49-F238E27FC236}">
                <a16:creationId xmlns:a16="http://schemas.microsoft.com/office/drawing/2014/main" id="{68B4D1AB-9CBB-C682-C98A-446032C323E5}"/>
              </a:ext>
            </a:extLst>
          </p:cNvPr>
          <p:cNvCxnSpPr>
            <a:cxnSpLocks/>
          </p:cNvCxnSpPr>
          <p:nvPr/>
        </p:nvCxnSpPr>
        <p:spPr bwMode="auto">
          <a:xfrm flipH="1">
            <a:off x="5791200" y="4038600"/>
            <a:ext cx="9906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D4B94519-C555-7B3A-D8B6-64F523F7E406}"/>
              </a:ext>
            </a:extLst>
          </p:cNvPr>
          <p:cNvCxnSpPr/>
          <p:nvPr/>
        </p:nvCxnSpPr>
        <p:spPr bwMode="auto">
          <a:xfrm>
            <a:off x="7239000" y="3886200"/>
            <a:ext cx="914400" cy="914400"/>
          </a:xfrm>
          <a:prstGeom prst="straightConnector1">
            <a:avLst/>
          </a:prstGeom>
          <a:noFill/>
          <a:ln>
            <a:noFill/>
            <a:tailEnd type="triangle"/>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Box 10">
            <a:extLst>
              <a:ext uri="{FF2B5EF4-FFF2-40B4-BE49-F238E27FC236}">
                <a16:creationId xmlns:a16="http://schemas.microsoft.com/office/drawing/2014/main" id="{F3B3B341-AF43-918D-12B7-0EFE9597AB9A}"/>
              </a:ext>
            </a:extLst>
          </p:cNvPr>
          <p:cNvSpPr txBox="1"/>
          <p:nvPr/>
        </p:nvSpPr>
        <p:spPr>
          <a:xfrm>
            <a:off x="6845558" y="3810884"/>
            <a:ext cx="1765041" cy="369332"/>
          </a:xfrm>
          <a:prstGeom prst="rect">
            <a:avLst/>
          </a:prstGeom>
          <a:noFill/>
        </p:spPr>
        <p:txBody>
          <a:bodyPr wrap="square" rtlCol="0">
            <a:spAutoFit/>
          </a:bodyPr>
          <a:lstStyle/>
          <a:p>
            <a:r>
              <a:rPr lang="en-US" sz="1800" dirty="0"/>
              <a:t>Global Minima</a:t>
            </a:r>
          </a:p>
        </p:txBody>
      </p:sp>
      <p:cxnSp>
        <p:nvCxnSpPr>
          <p:cNvPr id="13" name="Straight Arrow Connector 12">
            <a:extLst>
              <a:ext uri="{FF2B5EF4-FFF2-40B4-BE49-F238E27FC236}">
                <a16:creationId xmlns:a16="http://schemas.microsoft.com/office/drawing/2014/main" id="{677A933A-E3F2-0A54-F2AF-FD5A48ADB785}"/>
              </a:ext>
            </a:extLst>
          </p:cNvPr>
          <p:cNvCxnSpPr/>
          <p:nvPr/>
        </p:nvCxnSpPr>
        <p:spPr bwMode="auto">
          <a:xfrm flipV="1">
            <a:off x="609600" y="3429000"/>
            <a:ext cx="838200" cy="304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3403DE61-FDAB-5533-4CDF-9DB8F6BBB15E}"/>
              </a:ext>
            </a:extLst>
          </p:cNvPr>
          <p:cNvSpPr txBox="1"/>
          <p:nvPr/>
        </p:nvSpPr>
        <p:spPr>
          <a:xfrm>
            <a:off x="457201" y="3792378"/>
            <a:ext cx="2895600" cy="400110"/>
          </a:xfrm>
          <a:prstGeom prst="rect">
            <a:avLst/>
          </a:prstGeom>
          <a:noFill/>
        </p:spPr>
        <p:txBody>
          <a:bodyPr wrap="square" rtlCol="0">
            <a:spAutoFit/>
          </a:bodyPr>
          <a:lstStyle/>
          <a:p>
            <a:pPr>
              <a:buNone/>
            </a:pPr>
            <a:r>
              <a:rPr lang="en-US" sz="2000" dirty="0"/>
              <a:t>Local minima</a:t>
            </a:r>
          </a:p>
        </p:txBody>
      </p:sp>
    </p:spTree>
    <p:extLst>
      <p:ext uri="{BB962C8B-B14F-4D97-AF65-F5344CB8AC3E}">
        <p14:creationId xmlns:p14="http://schemas.microsoft.com/office/powerpoint/2010/main" val="8722896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072FF-7B7E-1618-1A81-35A5D55A7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EC6C7-EA38-D54C-5F67-34BC66E7F54A}"/>
              </a:ext>
            </a:extLst>
          </p:cNvPr>
          <p:cNvSpPr>
            <a:spLocks noGrp="1"/>
          </p:cNvSpPr>
          <p:nvPr>
            <p:ph type="title"/>
          </p:nvPr>
        </p:nvSpPr>
        <p:spPr>
          <a:xfrm>
            <a:off x="228600" y="228600"/>
            <a:ext cx="7696200" cy="914400"/>
          </a:xfrm>
        </p:spPr>
        <p:txBody>
          <a:bodyPr/>
          <a:lstStyle/>
          <a:p>
            <a:r>
              <a:rPr lang="en-US" dirty="0"/>
              <a:t>Hill Climbing Algorithm</a:t>
            </a:r>
          </a:p>
        </p:txBody>
      </p:sp>
      <p:sp>
        <p:nvSpPr>
          <p:cNvPr id="3" name="Content Placeholder 2">
            <a:extLst>
              <a:ext uri="{FF2B5EF4-FFF2-40B4-BE49-F238E27FC236}">
                <a16:creationId xmlns:a16="http://schemas.microsoft.com/office/drawing/2014/main" id="{BEDFB02E-3B38-2A11-F724-672497D607EE}"/>
              </a:ext>
            </a:extLst>
          </p:cNvPr>
          <p:cNvSpPr>
            <a:spLocks noGrp="1"/>
          </p:cNvSpPr>
          <p:nvPr>
            <p:ph idx="1"/>
          </p:nvPr>
        </p:nvSpPr>
        <p:spPr>
          <a:xfrm>
            <a:off x="609600" y="1379537"/>
            <a:ext cx="7391400" cy="4868863"/>
          </a:xfrm>
        </p:spPr>
        <p:txBody>
          <a:bodyPr>
            <a:normAutofit fontScale="62500" lnSpcReduction="20000"/>
          </a:bodyPr>
          <a:lstStyle/>
          <a:p>
            <a:pPr>
              <a:buNone/>
            </a:pPr>
            <a:r>
              <a:rPr lang="en-US" sz="3800" b="1" dirty="0">
                <a:solidFill>
                  <a:schemeClr val="accent6">
                    <a:lumMod val="75000"/>
                  </a:schemeClr>
                </a:solidFill>
              </a:rPr>
              <a:t>Types of Hill Climbing Algorithms:</a:t>
            </a:r>
          </a:p>
          <a:p>
            <a:pPr>
              <a:buNone/>
            </a:pPr>
            <a:endParaRPr lang="en-US" b="1" dirty="0"/>
          </a:p>
          <a:p>
            <a:pPr marL="560070" indent="-514350">
              <a:lnSpc>
                <a:spcPct val="120000"/>
              </a:lnSpc>
              <a:buFont typeface="+mj-lt"/>
              <a:buAutoNum type="arabicPeriod"/>
            </a:pPr>
            <a:r>
              <a:rPr lang="en-US" sz="3500" b="1" dirty="0">
                <a:solidFill>
                  <a:schemeClr val="accent1">
                    <a:lumMod val="75000"/>
                  </a:schemeClr>
                </a:solidFill>
              </a:rPr>
              <a:t>Simple Hill Climbing</a:t>
            </a:r>
            <a:endParaRPr lang="en-US" sz="3500" dirty="0">
              <a:solidFill>
                <a:schemeClr val="accent1">
                  <a:lumMod val="75000"/>
                </a:schemeClr>
              </a:solidFill>
            </a:endParaRPr>
          </a:p>
          <a:p>
            <a:pPr marL="1149350" lvl="1" indent="-457200">
              <a:lnSpc>
                <a:spcPct val="120000"/>
              </a:lnSpc>
              <a:buFont typeface="Courier New" panose="02070309020205020404" pitchFamily="49" charset="0"/>
              <a:buChar char="o"/>
            </a:pPr>
            <a:r>
              <a:rPr lang="en-US" sz="3500" dirty="0"/>
              <a:t>Picks the first better neighbor it finds</a:t>
            </a:r>
          </a:p>
          <a:p>
            <a:pPr marL="1149350" lvl="1" indent="-457200">
              <a:lnSpc>
                <a:spcPct val="120000"/>
              </a:lnSpc>
              <a:buFont typeface="Courier New" panose="02070309020205020404" pitchFamily="49" charset="0"/>
              <a:buChar char="o"/>
            </a:pPr>
            <a:r>
              <a:rPr lang="en-US" sz="3500" dirty="0"/>
              <a:t>Fast, but can miss better options</a:t>
            </a:r>
          </a:p>
          <a:p>
            <a:pPr marL="560070" indent="-514350">
              <a:lnSpc>
                <a:spcPct val="120000"/>
              </a:lnSpc>
              <a:buFont typeface="+mj-lt"/>
              <a:buAutoNum type="arabicPeriod"/>
            </a:pPr>
            <a:r>
              <a:rPr lang="en-US" sz="3500" b="1" dirty="0">
                <a:solidFill>
                  <a:schemeClr val="accent1">
                    <a:lumMod val="75000"/>
                  </a:schemeClr>
                </a:solidFill>
              </a:rPr>
              <a:t>Steepest-Ascent Hill Climbing</a:t>
            </a:r>
            <a:endParaRPr lang="en-US" sz="3500" dirty="0">
              <a:solidFill>
                <a:schemeClr val="accent1">
                  <a:lumMod val="75000"/>
                </a:schemeClr>
              </a:solidFill>
            </a:endParaRPr>
          </a:p>
          <a:p>
            <a:pPr marL="1206500" lvl="1" indent="-514350">
              <a:lnSpc>
                <a:spcPct val="120000"/>
              </a:lnSpc>
              <a:buFont typeface="Courier New" panose="02070309020205020404" pitchFamily="49" charset="0"/>
              <a:buChar char="o"/>
            </a:pPr>
            <a:r>
              <a:rPr lang="en-US" sz="3500" dirty="0"/>
              <a:t>Looks at all neighbors</a:t>
            </a:r>
          </a:p>
          <a:p>
            <a:pPr marL="1206500" lvl="1" indent="-514350">
              <a:lnSpc>
                <a:spcPct val="120000"/>
              </a:lnSpc>
              <a:buFont typeface="Courier New" panose="02070309020205020404" pitchFamily="49" charset="0"/>
              <a:buChar char="o"/>
            </a:pPr>
            <a:r>
              <a:rPr lang="en-US" sz="3500" dirty="0"/>
              <a:t>Chooses the best one</a:t>
            </a:r>
          </a:p>
          <a:p>
            <a:pPr marL="1206500" lvl="1" indent="-514350">
              <a:lnSpc>
                <a:spcPct val="120000"/>
              </a:lnSpc>
              <a:buFont typeface="Courier New" panose="02070309020205020404" pitchFamily="49" charset="0"/>
              <a:buChar char="o"/>
            </a:pPr>
            <a:r>
              <a:rPr lang="en-US" sz="3500" dirty="0"/>
              <a:t>Slower but usually smarter</a:t>
            </a:r>
          </a:p>
          <a:p>
            <a:pPr marL="560070" indent="-514350">
              <a:lnSpc>
                <a:spcPct val="120000"/>
              </a:lnSpc>
              <a:buFont typeface="+mj-lt"/>
              <a:buAutoNum type="arabicPeriod"/>
            </a:pPr>
            <a:r>
              <a:rPr lang="en-US" sz="3500" b="1" dirty="0">
                <a:solidFill>
                  <a:schemeClr val="accent1">
                    <a:lumMod val="75000"/>
                  </a:schemeClr>
                </a:solidFill>
              </a:rPr>
              <a:t>Stochastic Hill Climbing</a:t>
            </a:r>
            <a:endParaRPr lang="en-US" sz="3500" dirty="0">
              <a:solidFill>
                <a:schemeClr val="accent1">
                  <a:lumMod val="75000"/>
                </a:schemeClr>
              </a:solidFill>
            </a:endParaRPr>
          </a:p>
          <a:p>
            <a:pPr marL="1206500" lvl="1" indent="-514350">
              <a:lnSpc>
                <a:spcPct val="120000"/>
              </a:lnSpc>
              <a:buFont typeface="Courier New" panose="02070309020205020404" pitchFamily="49" charset="0"/>
              <a:buChar char="o"/>
            </a:pPr>
            <a:r>
              <a:rPr lang="en-US" sz="3500" dirty="0"/>
              <a:t>Chooses randomly among better neighbors</a:t>
            </a:r>
          </a:p>
          <a:p>
            <a:pPr marL="1206500" lvl="1" indent="-514350">
              <a:lnSpc>
                <a:spcPct val="120000"/>
              </a:lnSpc>
              <a:buFont typeface="Courier New" panose="02070309020205020404" pitchFamily="49" charset="0"/>
              <a:buChar char="o"/>
            </a:pPr>
            <a:r>
              <a:rPr lang="en-US" sz="3500" dirty="0"/>
              <a:t>Adds variety to avoid getting stuck</a:t>
            </a:r>
          </a:p>
          <a:p>
            <a:pPr algn="justLow">
              <a:lnSpc>
                <a:spcPct val="150000"/>
              </a:lnSpc>
            </a:pPr>
            <a:endParaRPr lang="en-US" dirty="0"/>
          </a:p>
        </p:txBody>
      </p:sp>
      <p:sp>
        <p:nvSpPr>
          <p:cNvPr id="4" name="Slide Number Placeholder 3">
            <a:extLst>
              <a:ext uri="{FF2B5EF4-FFF2-40B4-BE49-F238E27FC236}">
                <a16:creationId xmlns:a16="http://schemas.microsoft.com/office/drawing/2014/main" id="{F41962E2-687D-034D-11E3-C71F11E6A6AD}"/>
              </a:ext>
            </a:extLst>
          </p:cNvPr>
          <p:cNvSpPr>
            <a:spLocks noGrp="1"/>
          </p:cNvSpPr>
          <p:nvPr>
            <p:ph type="sldNum" sz="quarter" idx="12"/>
          </p:nvPr>
        </p:nvSpPr>
        <p:spPr/>
        <p:txBody>
          <a:bodyPr/>
          <a:lstStyle/>
          <a:p>
            <a:fld id="{71C6F290-D301-4864-9490-340EF11588D9}" type="slidenum">
              <a:rPr lang="en-US" altLang="en-US" smtClean="0"/>
              <a:pPr/>
              <a:t>12</a:t>
            </a:fld>
            <a:endParaRPr lang="en-US" altLang="en-US" dirty="0"/>
          </a:p>
        </p:txBody>
      </p:sp>
    </p:spTree>
    <p:extLst>
      <p:ext uri="{BB962C8B-B14F-4D97-AF65-F5344CB8AC3E}">
        <p14:creationId xmlns:p14="http://schemas.microsoft.com/office/powerpoint/2010/main" val="1391618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B2135-B91E-4F15-033E-80B976154751}"/>
              </a:ext>
            </a:extLst>
          </p:cNvPr>
          <p:cNvSpPr>
            <a:spLocks noGrp="1"/>
          </p:cNvSpPr>
          <p:nvPr>
            <p:ph type="title"/>
          </p:nvPr>
        </p:nvSpPr>
        <p:spPr>
          <a:xfrm>
            <a:off x="228600" y="228600"/>
            <a:ext cx="7696200" cy="762000"/>
          </a:xfrm>
        </p:spPr>
        <p:txBody>
          <a:bodyPr/>
          <a:lstStyle/>
          <a:p>
            <a:r>
              <a:rPr lang="en-US" dirty="0"/>
              <a:t>Hill Climbing Algorithm</a:t>
            </a:r>
          </a:p>
        </p:txBody>
      </p:sp>
      <p:pic>
        <p:nvPicPr>
          <p:cNvPr id="5" name="Content Placeholder 4">
            <a:extLst>
              <a:ext uri="{FF2B5EF4-FFF2-40B4-BE49-F238E27FC236}">
                <a16:creationId xmlns:a16="http://schemas.microsoft.com/office/drawing/2014/main" id="{6A928E22-B47D-4D20-17F1-F52806431693}"/>
              </a:ext>
            </a:extLst>
          </p:cNvPr>
          <p:cNvPicPr>
            <a:picLocks noGrp="1" noChangeAspect="1"/>
          </p:cNvPicPr>
          <p:nvPr>
            <p:ph idx="1"/>
          </p:nvPr>
        </p:nvPicPr>
        <p:blipFill>
          <a:blip r:embed="rId2"/>
          <a:stretch>
            <a:fillRect/>
          </a:stretch>
        </p:blipFill>
        <p:spPr>
          <a:xfrm>
            <a:off x="2090134" y="989045"/>
            <a:ext cx="3973132" cy="3352800"/>
          </a:xfrm>
          <a:prstGeom prst="rect">
            <a:avLst/>
          </a:prstGeom>
        </p:spPr>
      </p:pic>
      <p:sp>
        <p:nvSpPr>
          <p:cNvPr id="4" name="Slide Number Placeholder 3">
            <a:extLst>
              <a:ext uri="{FF2B5EF4-FFF2-40B4-BE49-F238E27FC236}">
                <a16:creationId xmlns:a16="http://schemas.microsoft.com/office/drawing/2014/main" id="{507466BB-3866-98AD-F4F3-5AED3D46E72A}"/>
              </a:ext>
            </a:extLst>
          </p:cNvPr>
          <p:cNvSpPr>
            <a:spLocks noGrp="1"/>
          </p:cNvSpPr>
          <p:nvPr>
            <p:ph type="sldNum" sz="quarter" idx="12"/>
          </p:nvPr>
        </p:nvSpPr>
        <p:spPr/>
        <p:txBody>
          <a:bodyPr/>
          <a:lstStyle/>
          <a:p>
            <a:fld id="{71C6F290-D301-4864-9490-340EF11588D9}" type="slidenum">
              <a:rPr lang="en-US" altLang="en-US" smtClean="0"/>
              <a:pPr/>
              <a:t>13</a:t>
            </a:fld>
            <a:endParaRPr lang="en-US" altLang="en-US" dirty="0"/>
          </a:p>
        </p:txBody>
      </p:sp>
      <p:sp>
        <p:nvSpPr>
          <p:cNvPr id="7" name="TextBox 6">
            <a:extLst>
              <a:ext uri="{FF2B5EF4-FFF2-40B4-BE49-F238E27FC236}">
                <a16:creationId xmlns:a16="http://schemas.microsoft.com/office/drawing/2014/main" id="{615C08C3-A630-01BD-A2F4-98440AB55558}"/>
              </a:ext>
            </a:extLst>
          </p:cNvPr>
          <p:cNvSpPr txBox="1"/>
          <p:nvPr/>
        </p:nvSpPr>
        <p:spPr>
          <a:xfrm>
            <a:off x="2743200" y="4856068"/>
            <a:ext cx="4572000" cy="492443"/>
          </a:xfrm>
          <a:prstGeom prst="rect">
            <a:avLst/>
          </a:prstGeom>
          <a:noFill/>
        </p:spPr>
        <p:txBody>
          <a:bodyPr wrap="square">
            <a:spAutoFit/>
          </a:bodyPr>
          <a:lstStyle/>
          <a:p>
            <a:pPr>
              <a:buNone/>
            </a:pPr>
            <a:r>
              <a:rPr lang="en-US" dirty="0">
                <a:solidFill>
                  <a:srgbClr val="C00000"/>
                </a:solidFill>
              </a:rPr>
              <a:t>Simple Hill Climbing</a:t>
            </a:r>
          </a:p>
        </p:txBody>
      </p:sp>
    </p:spTree>
    <p:extLst>
      <p:ext uri="{BB962C8B-B14F-4D97-AF65-F5344CB8AC3E}">
        <p14:creationId xmlns:p14="http://schemas.microsoft.com/office/powerpoint/2010/main" val="1320915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DB37B-492C-7863-C1AB-3D4D5B1C5961}"/>
              </a:ext>
            </a:extLst>
          </p:cNvPr>
          <p:cNvSpPr>
            <a:spLocks noGrp="1"/>
          </p:cNvSpPr>
          <p:nvPr>
            <p:ph type="title"/>
          </p:nvPr>
        </p:nvSpPr>
        <p:spPr>
          <a:xfrm>
            <a:off x="228600" y="228600"/>
            <a:ext cx="7696200" cy="762000"/>
          </a:xfrm>
        </p:spPr>
        <p:txBody>
          <a:bodyPr/>
          <a:lstStyle/>
          <a:p>
            <a:r>
              <a:rPr lang="en-US" dirty="0"/>
              <a:t>Hill Climbing Algorithm</a:t>
            </a:r>
          </a:p>
        </p:txBody>
      </p:sp>
      <p:pic>
        <p:nvPicPr>
          <p:cNvPr id="5" name="Content Placeholder 4">
            <a:extLst>
              <a:ext uri="{FF2B5EF4-FFF2-40B4-BE49-F238E27FC236}">
                <a16:creationId xmlns:a16="http://schemas.microsoft.com/office/drawing/2014/main" id="{6AD01C8F-4C23-89A7-22EB-70002B600D51}"/>
              </a:ext>
            </a:extLst>
          </p:cNvPr>
          <p:cNvPicPr>
            <a:picLocks noGrp="1" noChangeAspect="1"/>
          </p:cNvPicPr>
          <p:nvPr>
            <p:ph idx="1"/>
          </p:nvPr>
        </p:nvPicPr>
        <p:blipFill>
          <a:blip r:embed="rId2"/>
          <a:stretch>
            <a:fillRect/>
          </a:stretch>
        </p:blipFill>
        <p:spPr>
          <a:xfrm>
            <a:off x="1905000" y="1271890"/>
            <a:ext cx="4939048" cy="3262009"/>
          </a:xfrm>
          <a:prstGeom prst="rect">
            <a:avLst/>
          </a:prstGeom>
        </p:spPr>
      </p:pic>
      <p:sp>
        <p:nvSpPr>
          <p:cNvPr id="4" name="Slide Number Placeholder 3">
            <a:extLst>
              <a:ext uri="{FF2B5EF4-FFF2-40B4-BE49-F238E27FC236}">
                <a16:creationId xmlns:a16="http://schemas.microsoft.com/office/drawing/2014/main" id="{2A1E4CDF-4A86-C5A1-C4B4-1F9FE14A826C}"/>
              </a:ext>
            </a:extLst>
          </p:cNvPr>
          <p:cNvSpPr>
            <a:spLocks noGrp="1"/>
          </p:cNvSpPr>
          <p:nvPr>
            <p:ph type="sldNum" sz="quarter" idx="12"/>
          </p:nvPr>
        </p:nvSpPr>
        <p:spPr/>
        <p:txBody>
          <a:bodyPr/>
          <a:lstStyle/>
          <a:p>
            <a:fld id="{71C6F290-D301-4864-9490-340EF11588D9}" type="slidenum">
              <a:rPr lang="en-US" altLang="en-US" smtClean="0"/>
              <a:pPr/>
              <a:t>14</a:t>
            </a:fld>
            <a:endParaRPr lang="en-US" altLang="en-US" dirty="0"/>
          </a:p>
        </p:txBody>
      </p:sp>
      <p:sp>
        <p:nvSpPr>
          <p:cNvPr id="7" name="TextBox 6">
            <a:extLst>
              <a:ext uri="{FF2B5EF4-FFF2-40B4-BE49-F238E27FC236}">
                <a16:creationId xmlns:a16="http://schemas.microsoft.com/office/drawing/2014/main" id="{F70292D5-523B-EE1B-02C6-5FBBC334A809}"/>
              </a:ext>
            </a:extLst>
          </p:cNvPr>
          <p:cNvSpPr txBox="1"/>
          <p:nvPr/>
        </p:nvSpPr>
        <p:spPr>
          <a:xfrm>
            <a:off x="2088524" y="4815189"/>
            <a:ext cx="5760076" cy="492443"/>
          </a:xfrm>
          <a:prstGeom prst="rect">
            <a:avLst/>
          </a:prstGeom>
          <a:noFill/>
        </p:spPr>
        <p:txBody>
          <a:bodyPr wrap="square">
            <a:spAutoFit/>
          </a:bodyPr>
          <a:lstStyle/>
          <a:p>
            <a:pPr>
              <a:buNone/>
            </a:pPr>
            <a:r>
              <a:rPr lang="en-US" dirty="0">
                <a:solidFill>
                  <a:srgbClr val="C00000"/>
                </a:solidFill>
              </a:rPr>
              <a:t>Steepest-Ascent Hill Climbing</a:t>
            </a:r>
          </a:p>
        </p:txBody>
      </p:sp>
    </p:spTree>
    <p:extLst>
      <p:ext uri="{BB962C8B-B14F-4D97-AF65-F5344CB8AC3E}">
        <p14:creationId xmlns:p14="http://schemas.microsoft.com/office/powerpoint/2010/main" val="2828380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6352-0705-52BD-391E-F1377FA20B5E}"/>
              </a:ext>
            </a:extLst>
          </p:cNvPr>
          <p:cNvSpPr>
            <a:spLocks noGrp="1"/>
          </p:cNvSpPr>
          <p:nvPr>
            <p:ph type="title"/>
          </p:nvPr>
        </p:nvSpPr>
        <p:spPr>
          <a:xfrm>
            <a:off x="228600" y="228600"/>
            <a:ext cx="7696200" cy="609600"/>
          </a:xfrm>
        </p:spPr>
        <p:txBody>
          <a:bodyPr/>
          <a:lstStyle/>
          <a:p>
            <a:r>
              <a:rPr lang="en-US" dirty="0"/>
              <a:t>Hill Climbing Algorithm</a:t>
            </a:r>
          </a:p>
        </p:txBody>
      </p:sp>
      <p:sp>
        <p:nvSpPr>
          <p:cNvPr id="3" name="Content Placeholder 2">
            <a:extLst>
              <a:ext uri="{FF2B5EF4-FFF2-40B4-BE49-F238E27FC236}">
                <a16:creationId xmlns:a16="http://schemas.microsoft.com/office/drawing/2014/main" id="{55A9175A-A321-93A3-75AA-A87A738DAD25}"/>
              </a:ext>
            </a:extLst>
          </p:cNvPr>
          <p:cNvSpPr>
            <a:spLocks noGrp="1"/>
          </p:cNvSpPr>
          <p:nvPr>
            <p:ph idx="1"/>
          </p:nvPr>
        </p:nvSpPr>
        <p:spPr>
          <a:xfrm>
            <a:off x="533400" y="1142999"/>
            <a:ext cx="8382000" cy="2819401"/>
          </a:xfrm>
        </p:spPr>
        <p:txBody>
          <a:bodyPr/>
          <a:lstStyle/>
          <a:p>
            <a:endParaRPr lang="en-US" dirty="0"/>
          </a:p>
        </p:txBody>
      </p:sp>
      <p:sp>
        <p:nvSpPr>
          <p:cNvPr id="4" name="Slide Number Placeholder 3">
            <a:extLst>
              <a:ext uri="{FF2B5EF4-FFF2-40B4-BE49-F238E27FC236}">
                <a16:creationId xmlns:a16="http://schemas.microsoft.com/office/drawing/2014/main" id="{05EB5065-4FF8-14CB-F5D4-E17E47ACA571}"/>
              </a:ext>
            </a:extLst>
          </p:cNvPr>
          <p:cNvSpPr>
            <a:spLocks noGrp="1"/>
          </p:cNvSpPr>
          <p:nvPr>
            <p:ph type="sldNum" sz="quarter" idx="12"/>
          </p:nvPr>
        </p:nvSpPr>
        <p:spPr/>
        <p:txBody>
          <a:bodyPr/>
          <a:lstStyle/>
          <a:p>
            <a:fld id="{71C6F290-D301-4864-9490-340EF11588D9}" type="slidenum">
              <a:rPr lang="en-US" altLang="en-US" smtClean="0"/>
              <a:pPr/>
              <a:t>15</a:t>
            </a:fld>
            <a:endParaRPr lang="en-US" altLang="en-US" dirty="0"/>
          </a:p>
        </p:txBody>
      </p:sp>
      <p:graphicFrame>
        <p:nvGraphicFramePr>
          <p:cNvPr id="5" name="Object 4">
            <a:extLst>
              <a:ext uri="{FF2B5EF4-FFF2-40B4-BE49-F238E27FC236}">
                <a16:creationId xmlns:a16="http://schemas.microsoft.com/office/drawing/2014/main" id="{710907B8-5690-18E6-8E8D-FA1A7F26E9CE}"/>
              </a:ext>
            </a:extLst>
          </p:cNvPr>
          <p:cNvGraphicFramePr>
            <a:graphicFrameLocks noChangeAspect="1"/>
          </p:cNvGraphicFramePr>
          <p:nvPr>
            <p:extLst>
              <p:ext uri="{D42A27DB-BD31-4B8C-83A1-F6EECF244321}">
                <p14:modId xmlns:p14="http://schemas.microsoft.com/office/powerpoint/2010/main" val="1807804219"/>
              </p:ext>
            </p:extLst>
          </p:nvPr>
        </p:nvGraphicFramePr>
        <p:xfrm>
          <a:off x="685800" y="990600"/>
          <a:ext cx="5791201" cy="2971800"/>
        </p:xfrm>
        <a:graphic>
          <a:graphicData uri="http://schemas.openxmlformats.org/presentationml/2006/ole">
            <mc:AlternateContent xmlns:mc="http://schemas.openxmlformats.org/markup-compatibility/2006">
              <mc:Choice xmlns:v="urn:schemas-microsoft-com:vml" Requires="v">
                <p:oleObj name="Bitmap Image" r:id="rId2" imgW="6220472" imgH="4687054" progId="Paint.Picture.1">
                  <p:embed/>
                </p:oleObj>
              </mc:Choice>
              <mc:Fallback>
                <p:oleObj name="Bitmap Image" r:id="rId2" imgW="6220472" imgH="4687054" progId="Paint.Picture.1">
                  <p:embed/>
                  <p:pic>
                    <p:nvPicPr>
                      <p:cNvPr id="5" name="Object 4">
                        <a:extLst>
                          <a:ext uri="{FF2B5EF4-FFF2-40B4-BE49-F238E27FC236}">
                            <a16:creationId xmlns:a16="http://schemas.microsoft.com/office/drawing/2014/main" id="{710907B8-5690-18E6-8E8D-FA1A7F26E9CE}"/>
                          </a:ext>
                        </a:extLst>
                      </p:cNvPr>
                      <p:cNvPicPr/>
                      <p:nvPr/>
                    </p:nvPicPr>
                    <p:blipFill>
                      <a:blip r:embed="rId3"/>
                      <a:stretch>
                        <a:fillRect/>
                      </a:stretch>
                    </p:blipFill>
                    <p:spPr>
                      <a:xfrm>
                        <a:off x="685800" y="990600"/>
                        <a:ext cx="5791201" cy="2971800"/>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BF2D2F8B-744C-81D1-A697-864602EE55E4}"/>
              </a:ext>
            </a:extLst>
          </p:cNvPr>
          <p:cNvSpPr txBox="1"/>
          <p:nvPr/>
        </p:nvSpPr>
        <p:spPr>
          <a:xfrm>
            <a:off x="2324100" y="4419600"/>
            <a:ext cx="4572000" cy="492443"/>
          </a:xfrm>
          <a:prstGeom prst="rect">
            <a:avLst/>
          </a:prstGeom>
          <a:noFill/>
        </p:spPr>
        <p:txBody>
          <a:bodyPr wrap="square">
            <a:spAutoFit/>
          </a:bodyPr>
          <a:lstStyle/>
          <a:p>
            <a:pPr>
              <a:buNone/>
            </a:pPr>
            <a:r>
              <a:rPr lang="en-US" dirty="0">
                <a:solidFill>
                  <a:srgbClr val="C00000"/>
                </a:solidFill>
              </a:rPr>
              <a:t>Stochastic Hill Climbing</a:t>
            </a:r>
          </a:p>
        </p:txBody>
      </p:sp>
    </p:spTree>
    <p:extLst>
      <p:ext uri="{BB962C8B-B14F-4D97-AF65-F5344CB8AC3E}">
        <p14:creationId xmlns:p14="http://schemas.microsoft.com/office/powerpoint/2010/main" val="451977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D1C15-0E7B-FD55-C2E6-D4787FA679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C1833-F003-D445-8CFF-122A8D26EFA5}"/>
              </a:ext>
            </a:extLst>
          </p:cNvPr>
          <p:cNvSpPr>
            <a:spLocks noGrp="1"/>
          </p:cNvSpPr>
          <p:nvPr>
            <p:ph type="title"/>
          </p:nvPr>
        </p:nvSpPr>
        <p:spPr/>
        <p:txBody>
          <a:bodyPr/>
          <a:lstStyle/>
          <a:p>
            <a:pPr marL="742950" indent="-742950">
              <a:buFont typeface="+mj-lt"/>
              <a:buAutoNum type="arabicPeriod" startAt="2"/>
            </a:pPr>
            <a:r>
              <a:rPr lang="en-US" dirty="0"/>
              <a:t>Simulated Annealing</a:t>
            </a:r>
          </a:p>
        </p:txBody>
      </p:sp>
      <p:sp>
        <p:nvSpPr>
          <p:cNvPr id="3" name="Content Placeholder 2">
            <a:extLst>
              <a:ext uri="{FF2B5EF4-FFF2-40B4-BE49-F238E27FC236}">
                <a16:creationId xmlns:a16="http://schemas.microsoft.com/office/drawing/2014/main" id="{C74F30F8-2870-656D-EA14-3C34FD79F845}"/>
              </a:ext>
            </a:extLst>
          </p:cNvPr>
          <p:cNvSpPr>
            <a:spLocks noGrp="1"/>
          </p:cNvSpPr>
          <p:nvPr>
            <p:ph idx="1"/>
          </p:nvPr>
        </p:nvSpPr>
        <p:spPr>
          <a:xfrm>
            <a:off x="609600" y="1836737"/>
            <a:ext cx="7391400" cy="4868863"/>
          </a:xfrm>
        </p:spPr>
        <p:txBody>
          <a:bodyPr>
            <a:normAutofit/>
          </a:bodyPr>
          <a:lstStyle/>
          <a:p>
            <a:pPr algn="justLow">
              <a:lnSpc>
                <a:spcPct val="150000"/>
              </a:lnSpc>
            </a:pPr>
            <a:endParaRPr lang="en-US" sz="1000" b="1" dirty="0">
              <a:solidFill>
                <a:schemeClr val="accent3">
                  <a:lumMod val="50000"/>
                </a:schemeClr>
              </a:solidFill>
            </a:endParaRPr>
          </a:p>
          <a:p>
            <a:pPr marL="502920" indent="-457200" algn="justLow">
              <a:lnSpc>
                <a:spcPct val="150000"/>
              </a:lnSpc>
              <a:buFont typeface="Wingdings" panose="05000000000000000000" pitchFamily="2" charset="2"/>
              <a:buChar char="Ø"/>
            </a:pPr>
            <a:r>
              <a:rPr lang="en-US" b="1" dirty="0">
                <a:solidFill>
                  <a:schemeClr val="accent3">
                    <a:lumMod val="50000"/>
                  </a:schemeClr>
                </a:solidFill>
              </a:rPr>
              <a:t>Avoids local maxima </a:t>
            </a:r>
            <a:r>
              <a:rPr lang="en-US" dirty="0"/>
              <a:t>by sometimes accepting worse moves.</a:t>
            </a:r>
          </a:p>
          <a:p>
            <a:pPr marL="502920" indent="-457200" algn="justLow">
              <a:lnSpc>
                <a:spcPct val="150000"/>
              </a:lnSpc>
              <a:buFont typeface="Wingdings" panose="05000000000000000000" pitchFamily="2" charset="2"/>
              <a:buChar char="Ø"/>
            </a:pPr>
            <a:r>
              <a:rPr lang="en-US" b="1" dirty="0">
                <a:solidFill>
                  <a:schemeClr val="accent3">
                    <a:lumMod val="50000"/>
                  </a:schemeClr>
                </a:solidFill>
              </a:rPr>
              <a:t>Probability decreases </a:t>
            </a:r>
            <a:r>
              <a:rPr lang="en-US" dirty="0"/>
              <a:t>over time (like cooling metal).</a:t>
            </a:r>
          </a:p>
          <a:p>
            <a:pPr algn="justLow">
              <a:lnSpc>
                <a:spcPct val="150000"/>
              </a:lnSpc>
            </a:pPr>
            <a:endParaRPr lang="en-US" sz="1600" dirty="0"/>
          </a:p>
          <a:p>
            <a:pPr algn="justLow">
              <a:lnSpc>
                <a:spcPct val="150000"/>
              </a:lnSpc>
            </a:pPr>
            <a:r>
              <a:rPr lang="en-US" dirty="0">
                <a:solidFill>
                  <a:srgbClr val="B94917"/>
                </a:solidFill>
              </a:rPr>
              <a:t>"Simulated annealing allows 'bad' moves to escape local maxima early on."</a:t>
            </a:r>
          </a:p>
        </p:txBody>
      </p:sp>
      <p:sp>
        <p:nvSpPr>
          <p:cNvPr id="4" name="Slide Number Placeholder 3">
            <a:extLst>
              <a:ext uri="{FF2B5EF4-FFF2-40B4-BE49-F238E27FC236}">
                <a16:creationId xmlns:a16="http://schemas.microsoft.com/office/drawing/2014/main" id="{60743426-D09F-9B80-1B43-88485834B943}"/>
              </a:ext>
            </a:extLst>
          </p:cNvPr>
          <p:cNvSpPr>
            <a:spLocks noGrp="1"/>
          </p:cNvSpPr>
          <p:nvPr>
            <p:ph type="sldNum" sz="quarter" idx="12"/>
          </p:nvPr>
        </p:nvSpPr>
        <p:spPr/>
        <p:txBody>
          <a:bodyPr/>
          <a:lstStyle/>
          <a:p>
            <a:fld id="{71C6F290-D301-4864-9490-340EF11588D9}" type="slidenum">
              <a:rPr lang="en-US" altLang="en-US" smtClean="0"/>
              <a:pPr/>
              <a:t>16</a:t>
            </a:fld>
            <a:endParaRPr lang="en-US" altLang="en-US" dirty="0"/>
          </a:p>
        </p:txBody>
      </p:sp>
    </p:spTree>
    <p:extLst>
      <p:ext uri="{BB962C8B-B14F-4D97-AF65-F5344CB8AC3E}">
        <p14:creationId xmlns:p14="http://schemas.microsoft.com/office/powerpoint/2010/main" val="41509589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9F05E-B782-12EC-A774-3521C74E9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05F66-75D1-34B5-0F18-F0296996397A}"/>
              </a:ext>
            </a:extLst>
          </p:cNvPr>
          <p:cNvSpPr>
            <a:spLocks noGrp="1"/>
          </p:cNvSpPr>
          <p:nvPr>
            <p:ph type="title"/>
          </p:nvPr>
        </p:nvSpPr>
        <p:spPr>
          <a:xfrm>
            <a:off x="304800" y="74418"/>
            <a:ext cx="3429000" cy="1295400"/>
          </a:xfrm>
        </p:spPr>
        <p:txBody>
          <a:bodyPr/>
          <a:lstStyle/>
          <a:p>
            <a:r>
              <a:rPr lang="en-US" dirty="0"/>
              <a:t>Simulated Annealing</a:t>
            </a:r>
          </a:p>
        </p:txBody>
      </p:sp>
      <p:sp>
        <p:nvSpPr>
          <p:cNvPr id="4" name="Slide Number Placeholder 3">
            <a:extLst>
              <a:ext uri="{FF2B5EF4-FFF2-40B4-BE49-F238E27FC236}">
                <a16:creationId xmlns:a16="http://schemas.microsoft.com/office/drawing/2014/main" id="{6818F83A-1C5C-E74E-BDB1-B7C0473AD01A}"/>
              </a:ext>
            </a:extLst>
          </p:cNvPr>
          <p:cNvSpPr>
            <a:spLocks noGrp="1"/>
          </p:cNvSpPr>
          <p:nvPr>
            <p:ph type="sldNum" sz="quarter" idx="12"/>
          </p:nvPr>
        </p:nvSpPr>
        <p:spPr/>
        <p:txBody>
          <a:bodyPr/>
          <a:lstStyle/>
          <a:p>
            <a:fld id="{71C6F290-D301-4864-9490-340EF11588D9}" type="slidenum">
              <a:rPr lang="en-US" altLang="en-US" smtClean="0"/>
              <a:pPr/>
              <a:t>17</a:t>
            </a:fld>
            <a:endParaRPr lang="en-US" altLang="en-US" dirty="0"/>
          </a:p>
        </p:txBody>
      </p:sp>
      <p:sp>
        <p:nvSpPr>
          <p:cNvPr id="5" name="TextBox 4">
            <a:extLst>
              <a:ext uri="{FF2B5EF4-FFF2-40B4-BE49-F238E27FC236}">
                <a16:creationId xmlns:a16="http://schemas.microsoft.com/office/drawing/2014/main" id="{6A1FBEDE-DEA9-D881-5BAD-ED5070E9DD62}"/>
              </a:ext>
            </a:extLst>
          </p:cNvPr>
          <p:cNvSpPr txBox="1"/>
          <p:nvPr/>
        </p:nvSpPr>
        <p:spPr>
          <a:xfrm>
            <a:off x="76200" y="1369818"/>
            <a:ext cx="5105400" cy="4130361"/>
          </a:xfrm>
          <a:prstGeom prst="rect">
            <a:avLst/>
          </a:prstGeom>
          <a:noFill/>
        </p:spPr>
        <p:txBody>
          <a:bodyPr wrap="square">
            <a:spAutoFit/>
          </a:bodyPr>
          <a:lstStyle/>
          <a:p>
            <a:pPr>
              <a:buNone/>
            </a:pPr>
            <a:r>
              <a:rPr lang="en-US" sz="1600" dirty="0"/>
              <a:t>1.	If the current state is the goal, finish, or otherwise continue searching.</a:t>
            </a:r>
          </a:p>
          <a:p>
            <a:pPr>
              <a:buNone/>
            </a:pPr>
            <a:r>
              <a:rPr lang="en-US" sz="1600" dirty="0"/>
              <a:t>2.	Generate the children of the current state and calculate their heuristics(values).</a:t>
            </a:r>
          </a:p>
          <a:p>
            <a:pPr>
              <a:buNone/>
            </a:pPr>
            <a:r>
              <a:rPr lang="en-US" sz="1600" dirty="0"/>
              <a:t>3.	Select any of the children at random.</a:t>
            </a:r>
          </a:p>
          <a:p>
            <a:pPr>
              <a:buNone/>
            </a:pPr>
            <a:r>
              <a:rPr lang="en-US" sz="1600" dirty="0"/>
              <a:t>4.	Generate any random number between </a:t>
            </a:r>
            <a:r>
              <a:rPr lang="en-US" sz="1600" dirty="0">
                <a:solidFill>
                  <a:srgbClr val="C00000"/>
                </a:solidFill>
              </a:rPr>
              <a:t>0-1.</a:t>
            </a:r>
          </a:p>
          <a:p>
            <a:pPr>
              <a:buNone/>
            </a:pPr>
            <a:r>
              <a:rPr lang="en-US" sz="1600" dirty="0"/>
              <a:t>5.	Calculate the acceptance rate based on the following formula (assign a high value for T, say 10):</a:t>
            </a:r>
          </a:p>
          <a:p>
            <a:pPr>
              <a:buNone/>
            </a:pPr>
            <a:r>
              <a:rPr lang="en-US" sz="1600" dirty="0"/>
              <a:t>   </a:t>
            </a:r>
            <a:r>
              <a:rPr lang="en-US" sz="1600" dirty="0" err="1">
                <a:solidFill>
                  <a:srgbClr val="C00000"/>
                </a:solidFill>
              </a:rPr>
              <a:t>acceptance_probability</a:t>
            </a:r>
            <a:r>
              <a:rPr lang="en-US" sz="1600" dirty="0">
                <a:solidFill>
                  <a:srgbClr val="C00000"/>
                </a:solidFill>
              </a:rPr>
              <a:t> = exp(-(f(neighbor) - f(current)) / T) </a:t>
            </a:r>
          </a:p>
          <a:p>
            <a:pPr>
              <a:buNone/>
            </a:pPr>
            <a:r>
              <a:rPr lang="en-US" sz="1600" dirty="0"/>
              <a:t>6.	if the acceptance rate is greater than the generated number at random, assign the neighbor/generated node to be current state, otherwise, do not change the current state. </a:t>
            </a:r>
          </a:p>
          <a:p>
            <a:pPr>
              <a:buNone/>
            </a:pPr>
            <a:r>
              <a:rPr lang="en-US" sz="1600" dirty="0"/>
              <a:t>7.	Reduce the value of T and go back to step 1</a:t>
            </a:r>
          </a:p>
        </p:txBody>
      </p:sp>
      <p:pic>
        <p:nvPicPr>
          <p:cNvPr id="3" name="Picture 2">
            <a:extLst>
              <a:ext uri="{FF2B5EF4-FFF2-40B4-BE49-F238E27FC236}">
                <a16:creationId xmlns:a16="http://schemas.microsoft.com/office/drawing/2014/main" id="{8AA08A53-AEE0-B357-B477-9D552F373842}"/>
              </a:ext>
            </a:extLst>
          </p:cNvPr>
          <p:cNvPicPr>
            <a:picLocks noChangeAspect="1"/>
          </p:cNvPicPr>
          <p:nvPr/>
        </p:nvPicPr>
        <p:blipFill>
          <a:blip r:embed="rId2"/>
          <a:stretch>
            <a:fillRect/>
          </a:stretch>
        </p:blipFill>
        <p:spPr>
          <a:xfrm>
            <a:off x="5410200" y="-101334"/>
            <a:ext cx="4876800" cy="6934200"/>
          </a:xfrm>
          <a:prstGeom prst="rect">
            <a:avLst/>
          </a:prstGeom>
        </p:spPr>
      </p:pic>
    </p:spTree>
    <p:extLst>
      <p:ext uri="{BB962C8B-B14F-4D97-AF65-F5344CB8AC3E}">
        <p14:creationId xmlns:p14="http://schemas.microsoft.com/office/powerpoint/2010/main" val="2006884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F0D08-67CE-C90B-E43E-748A4A9D2DB6}"/>
              </a:ext>
            </a:extLst>
          </p:cNvPr>
          <p:cNvSpPr>
            <a:spLocks noGrp="1"/>
          </p:cNvSpPr>
          <p:nvPr>
            <p:ph type="title"/>
          </p:nvPr>
        </p:nvSpPr>
        <p:spPr>
          <a:xfrm>
            <a:off x="228600" y="228600"/>
            <a:ext cx="7696200" cy="457200"/>
          </a:xfrm>
        </p:spPr>
        <p:txBody>
          <a:bodyPr/>
          <a:lstStyle/>
          <a:p>
            <a:r>
              <a:rPr lang="en-US" dirty="0"/>
              <a:t>SA example</a:t>
            </a:r>
          </a:p>
        </p:txBody>
      </p:sp>
      <p:sp>
        <p:nvSpPr>
          <p:cNvPr id="3" name="Content Placeholder 2">
            <a:extLst>
              <a:ext uri="{FF2B5EF4-FFF2-40B4-BE49-F238E27FC236}">
                <a16:creationId xmlns:a16="http://schemas.microsoft.com/office/drawing/2014/main" id="{F1F1DAFA-824F-FA32-C0F3-7B54724F7C04}"/>
              </a:ext>
            </a:extLst>
          </p:cNvPr>
          <p:cNvSpPr>
            <a:spLocks noGrp="1"/>
          </p:cNvSpPr>
          <p:nvPr>
            <p:ph idx="1"/>
          </p:nvPr>
        </p:nvSpPr>
        <p:spPr>
          <a:xfrm>
            <a:off x="228600" y="685800"/>
            <a:ext cx="8686800" cy="6019800"/>
          </a:xfrm>
        </p:spPr>
        <p:txBody>
          <a:bodyPr>
            <a:normAutofit fontScale="85000" lnSpcReduction="10000"/>
          </a:bodyPr>
          <a:lstStyle/>
          <a:p>
            <a:r>
              <a:rPr lang="en-US" b="1" dirty="0"/>
              <a:t>Example:</a:t>
            </a:r>
            <a:endParaRPr lang="en-US" dirty="0"/>
          </a:p>
          <a:p>
            <a:r>
              <a:rPr lang="en-US" b="1" dirty="0" err="1"/>
              <a:t>acceptance_probability</a:t>
            </a:r>
            <a:r>
              <a:rPr lang="en-US" b="1" dirty="0"/>
              <a:t> = exp(-(f(neighbor) - f(current)) / T) </a:t>
            </a:r>
            <a:endParaRPr lang="en-US" dirty="0"/>
          </a:p>
          <a:p>
            <a:r>
              <a:rPr lang="en-US" b="1" dirty="0">
                <a:solidFill>
                  <a:srgbClr val="C00000"/>
                </a:solidFill>
              </a:rPr>
              <a:t>(if  f(neighbor) &lt;  f(current), it is better (we are minimizing))</a:t>
            </a:r>
            <a:endParaRPr lang="en-US" dirty="0">
              <a:solidFill>
                <a:srgbClr val="C00000"/>
              </a:solidFill>
            </a:endParaRPr>
          </a:p>
          <a:p>
            <a:r>
              <a:rPr lang="en-US" b="1" dirty="0"/>
              <a:t> </a:t>
            </a:r>
            <a:endParaRPr lang="en-US" dirty="0"/>
          </a:p>
          <a:p>
            <a:r>
              <a:rPr lang="en-US" b="1" dirty="0"/>
              <a:t>(</a:t>
            </a:r>
            <a:r>
              <a:rPr lang="en-US" b="1" dirty="0">
                <a:solidFill>
                  <a:srgbClr val="C00000"/>
                </a:solidFill>
              </a:rPr>
              <a:t>if f(neighbor) &gt; f(current)), it is better (we are maximizing)</a:t>
            </a:r>
            <a:endParaRPr lang="en-US" dirty="0">
              <a:solidFill>
                <a:srgbClr val="C00000"/>
              </a:solidFill>
            </a:endParaRPr>
          </a:p>
          <a:p>
            <a:r>
              <a:rPr lang="en-US" b="1" dirty="0" err="1"/>
              <a:t>acceptance_probability</a:t>
            </a:r>
            <a:r>
              <a:rPr lang="en-US" b="1" dirty="0"/>
              <a:t> = exp(-(f(current) - f(neighbor)) / T) </a:t>
            </a:r>
            <a:endParaRPr lang="en-US" dirty="0"/>
          </a:p>
          <a:p>
            <a:r>
              <a:rPr lang="en-US" b="1" dirty="0"/>
              <a:t> </a:t>
            </a:r>
            <a:endParaRPr lang="en-US" dirty="0"/>
          </a:p>
          <a:p>
            <a:r>
              <a:rPr lang="en-US" dirty="0"/>
              <a:t>  initial temperature: </a:t>
            </a:r>
            <a:r>
              <a:rPr lang="en-US" dirty="0">
                <a:solidFill>
                  <a:srgbClr val="C00000"/>
                </a:solidFill>
              </a:rPr>
              <a:t>T = 10  </a:t>
            </a:r>
            <a:r>
              <a:rPr lang="en-US" dirty="0"/>
              <a:t>and we are minimizing</a:t>
            </a:r>
          </a:p>
          <a:p>
            <a:r>
              <a:rPr lang="en-US" dirty="0"/>
              <a:t>  If f(neighbor) = 5 and f(current) = 3: </a:t>
            </a:r>
          </a:p>
          <a:p>
            <a:pPr lvl="0"/>
            <a:r>
              <a:rPr lang="en-US" dirty="0" err="1"/>
              <a:t>acceptance_probability</a:t>
            </a:r>
            <a:r>
              <a:rPr lang="en-US" dirty="0"/>
              <a:t> = exp(-(5 - 3) / 10) ≈ 0.82</a:t>
            </a:r>
          </a:p>
          <a:p>
            <a:pPr lvl="0"/>
            <a:r>
              <a:rPr lang="en-US" dirty="0"/>
              <a:t>This means there's an 82% chance of accepting the neighbor even though it has a higher value.</a:t>
            </a:r>
          </a:p>
          <a:p>
            <a:r>
              <a:rPr lang="en-US" dirty="0"/>
              <a:t> Later in the algorithm, </a:t>
            </a:r>
            <a:r>
              <a:rPr lang="en-US" dirty="0">
                <a:solidFill>
                  <a:srgbClr val="C00000"/>
                </a:solidFill>
              </a:rPr>
              <a:t>if T = 1: </a:t>
            </a:r>
          </a:p>
          <a:p>
            <a:pPr lvl="0"/>
            <a:r>
              <a:rPr lang="en-US" dirty="0" err="1"/>
              <a:t>acceptance_probability</a:t>
            </a:r>
            <a:r>
              <a:rPr lang="en-US" dirty="0"/>
              <a:t> = exp(-(5 - 3) / 1) ≈ 0.14</a:t>
            </a:r>
          </a:p>
          <a:p>
            <a:pPr lvl="0"/>
            <a:r>
              <a:rPr lang="en-US" dirty="0"/>
              <a:t>The chance of accepting a worse solution is now much lower.</a:t>
            </a:r>
          </a:p>
          <a:p>
            <a:endParaRPr lang="en-US" dirty="0"/>
          </a:p>
        </p:txBody>
      </p:sp>
      <p:sp>
        <p:nvSpPr>
          <p:cNvPr id="4" name="Slide Number Placeholder 3">
            <a:extLst>
              <a:ext uri="{FF2B5EF4-FFF2-40B4-BE49-F238E27FC236}">
                <a16:creationId xmlns:a16="http://schemas.microsoft.com/office/drawing/2014/main" id="{EDD3A655-D16F-262C-31EC-CFB21B383244}"/>
              </a:ext>
            </a:extLst>
          </p:cNvPr>
          <p:cNvSpPr>
            <a:spLocks noGrp="1"/>
          </p:cNvSpPr>
          <p:nvPr>
            <p:ph type="sldNum" sz="quarter" idx="12"/>
          </p:nvPr>
        </p:nvSpPr>
        <p:spPr/>
        <p:txBody>
          <a:bodyPr/>
          <a:lstStyle/>
          <a:p>
            <a:fld id="{71C6F290-D301-4864-9490-340EF11588D9}" type="slidenum">
              <a:rPr lang="en-US" altLang="en-US" smtClean="0"/>
              <a:pPr/>
              <a:t>18</a:t>
            </a:fld>
            <a:endParaRPr lang="en-US" altLang="en-US" dirty="0"/>
          </a:p>
        </p:txBody>
      </p:sp>
    </p:spTree>
    <p:extLst>
      <p:ext uri="{BB962C8B-B14F-4D97-AF65-F5344CB8AC3E}">
        <p14:creationId xmlns:p14="http://schemas.microsoft.com/office/powerpoint/2010/main" val="25740699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DB51B-F103-CBEB-9499-62D08FF63D38}"/>
              </a:ext>
            </a:extLst>
          </p:cNvPr>
          <p:cNvSpPr>
            <a:spLocks noGrp="1"/>
          </p:cNvSpPr>
          <p:nvPr>
            <p:ph type="title"/>
          </p:nvPr>
        </p:nvSpPr>
        <p:spPr>
          <a:xfrm>
            <a:off x="228600" y="228600"/>
            <a:ext cx="7696200" cy="609600"/>
          </a:xfrm>
        </p:spPr>
        <p:txBody>
          <a:bodyPr/>
          <a:lstStyle/>
          <a:p>
            <a:r>
              <a:rPr lang="en-US" dirty="0"/>
              <a:t>Simulated annealing</a:t>
            </a:r>
          </a:p>
        </p:txBody>
      </p:sp>
      <p:sp>
        <p:nvSpPr>
          <p:cNvPr id="3" name="Content Placeholder 2">
            <a:extLst>
              <a:ext uri="{FF2B5EF4-FFF2-40B4-BE49-F238E27FC236}">
                <a16:creationId xmlns:a16="http://schemas.microsoft.com/office/drawing/2014/main" id="{0FFDEC7C-136C-50B3-C626-06EB4B66D8B5}"/>
              </a:ext>
            </a:extLst>
          </p:cNvPr>
          <p:cNvSpPr>
            <a:spLocks noGrp="1"/>
          </p:cNvSpPr>
          <p:nvPr>
            <p:ph idx="1"/>
          </p:nvPr>
        </p:nvSpPr>
        <p:spPr>
          <a:xfrm>
            <a:off x="228600" y="1066800"/>
            <a:ext cx="8686800" cy="5638800"/>
          </a:xfrm>
        </p:spPr>
        <p:txBody>
          <a:bodyPr/>
          <a:lstStyle/>
          <a:p>
            <a:r>
              <a:rPr lang="en-US" dirty="0"/>
              <a:t>Note for the acceptance rate:</a:t>
            </a:r>
          </a:p>
          <a:p>
            <a:endParaRPr lang="en-US" dirty="0"/>
          </a:p>
          <a:p>
            <a:r>
              <a:rPr lang="en-US" dirty="0"/>
              <a:t>A value </a:t>
            </a:r>
            <a:r>
              <a:rPr lang="en-US" b="1" dirty="0"/>
              <a:t>greater than 1</a:t>
            </a:r>
            <a:r>
              <a:rPr lang="en-US" dirty="0"/>
              <a:t> when the neighbor is better (which is not valid as a probability).</a:t>
            </a:r>
          </a:p>
          <a:p>
            <a:endParaRPr lang="en-US" dirty="0"/>
          </a:p>
          <a:p>
            <a:r>
              <a:rPr lang="en-US" dirty="0"/>
              <a:t>A value </a:t>
            </a:r>
            <a:r>
              <a:rPr lang="en-US" b="1" dirty="0"/>
              <a:t>between 0 and 1</a:t>
            </a:r>
            <a:r>
              <a:rPr lang="en-US" dirty="0"/>
              <a:t> when the neighbor is worse (which is correct).</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B5955023-AF7B-D8CF-1D88-10E2051CC067}"/>
              </a:ext>
            </a:extLst>
          </p:cNvPr>
          <p:cNvSpPr>
            <a:spLocks noGrp="1"/>
          </p:cNvSpPr>
          <p:nvPr>
            <p:ph type="sldNum" sz="quarter" idx="12"/>
          </p:nvPr>
        </p:nvSpPr>
        <p:spPr/>
        <p:txBody>
          <a:bodyPr/>
          <a:lstStyle/>
          <a:p>
            <a:fld id="{71C6F290-D301-4864-9490-340EF11588D9}" type="slidenum">
              <a:rPr lang="en-US" altLang="en-US" smtClean="0"/>
              <a:pPr/>
              <a:t>19</a:t>
            </a:fld>
            <a:endParaRPr lang="en-US" altLang="en-US" dirty="0"/>
          </a:p>
        </p:txBody>
      </p:sp>
    </p:spTree>
    <p:extLst>
      <p:ext uri="{BB962C8B-B14F-4D97-AF65-F5344CB8AC3E}">
        <p14:creationId xmlns:p14="http://schemas.microsoft.com/office/powerpoint/2010/main" val="2414867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3F0479E-CA8B-DA60-51E3-D534C9111892}"/>
              </a:ext>
            </a:extLst>
          </p:cNvPr>
          <p:cNvSpPr>
            <a:spLocks noGrp="1"/>
          </p:cNvSpPr>
          <p:nvPr>
            <p:ph type="sldNum" sz="quarter" idx="12"/>
          </p:nvPr>
        </p:nvSpPr>
        <p:spPr/>
        <p:txBody>
          <a:bodyPr/>
          <a:lstStyle/>
          <a:p>
            <a:fld id="{AC3460AA-1533-4548-8781-A6D0EAE276D6}" type="slidenum">
              <a:rPr lang="en-US" altLang="en-US" smtClean="0"/>
              <a:pPr/>
              <a:t>20</a:t>
            </a:fld>
            <a:endParaRPr lang="en-US" altLang="en-US" dirty="0"/>
          </a:p>
        </p:txBody>
      </p:sp>
      <p:grpSp>
        <p:nvGrpSpPr>
          <p:cNvPr id="5" name="Group 4">
            <a:extLst>
              <a:ext uri="{FF2B5EF4-FFF2-40B4-BE49-F238E27FC236}">
                <a16:creationId xmlns:a16="http://schemas.microsoft.com/office/drawing/2014/main" id="{7533CBD2-531A-CD51-2BD8-AA0DB94FA124}"/>
              </a:ext>
            </a:extLst>
          </p:cNvPr>
          <p:cNvGrpSpPr/>
          <p:nvPr/>
        </p:nvGrpSpPr>
        <p:grpSpPr>
          <a:xfrm>
            <a:off x="3923137" y="751796"/>
            <a:ext cx="371880" cy="280800"/>
            <a:chOff x="3923137" y="751796"/>
            <a:chExt cx="371880" cy="280800"/>
          </a:xfrm>
        </p:grpSpPr>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83F6158-E080-40CA-75F3-B5F0517F2018}"/>
                    </a:ext>
                  </a:extLst>
                </p14:cNvPr>
                <p14:cNvContentPartPr/>
                <p14:nvPr/>
              </p14:nvContentPartPr>
              <p14:xfrm>
                <a:off x="3923137" y="751796"/>
                <a:ext cx="371880" cy="280800"/>
              </p14:xfrm>
            </p:contentPart>
          </mc:Choice>
          <mc:Fallback xmlns="">
            <p:pic>
              <p:nvPicPr>
                <p:cNvPr id="3" name="Ink 2">
                  <a:extLst>
                    <a:ext uri="{FF2B5EF4-FFF2-40B4-BE49-F238E27FC236}">
                      <a16:creationId xmlns:a16="http://schemas.microsoft.com/office/drawing/2014/main" id="{D83F6158-E080-40CA-75F3-B5F0517F2018}"/>
                    </a:ext>
                  </a:extLst>
                </p:cNvPr>
                <p:cNvPicPr/>
                <p:nvPr/>
              </p:nvPicPr>
              <p:blipFill>
                <a:blip r:embed="rId3"/>
                <a:stretch>
                  <a:fillRect/>
                </a:stretch>
              </p:blipFill>
              <p:spPr>
                <a:xfrm>
                  <a:off x="3914137" y="742796"/>
                  <a:ext cx="389520" cy="298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7DFB4FDD-16AA-0DAE-CE1B-95897B80F4FB}"/>
                    </a:ext>
                  </a:extLst>
                </p14:cNvPr>
                <p14:cNvContentPartPr/>
                <p14:nvPr/>
              </p14:nvContentPartPr>
              <p14:xfrm>
                <a:off x="4046977" y="914156"/>
                <a:ext cx="144720" cy="31320"/>
              </p14:xfrm>
            </p:contentPart>
          </mc:Choice>
          <mc:Fallback xmlns="">
            <p:pic>
              <p:nvPicPr>
                <p:cNvPr id="4" name="Ink 3">
                  <a:extLst>
                    <a:ext uri="{FF2B5EF4-FFF2-40B4-BE49-F238E27FC236}">
                      <a16:creationId xmlns:a16="http://schemas.microsoft.com/office/drawing/2014/main" id="{7DFB4FDD-16AA-0DAE-CE1B-95897B80F4FB}"/>
                    </a:ext>
                  </a:extLst>
                </p:cNvPr>
                <p:cNvPicPr/>
                <p:nvPr/>
              </p:nvPicPr>
              <p:blipFill>
                <a:blip r:embed="rId5"/>
                <a:stretch>
                  <a:fillRect/>
                </a:stretch>
              </p:blipFill>
              <p:spPr>
                <a:xfrm>
                  <a:off x="4037977" y="905156"/>
                  <a:ext cx="162360" cy="48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541E3F24-AAF5-3E6C-15F9-2D6F46C7EDB7}"/>
                  </a:ext>
                </a:extLst>
              </p14:cNvPr>
              <p14:cNvContentPartPr/>
              <p14:nvPr/>
            </p14:nvContentPartPr>
            <p14:xfrm>
              <a:off x="4021057" y="1189556"/>
              <a:ext cx="360" cy="360"/>
            </p14:xfrm>
          </p:contentPart>
        </mc:Choice>
        <mc:Fallback xmlns="">
          <p:pic>
            <p:nvPicPr>
              <p:cNvPr id="6" name="Ink 5">
                <a:extLst>
                  <a:ext uri="{FF2B5EF4-FFF2-40B4-BE49-F238E27FC236}">
                    <a16:creationId xmlns:a16="http://schemas.microsoft.com/office/drawing/2014/main" id="{541E3F24-AAF5-3E6C-15F9-2D6F46C7EDB7}"/>
                  </a:ext>
                </a:extLst>
              </p:cNvPr>
              <p:cNvPicPr/>
              <p:nvPr/>
            </p:nvPicPr>
            <p:blipFill>
              <a:blip r:embed="rId7"/>
              <a:stretch>
                <a:fillRect/>
              </a:stretch>
            </p:blipFill>
            <p:spPr>
              <a:xfrm>
                <a:off x="4012417" y="1180916"/>
                <a:ext cx="18000" cy="18000"/>
              </a:xfrm>
              <a:prstGeom prst="rect">
                <a:avLst/>
              </a:prstGeom>
            </p:spPr>
          </p:pic>
        </mc:Fallback>
      </mc:AlternateContent>
      <p:grpSp>
        <p:nvGrpSpPr>
          <p:cNvPr id="11" name="Group 10">
            <a:extLst>
              <a:ext uri="{FF2B5EF4-FFF2-40B4-BE49-F238E27FC236}">
                <a16:creationId xmlns:a16="http://schemas.microsoft.com/office/drawing/2014/main" id="{391682B7-158E-9F88-5717-35B1AE8399E5}"/>
              </a:ext>
            </a:extLst>
          </p:cNvPr>
          <p:cNvGrpSpPr/>
          <p:nvPr/>
        </p:nvGrpSpPr>
        <p:grpSpPr>
          <a:xfrm>
            <a:off x="4650337" y="651716"/>
            <a:ext cx="324720" cy="238320"/>
            <a:chOff x="4650337" y="651716"/>
            <a:chExt cx="324720" cy="238320"/>
          </a:xfrm>
        </p:grpSpPr>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C2046AE1-7F76-29B8-C834-752545B83B37}"/>
                    </a:ext>
                  </a:extLst>
                </p14:cNvPr>
                <p14:cNvContentPartPr/>
                <p14:nvPr/>
              </p14:nvContentPartPr>
              <p14:xfrm>
                <a:off x="4650337" y="657116"/>
                <a:ext cx="360" cy="2160"/>
              </p14:xfrm>
            </p:contentPart>
          </mc:Choice>
          <mc:Fallback xmlns="">
            <p:pic>
              <p:nvPicPr>
                <p:cNvPr id="7" name="Ink 6">
                  <a:extLst>
                    <a:ext uri="{FF2B5EF4-FFF2-40B4-BE49-F238E27FC236}">
                      <a16:creationId xmlns:a16="http://schemas.microsoft.com/office/drawing/2014/main" id="{C2046AE1-7F76-29B8-C834-752545B83B37}"/>
                    </a:ext>
                  </a:extLst>
                </p:cNvPr>
                <p:cNvPicPr/>
                <p:nvPr/>
              </p:nvPicPr>
              <p:blipFill>
                <a:blip r:embed="rId7"/>
                <a:stretch>
                  <a:fillRect/>
                </a:stretch>
              </p:blipFill>
              <p:spPr>
                <a:xfrm>
                  <a:off x="4641697" y="648116"/>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903682E3-559B-DFCB-F0CD-CE620AA899E5}"/>
                    </a:ext>
                  </a:extLst>
                </p14:cNvPr>
                <p14:cNvContentPartPr/>
                <p14:nvPr/>
              </p14:nvContentPartPr>
              <p14:xfrm>
                <a:off x="4689577" y="651716"/>
                <a:ext cx="38160" cy="218520"/>
              </p14:xfrm>
            </p:contentPart>
          </mc:Choice>
          <mc:Fallback xmlns="">
            <p:pic>
              <p:nvPicPr>
                <p:cNvPr id="8" name="Ink 7">
                  <a:extLst>
                    <a:ext uri="{FF2B5EF4-FFF2-40B4-BE49-F238E27FC236}">
                      <a16:creationId xmlns:a16="http://schemas.microsoft.com/office/drawing/2014/main" id="{903682E3-559B-DFCB-F0CD-CE620AA899E5}"/>
                    </a:ext>
                  </a:extLst>
                </p:cNvPr>
                <p:cNvPicPr/>
                <p:nvPr/>
              </p:nvPicPr>
              <p:blipFill>
                <a:blip r:embed="rId10"/>
                <a:stretch>
                  <a:fillRect/>
                </a:stretch>
              </p:blipFill>
              <p:spPr>
                <a:xfrm>
                  <a:off x="4680577" y="642716"/>
                  <a:ext cx="5580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111D793F-F1B0-CB59-B3DC-B38A5F331EFB}"/>
                    </a:ext>
                  </a:extLst>
                </p14:cNvPr>
                <p14:cNvContentPartPr/>
                <p14:nvPr/>
              </p14:nvContentPartPr>
              <p14:xfrm>
                <a:off x="4802617" y="717596"/>
                <a:ext cx="172440" cy="172440"/>
              </p14:xfrm>
            </p:contentPart>
          </mc:Choice>
          <mc:Fallback xmlns="">
            <p:pic>
              <p:nvPicPr>
                <p:cNvPr id="10" name="Ink 9">
                  <a:extLst>
                    <a:ext uri="{FF2B5EF4-FFF2-40B4-BE49-F238E27FC236}">
                      <a16:creationId xmlns:a16="http://schemas.microsoft.com/office/drawing/2014/main" id="{111D793F-F1B0-CB59-B3DC-B38A5F331EFB}"/>
                    </a:ext>
                  </a:extLst>
                </p:cNvPr>
                <p:cNvPicPr/>
                <p:nvPr/>
              </p:nvPicPr>
              <p:blipFill>
                <a:blip r:embed="rId12"/>
                <a:stretch>
                  <a:fillRect/>
                </a:stretch>
              </p:blipFill>
              <p:spPr>
                <a:xfrm>
                  <a:off x="4793977" y="708956"/>
                  <a:ext cx="190080" cy="190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212C6223-926C-A27B-C7C2-1BFCA891A80D}"/>
                  </a:ext>
                </a:extLst>
              </p14:cNvPr>
              <p14:cNvContentPartPr/>
              <p14:nvPr/>
            </p14:nvContentPartPr>
            <p14:xfrm>
              <a:off x="3424897" y="1297916"/>
              <a:ext cx="616680" cy="432000"/>
            </p14:xfrm>
          </p:contentPart>
        </mc:Choice>
        <mc:Fallback xmlns="">
          <p:pic>
            <p:nvPicPr>
              <p:cNvPr id="12" name="Ink 11">
                <a:extLst>
                  <a:ext uri="{FF2B5EF4-FFF2-40B4-BE49-F238E27FC236}">
                    <a16:creationId xmlns:a16="http://schemas.microsoft.com/office/drawing/2014/main" id="{212C6223-926C-A27B-C7C2-1BFCA891A80D}"/>
                  </a:ext>
                </a:extLst>
              </p:cNvPr>
              <p:cNvPicPr/>
              <p:nvPr/>
            </p:nvPicPr>
            <p:blipFill>
              <a:blip r:embed="rId14"/>
              <a:stretch>
                <a:fillRect/>
              </a:stretch>
            </p:blipFill>
            <p:spPr>
              <a:xfrm>
                <a:off x="3415897" y="1288916"/>
                <a:ext cx="634320" cy="449640"/>
              </a:xfrm>
              <a:prstGeom prst="rect">
                <a:avLst/>
              </a:prstGeom>
            </p:spPr>
          </p:pic>
        </mc:Fallback>
      </mc:AlternateContent>
      <p:grpSp>
        <p:nvGrpSpPr>
          <p:cNvPr id="18" name="Group 17">
            <a:extLst>
              <a:ext uri="{FF2B5EF4-FFF2-40B4-BE49-F238E27FC236}">
                <a16:creationId xmlns:a16="http://schemas.microsoft.com/office/drawing/2014/main" id="{5907BAEB-D909-9C8E-51AA-F84606272CE9}"/>
              </a:ext>
            </a:extLst>
          </p:cNvPr>
          <p:cNvGrpSpPr/>
          <p:nvPr/>
        </p:nvGrpSpPr>
        <p:grpSpPr>
          <a:xfrm>
            <a:off x="2428057" y="1858076"/>
            <a:ext cx="376200" cy="232200"/>
            <a:chOff x="2428057" y="1858076"/>
            <a:chExt cx="376200" cy="232200"/>
          </a:xfrm>
        </p:grpSpPr>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0981F31C-7409-397A-1B57-5637FDEDEBB9}"/>
                    </a:ext>
                  </a:extLst>
                </p14:cNvPr>
                <p14:cNvContentPartPr/>
                <p14:nvPr/>
              </p14:nvContentPartPr>
              <p14:xfrm>
                <a:off x="2428057" y="1858076"/>
                <a:ext cx="168480" cy="232200"/>
              </p14:xfrm>
            </p:contentPart>
          </mc:Choice>
          <mc:Fallback xmlns="">
            <p:pic>
              <p:nvPicPr>
                <p:cNvPr id="16" name="Ink 15">
                  <a:extLst>
                    <a:ext uri="{FF2B5EF4-FFF2-40B4-BE49-F238E27FC236}">
                      <a16:creationId xmlns:a16="http://schemas.microsoft.com/office/drawing/2014/main" id="{0981F31C-7409-397A-1B57-5637FDEDEBB9}"/>
                    </a:ext>
                  </a:extLst>
                </p:cNvPr>
                <p:cNvPicPr/>
                <p:nvPr/>
              </p:nvPicPr>
              <p:blipFill>
                <a:blip r:embed="rId16"/>
                <a:stretch>
                  <a:fillRect/>
                </a:stretch>
              </p:blipFill>
              <p:spPr>
                <a:xfrm>
                  <a:off x="2419057" y="1849076"/>
                  <a:ext cx="18612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8B5582A7-27A7-C395-03FB-CCFF04D96660}"/>
                    </a:ext>
                  </a:extLst>
                </p14:cNvPr>
                <p14:cNvContentPartPr/>
                <p14:nvPr/>
              </p14:nvContentPartPr>
              <p14:xfrm>
                <a:off x="2656657" y="1939796"/>
                <a:ext cx="147600" cy="129960"/>
              </p14:xfrm>
            </p:contentPart>
          </mc:Choice>
          <mc:Fallback xmlns="">
            <p:pic>
              <p:nvPicPr>
                <p:cNvPr id="17" name="Ink 16">
                  <a:extLst>
                    <a:ext uri="{FF2B5EF4-FFF2-40B4-BE49-F238E27FC236}">
                      <a16:creationId xmlns:a16="http://schemas.microsoft.com/office/drawing/2014/main" id="{8B5582A7-27A7-C395-03FB-CCFF04D96660}"/>
                    </a:ext>
                  </a:extLst>
                </p:cNvPr>
                <p:cNvPicPr/>
                <p:nvPr/>
              </p:nvPicPr>
              <p:blipFill>
                <a:blip r:embed="rId18"/>
                <a:stretch>
                  <a:fillRect/>
                </a:stretch>
              </p:blipFill>
              <p:spPr>
                <a:xfrm>
                  <a:off x="2648017" y="1930796"/>
                  <a:ext cx="165240" cy="147600"/>
                </a:xfrm>
                <a:prstGeom prst="rect">
                  <a:avLst/>
                </a:prstGeom>
              </p:spPr>
            </p:pic>
          </mc:Fallback>
        </mc:AlternateContent>
      </p:grpSp>
      <p:grpSp>
        <p:nvGrpSpPr>
          <p:cNvPr id="30" name="Group 29">
            <a:extLst>
              <a:ext uri="{FF2B5EF4-FFF2-40B4-BE49-F238E27FC236}">
                <a16:creationId xmlns:a16="http://schemas.microsoft.com/office/drawing/2014/main" id="{12F39C90-DC4C-6861-A154-99818572ADE4}"/>
              </a:ext>
            </a:extLst>
          </p:cNvPr>
          <p:cNvGrpSpPr/>
          <p:nvPr/>
        </p:nvGrpSpPr>
        <p:grpSpPr>
          <a:xfrm>
            <a:off x="1325737" y="1867796"/>
            <a:ext cx="633240" cy="322560"/>
            <a:chOff x="1325737" y="1867796"/>
            <a:chExt cx="633240" cy="322560"/>
          </a:xfrm>
        </p:grpSpPr>
        <mc:AlternateContent xmlns:mc="http://schemas.openxmlformats.org/markup-compatibility/2006" xmlns:p14="http://schemas.microsoft.com/office/powerpoint/2010/main">
          <mc:Choice Requires="p14">
            <p:contentPart p14:bwMode="auto" r:id="rId19">
              <p14:nvContentPartPr>
                <p14:cNvPr id="22" name="Ink 21">
                  <a:extLst>
                    <a:ext uri="{FF2B5EF4-FFF2-40B4-BE49-F238E27FC236}">
                      <a16:creationId xmlns:a16="http://schemas.microsoft.com/office/drawing/2014/main" id="{B80D1F60-2C99-EDF1-3677-6992AF1718A5}"/>
                    </a:ext>
                  </a:extLst>
                </p14:cNvPr>
                <p14:cNvContentPartPr/>
                <p14:nvPr/>
              </p14:nvContentPartPr>
              <p14:xfrm>
                <a:off x="1379377" y="1910996"/>
                <a:ext cx="115560" cy="279360"/>
              </p14:xfrm>
            </p:contentPart>
          </mc:Choice>
          <mc:Fallback xmlns="">
            <p:pic>
              <p:nvPicPr>
                <p:cNvPr id="22" name="Ink 21">
                  <a:extLst>
                    <a:ext uri="{FF2B5EF4-FFF2-40B4-BE49-F238E27FC236}">
                      <a16:creationId xmlns:a16="http://schemas.microsoft.com/office/drawing/2014/main" id="{B80D1F60-2C99-EDF1-3677-6992AF1718A5}"/>
                    </a:ext>
                  </a:extLst>
                </p:cNvPr>
                <p:cNvPicPr/>
                <p:nvPr/>
              </p:nvPicPr>
              <p:blipFill>
                <a:blip r:embed="rId20"/>
                <a:stretch>
                  <a:fillRect/>
                </a:stretch>
              </p:blipFill>
              <p:spPr>
                <a:xfrm>
                  <a:off x="1370737" y="1901996"/>
                  <a:ext cx="13320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3" name="Ink 22">
                  <a:extLst>
                    <a:ext uri="{FF2B5EF4-FFF2-40B4-BE49-F238E27FC236}">
                      <a16:creationId xmlns:a16="http://schemas.microsoft.com/office/drawing/2014/main" id="{B7BC99F5-892C-F702-C054-566026B726F2}"/>
                    </a:ext>
                  </a:extLst>
                </p14:cNvPr>
                <p14:cNvContentPartPr/>
                <p14:nvPr/>
              </p14:nvContentPartPr>
              <p14:xfrm>
                <a:off x="1325737" y="1868156"/>
                <a:ext cx="306000" cy="59040"/>
              </p14:xfrm>
            </p:contentPart>
          </mc:Choice>
          <mc:Fallback xmlns="">
            <p:pic>
              <p:nvPicPr>
                <p:cNvPr id="23" name="Ink 22">
                  <a:extLst>
                    <a:ext uri="{FF2B5EF4-FFF2-40B4-BE49-F238E27FC236}">
                      <a16:creationId xmlns:a16="http://schemas.microsoft.com/office/drawing/2014/main" id="{B7BC99F5-892C-F702-C054-566026B726F2}"/>
                    </a:ext>
                  </a:extLst>
                </p:cNvPr>
                <p:cNvPicPr/>
                <p:nvPr/>
              </p:nvPicPr>
              <p:blipFill>
                <a:blip r:embed="rId22"/>
                <a:stretch>
                  <a:fillRect/>
                </a:stretch>
              </p:blipFill>
              <p:spPr>
                <a:xfrm>
                  <a:off x="1316737" y="1859516"/>
                  <a:ext cx="32364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4" name="Ink 23">
                  <a:extLst>
                    <a:ext uri="{FF2B5EF4-FFF2-40B4-BE49-F238E27FC236}">
                      <a16:creationId xmlns:a16="http://schemas.microsoft.com/office/drawing/2014/main" id="{106B8D87-5BC5-86A8-B05A-0992C3A9C1F3}"/>
                    </a:ext>
                  </a:extLst>
                </p14:cNvPr>
                <p14:cNvContentPartPr/>
                <p14:nvPr/>
              </p14:nvContentPartPr>
              <p14:xfrm>
                <a:off x="1573057" y="2005676"/>
                <a:ext cx="68040" cy="360"/>
              </p14:xfrm>
            </p:contentPart>
          </mc:Choice>
          <mc:Fallback xmlns="">
            <p:pic>
              <p:nvPicPr>
                <p:cNvPr id="24" name="Ink 23">
                  <a:extLst>
                    <a:ext uri="{FF2B5EF4-FFF2-40B4-BE49-F238E27FC236}">
                      <a16:creationId xmlns:a16="http://schemas.microsoft.com/office/drawing/2014/main" id="{106B8D87-5BC5-86A8-B05A-0992C3A9C1F3}"/>
                    </a:ext>
                  </a:extLst>
                </p:cNvPr>
                <p:cNvPicPr/>
                <p:nvPr/>
              </p:nvPicPr>
              <p:blipFill>
                <a:blip r:embed="rId24"/>
                <a:stretch>
                  <a:fillRect/>
                </a:stretch>
              </p:blipFill>
              <p:spPr>
                <a:xfrm>
                  <a:off x="1564417" y="1997036"/>
                  <a:ext cx="85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5" name="Ink 24">
                  <a:extLst>
                    <a:ext uri="{FF2B5EF4-FFF2-40B4-BE49-F238E27FC236}">
                      <a16:creationId xmlns:a16="http://schemas.microsoft.com/office/drawing/2014/main" id="{94E8CEBA-D40B-2997-7CBA-27ADB3F17BDE}"/>
                    </a:ext>
                  </a:extLst>
                </p14:cNvPr>
                <p14:cNvContentPartPr/>
                <p14:nvPr/>
              </p14:nvContentPartPr>
              <p14:xfrm>
                <a:off x="1553617" y="2088116"/>
                <a:ext cx="115560" cy="26280"/>
              </p14:xfrm>
            </p:contentPart>
          </mc:Choice>
          <mc:Fallback xmlns="">
            <p:pic>
              <p:nvPicPr>
                <p:cNvPr id="25" name="Ink 24">
                  <a:extLst>
                    <a:ext uri="{FF2B5EF4-FFF2-40B4-BE49-F238E27FC236}">
                      <a16:creationId xmlns:a16="http://schemas.microsoft.com/office/drawing/2014/main" id="{94E8CEBA-D40B-2997-7CBA-27ADB3F17BDE}"/>
                    </a:ext>
                  </a:extLst>
                </p:cNvPr>
                <p:cNvPicPr/>
                <p:nvPr/>
              </p:nvPicPr>
              <p:blipFill>
                <a:blip r:embed="rId26"/>
                <a:stretch>
                  <a:fillRect/>
                </a:stretch>
              </p:blipFill>
              <p:spPr>
                <a:xfrm>
                  <a:off x="1544617" y="2079116"/>
                  <a:ext cx="1332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6" name="Ink 25">
                  <a:extLst>
                    <a:ext uri="{FF2B5EF4-FFF2-40B4-BE49-F238E27FC236}">
                      <a16:creationId xmlns:a16="http://schemas.microsoft.com/office/drawing/2014/main" id="{A7E8DB3F-513A-11B1-7A3D-836842667C6C}"/>
                    </a:ext>
                  </a:extLst>
                </p14:cNvPr>
                <p14:cNvContentPartPr/>
                <p14:nvPr/>
              </p14:nvContentPartPr>
              <p14:xfrm>
                <a:off x="1732897" y="1867796"/>
                <a:ext cx="46800" cy="245520"/>
              </p14:xfrm>
            </p:contentPart>
          </mc:Choice>
          <mc:Fallback xmlns="">
            <p:pic>
              <p:nvPicPr>
                <p:cNvPr id="26" name="Ink 25">
                  <a:extLst>
                    <a:ext uri="{FF2B5EF4-FFF2-40B4-BE49-F238E27FC236}">
                      <a16:creationId xmlns:a16="http://schemas.microsoft.com/office/drawing/2014/main" id="{A7E8DB3F-513A-11B1-7A3D-836842667C6C}"/>
                    </a:ext>
                  </a:extLst>
                </p:cNvPr>
                <p:cNvPicPr/>
                <p:nvPr/>
              </p:nvPicPr>
              <p:blipFill>
                <a:blip r:embed="rId28"/>
                <a:stretch>
                  <a:fillRect/>
                </a:stretch>
              </p:blipFill>
              <p:spPr>
                <a:xfrm>
                  <a:off x="1723897" y="1858796"/>
                  <a:ext cx="6444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7" name="Ink 26">
                  <a:extLst>
                    <a:ext uri="{FF2B5EF4-FFF2-40B4-BE49-F238E27FC236}">
                      <a16:creationId xmlns:a16="http://schemas.microsoft.com/office/drawing/2014/main" id="{1502B946-9973-E57B-AFCF-7A0B9F5115B8}"/>
                    </a:ext>
                  </a:extLst>
                </p14:cNvPr>
                <p14:cNvContentPartPr/>
                <p14:nvPr/>
              </p14:nvContentPartPr>
              <p14:xfrm>
                <a:off x="1799857" y="1956356"/>
                <a:ext cx="159120" cy="182160"/>
              </p14:xfrm>
            </p:contentPart>
          </mc:Choice>
          <mc:Fallback xmlns="">
            <p:pic>
              <p:nvPicPr>
                <p:cNvPr id="27" name="Ink 26">
                  <a:extLst>
                    <a:ext uri="{FF2B5EF4-FFF2-40B4-BE49-F238E27FC236}">
                      <a16:creationId xmlns:a16="http://schemas.microsoft.com/office/drawing/2014/main" id="{1502B946-9973-E57B-AFCF-7A0B9F5115B8}"/>
                    </a:ext>
                  </a:extLst>
                </p:cNvPr>
                <p:cNvPicPr/>
                <p:nvPr/>
              </p:nvPicPr>
              <p:blipFill>
                <a:blip r:embed="rId30"/>
                <a:stretch>
                  <a:fillRect/>
                </a:stretch>
              </p:blipFill>
              <p:spPr>
                <a:xfrm>
                  <a:off x="1790857" y="1947716"/>
                  <a:ext cx="17676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9" name="Ink 28">
                  <a:extLst>
                    <a:ext uri="{FF2B5EF4-FFF2-40B4-BE49-F238E27FC236}">
                      <a16:creationId xmlns:a16="http://schemas.microsoft.com/office/drawing/2014/main" id="{2AAFF3F4-2FF6-5BF5-C6D8-299C1F2A817D}"/>
                    </a:ext>
                  </a:extLst>
                </p14:cNvPr>
                <p14:cNvContentPartPr/>
                <p14:nvPr/>
              </p14:nvContentPartPr>
              <p14:xfrm>
                <a:off x="1567657" y="2014316"/>
                <a:ext cx="64440" cy="33480"/>
              </p14:xfrm>
            </p:contentPart>
          </mc:Choice>
          <mc:Fallback xmlns="">
            <p:pic>
              <p:nvPicPr>
                <p:cNvPr id="29" name="Ink 28">
                  <a:extLst>
                    <a:ext uri="{FF2B5EF4-FFF2-40B4-BE49-F238E27FC236}">
                      <a16:creationId xmlns:a16="http://schemas.microsoft.com/office/drawing/2014/main" id="{2AAFF3F4-2FF6-5BF5-C6D8-299C1F2A817D}"/>
                    </a:ext>
                  </a:extLst>
                </p:cNvPr>
                <p:cNvPicPr/>
                <p:nvPr/>
              </p:nvPicPr>
              <p:blipFill>
                <a:blip r:embed="rId32"/>
                <a:stretch>
                  <a:fillRect/>
                </a:stretch>
              </p:blipFill>
              <p:spPr>
                <a:xfrm>
                  <a:off x="1559017" y="2005316"/>
                  <a:ext cx="82080" cy="51120"/>
                </a:xfrm>
                <a:prstGeom prst="rect">
                  <a:avLst/>
                </a:prstGeom>
              </p:spPr>
            </p:pic>
          </mc:Fallback>
        </mc:AlternateContent>
      </p:grpSp>
      <p:grpSp>
        <p:nvGrpSpPr>
          <p:cNvPr id="32" name="Group 31">
            <a:extLst>
              <a:ext uri="{FF2B5EF4-FFF2-40B4-BE49-F238E27FC236}">
                <a16:creationId xmlns:a16="http://schemas.microsoft.com/office/drawing/2014/main" id="{BE143C54-D5E6-6A42-E761-2319FB35FE6D}"/>
              </a:ext>
            </a:extLst>
          </p:cNvPr>
          <p:cNvGrpSpPr/>
          <p:nvPr/>
        </p:nvGrpSpPr>
        <p:grpSpPr>
          <a:xfrm>
            <a:off x="2973457" y="1828556"/>
            <a:ext cx="288000" cy="338760"/>
            <a:chOff x="2973457" y="1828556"/>
            <a:chExt cx="288000" cy="338760"/>
          </a:xfrm>
        </p:grpSpPr>
        <mc:AlternateContent xmlns:mc="http://schemas.openxmlformats.org/markup-compatibility/2006" xmlns:p14="http://schemas.microsoft.com/office/powerpoint/2010/main">
          <mc:Choice Requires="p14">
            <p:contentPart p14:bwMode="auto" r:id="rId33">
              <p14:nvContentPartPr>
                <p14:cNvPr id="13" name="Ink 12">
                  <a:extLst>
                    <a:ext uri="{FF2B5EF4-FFF2-40B4-BE49-F238E27FC236}">
                      <a16:creationId xmlns:a16="http://schemas.microsoft.com/office/drawing/2014/main" id="{2714CEC3-B9D9-0AE6-4DD9-C23A12A16211}"/>
                    </a:ext>
                  </a:extLst>
                </p14:cNvPr>
                <p14:cNvContentPartPr/>
                <p14:nvPr/>
              </p14:nvContentPartPr>
              <p14:xfrm>
                <a:off x="2973457" y="1892996"/>
                <a:ext cx="55440" cy="258840"/>
              </p14:xfrm>
            </p:contentPart>
          </mc:Choice>
          <mc:Fallback xmlns="">
            <p:pic>
              <p:nvPicPr>
                <p:cNvPr id="13" name="Ink 12">
                  <a:extLst>
                    <a:ext uri="{FF2B5EF4-FFF2-40B4-BE49-F238E27FC236}">
                      <a16:creationId xmlns:a16="http://schemas.microsoft.com/office/drawing/2014/main" id="{2714CEC3-B9D9-0AE6-4DD9-C23A12A16211}"/>
                    </a:ext>
                  </a:extLst>
                </p:cNvPr>
                <p:cNvPicPr/>
                <p:nvPr/>
              </p:nvPicPr>
              <p:blipFill>
                <a:blip r:embed="rId34"/>
                <a:stretch>
                  <a:fillRect/>
                </a:stretch>
              </p:blipFill>
              <p:spPr>
                <a:xfrm>
                  <a:off x="2964817" y="1884356"/>
                  <a:ext cx="7308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4" name="Ink 13">
                  <a:extLst>
                    <a:ext uri="{FF2B5EF4-FFF2-40B4-BE49-F238E27FC236}">
                      <a16:creationId xmlns:a16="http://schemas.microsoft.com/office/drawing/2014/main" id="{EACC66A5-0055-0575-839A-8FE127E3043D}"/>
                    </a:ext>
                  </a:extLst>
                </p14:cNvPr>
                <p14:cNvContentPartPr/>
                <p14:nvPr/>
              </p14:nvContentPartPr>
              <p14:xfrm>
                <a:off x="3056617" y="1828556"/>
                <a:ext cx="204840" cy="338760"/>
              </p14:xfrm>
            </p:contentPart>
          </mc:Choice>
          <mc:Fallback xmlns="">
            <p:pic>
              <p:nvPicPr>
                <p:cNvPr id="14" name="Ink 13">
                  <a:extLst>
                    <a:ext uri="{FF2B5EF4-FFF2-40B4-BE49-F238E27FC236}">
                      <a16:creationId xmlns:a16="http://schemas.microsoft.com/office/drawing/2014/main" id="{EACC66A5-0055-0575-839A-8FE127E3043D}"/>
                    </a:ext>
                  </a:extLst>
                </p:cNvPr>
                <p:cNvPicPr/>
                <p:nvPr/>
              </p:nvPicPr>
              <p:blipFill>
                <a:blip r:embed="rId36"/>
                <a:stretch>
                  <a:fillRect/>
                </a:stretch>
              </p:blipFill>
              <p:spPr>
                <a:xfrm>
                  <a:off x="3047977" y="1819556"/>
                  <a:ext cx="22248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1" name="Ink 30">
                  <a:extLst>
                    <a:ext uri="{FF2B5EF4-FFF2-40B4-BE49-F238E27FC236}">
                      <a16:creationId xmlns:a16="http://schemas.microsoft.com/office/drawing/2014/main" id="{B62FA6B6-71AB-4BBE-9225-653A97F902CD}"/>
                    </a:ext>
                  </a:extLst>
                </p14:cNvPr>
                <p14:cNvContentPartPr/>
                <p14:nvPr/>
              </p14:nvContentPartPr>
              <p14:xfrm>
                <a:off x="2986057" y="2116916"/>
                <a:ext cx="101520" cy="26640"/>
              </p14:xfrm>
            </p:contentPart>
          </mc:Choice>
          <mc:Fallback xmlns="">
            <p:pic>
              <p:nvPicPr>
                <p:cNvPr id="31" name="Ink 30">
                  <a:extLst>
                    <a:ext uri="{FF2B5EF4-FFF2-40B4-BE49-F238E27FC236}">
                      <a16:creationId xmlns:a16="http://schemas.microsoft.com/office/drawing/2014/main" id="{B62FA6B6-71AB-4BBE-9225-653A97F902CD}"/>
                    </a:ext>
                  </a:extLst>
                </p:cNvPr>
                <p:cNvPicPr/>
                <p:nvPr/>
              </p:nvPicPr>
              <p:blipFill>
                <a:blip r:embed="rId38"/>
                <a:stretch>
                  <a:fillRect/>
                </a:stretch>
              </p:blipFill>
              <p:spPr>
                <a:xfrm>
                  <a:off x="2977417" y="2108276"/>
                  <a:ext cx="119160" cy="44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33" name="Ink 32">
                <a:extLst>
                  <a:ext uri="{FF2B5EF4-FFF2-40B4-BE49-F238E27FC236}">
                    <a16:creationId xmlns:a16="http://schemas.microsoft.com/office/drawing/2014/main" id="{2C5F4C2E-0AC9-8681-D29B-F1FE730B8828}"/>
                  </a:ext>
                </a:extLst>
              </p14:cNvPr>
              <p14:cNvContentPartPr/>
              <p14:nvPr/>
            </p14:nvContentPartPr>
            <p14:xfrm>
              <a:off x="4070377" y="1327076"/>
              <a:ext cx="448200" cy="378000"/>
            </p14:xfrm>
          </p:contentPart>
        </mc:Choice>
        <mc:Fallback xmlns="">
          <p:pic>
            <p:nvPicPr>
              <p:cNvPr id="33" name="Ink 32">
                <a:extLst>
                  <a:ext uri="{FF2B5EF4-FFF2-40B4-BE49-F238E27FC236}">
                    <a16:creationId xmlns:a16="http://schemas.microsoft.com/office/drawing/2014/main" id="{2C5F4C2E-0AC9-8681-D29B-F1FE730B8828}"/>
                  </a:ext>
                </a:extLst>
              </p:cNvPr>
              <p:cNvPicPr/>
              <p:nvPr/>
            </p:nvPicPr>
            <p:blipFill>
              <a:blip r:embed="rId40"/>
              <a:stretch>
                <a:fillRect/>
              </a:stretch>
            </p:blipFill>
            <p:spPr>
              <a:xfrm>
                <a:off x="4061377" y="1318436"/>
                <a:ext cx="465840" cy="3956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4" name="Ink 33">
                <a:extLst>
                  <a:ext uri="{FF2B5EF4-FFF2-40B4-BE49-F238E27FC236}">
                    <a16:creationId xmlns:a16="http://schemas.microsoft.com/office/drawing/2014/main" id="{B2B4E91D-8572-4552-3356-9A64A05B0B74}"/>
                  </a:ext>
                </a:extLst>
              </p14:cNvPr>
              <p14:cNvContentPartPr/>
              <p14:nvPr/>
            </p14:nvContentPartPr>
            <p14:xfrm>
              <a:off x="4490497" y="1818116"/>
              <a:ext cx="256320" cy="290520"/>
            </p14:xfrm>
          </p:contentPart>
        </mc:Choice>
        <mc:Fallback xmlns="">
          <p:pic>
            <p:nvPicPr>
              <p:cNvPr id="34" name="Ink 33">
                <a:extLst>
                  <a:ext uri="{FF2B5EF4-FFF2-40B4-BE49-F238E27FC236}">
                    <a16:creationId xmlns:a16="http://schemas.microsoft.com/office/drawing/2014/main" id="{B2B4E91D-8572-4552-3356-9A64A05B0B74}"/>
                  </a:ext>
                </a:extLst>
              </p:cNvPr>
              <p:cNvPicPr/>
              <p:nvPr/>
            </p:nvPicPr>
            <p:blipFill>
              <a:blip r:embed="rId42"/>
              <a:stretch>
                <a:fillRect/>
              </a:stretch>
            </p:blipFill>
            <p:spPr>
              <a:xfrm>
                <a:off x="4481857" y="1809476"/>
                <a:ext cx="273960" cy="308160"/>
              </a:xfrm>
              <a:prstGeom prst="rect">
                <a:avLst/>
              </a:prstGeom>
            </p:spPr>
          </p:pic>
        </mc:Fallback>
      </mc:AlternateContent>
      <p:grpSp>
        <p:nvGrpSpPr>
          <p:cNvPr id="40" name="Group 39">
            <a:extLst>
              <a:ext uri="{FF2B5EF4-FFF2-40B4-BE49-F238E27FC236}">
                <a16:creationId xmlns:a16="http://schemas.microsoft.com/office/drawing/2014/main" id="{D9F717C8-1701-A808-E0E3-4084A55A5B6B}"/>
              </a:ext>
            </a:extLst>
          </p:cNvPr>
          <p:cNvGrpSpPr/>
          <p:nvPr/>
        </p:nvGrpSpPr>
        <p:grpSpPr>
          <a:xfrm>
            <a:off x="4988737" y="1979756"/>
            <a:ext cx="320040" cy="207720"/>
            <a:chOff x="4988737" y="1979756"/>
            <a:chExt cx="320040" cy="207720"/>
          </a:xfrm>
        </p:grpSpPr>
        <mc:AlternateContent xmlns:mc="http://schemas.openxmlformats.org/markup-compatibility/2006" xmlns:p14="http://schemas.microsoft.com/office/powerpoint/2010/main">
          <mc:Choice Requires="p14">
            <p:contentPart p14:bwMode="auto" r:id="rId43">
              <p14:nvContentPartPr>
                <p14:cNvPr id="35" name="Ink 34">
                  <a:extLst>
                    <a:ext uri="{FF2B5EF4-FFF2-40B4-BE49-F238E27FC236}">
                      <a16:creationId xmlns:a16="http://schemas.microsoft.com/office/drawing/2014/main" id="{F79FE4C8-A9F6-6B8F-065F-C1FE86292AA5}"/>
                    </a:ext>
                  </a:extLst>
                </p14:cNvPr>
                <p14:cNvContentPartPr/>
                <p14:nvPr/>
              </p14:nvContentPartPr>
              <p14:xfrm>
                <a:off x="5004577" y="2035196"/>
                <a:ext cx="360" cy="360"/>
              </p14:xfrm>
            </p:contentPart>
          </mc:Choice>
          <mc:Fallback xmlns="">
            <p:pic>
              <p:nvPicPr>
                <p:cNvPr id="35" name="Ink 34">
                  <a:extLst>
                    <a:ext uri="{FF2B5EF4-FFF2-40B4-BE49-F238E27FC236}">
                      <a16:creationId xmlns:a16="http://schemas.microsoft.com/office/drawing/2014/main" id="{F79FE4C8-A9F6-6B8F-065F-C1FE86292AA5}"/>
                    </a:ext>
                  </a:extLst>
                </p:cNvPr>
                <p:cNvPicPr/>
                <p:nvPr/>
              </p:nvPicPr>
              <p:blipFill>
                <a:blip r:embed="rId7"/>
                <a:stretch>
                  <a:fillRect/>
                </a:stretch>
              </p:blipFill>
              <p:spPr>
                <a:xfrm>
                  <a:off x="4995577" y="202619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6" name="Ink 35">
                  <a:extLst>
                    <a:ext uri="{FF2B5EF4-FFF2-40B4-BE49-F238E27FC236}">
                      <a16:creationId xmlns:a16="http://schemas.microsoft.com/office/drawing/2014/main" id="{9938E70A-0244-C413-68E0-36B429092EB2}"/>
                    </a:ext>
                  </a:extLst>
                </p14:cNvPr>
                <p14:cNvContentPartPr/>
                <p14:nvPr/>
              </p14:nvContentPartPr>
              <p14:xfrm>
                <a:off x="5004577" y="1985876"/>
                <a:ext cx="360" cy="360"/>
              </p14:xfrm>
            </p:contentPart>
          </mc:Choice>
          <mc:Fallback xmlns="">
            <p:pic>
              <p:nvPicPr>
                <p:cNvPr id="36" name="Ink 35">
                  <a:extLst>
                    <a:ext uri="{FF2B5EF4-FFF2-40B4-BE49-F238E27FC236}">
                      <a16:creationId xmlns:a16="http://schemas.microsoft.com/office/drawing/2014/main" id="{9938E70A-0244-C413-68E0-36B429092EB2}"/>
                    </a:ext>
                  </a:extLst>
                </p:cNvPr>
                <p:cNvPicPr/>
                <p:nvPr/>
              </p:nvPicPr>
              <p:blipFill>
                <a:blip r:embed="rId7"/>
                <a:stretch>
                  <a:fillRect/>
                </a:stretch>
              </p:blipFill>
              <p:spPr>
                <a:xfrm>
                  <a:off x="4995577" y="197687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8" name="Ink 37">
                  <a:extLst>
                    <a:ext uri="{FF2B5EF4-FFF2-40B4-BE49-F238E27FC236}">
                      <a16:creationId xmlns:a16="http://schemas.microsoft.com/office/drawing/2014/main" id="{ADF027A6-E389-0F2E-D526-6C0B2BF3B14B}"/>
                    </a:ext>
                  </a:extLst>
                </p14:cNvPr>
                <p14:cNvContentPartPr/>
                <p14:nvPr/>
              </p14:nvContentPartPr>
              <p14:xfrm>
                <a:off x="4988737" y="1985876"/>
                <a:ext cx="46080" cy="201600"/>
              </p14:xfrm>
            </p:contentPart>
          </mc:Choice>
          <mc:Fallback xmlns="">
            <p:pic>
              <p:nvPicPr>
                <p:cNvPr id="38" name="Ink 37">
                  <a:extLst>
                    <a:ext uri="{FF2B5EF4-FFF2-40B4-BE49-F238E27FC236}">
                      <a16:creationId xmlns:a16="http://schemas.microsoft.com/office/drawing/2014/main" id="{ADF027A6-E389-0F2E-D526-6C0B2BF3B14B}"/>
                    </a:ext>
                  </a:extLst>
                </p:cNvPr>
                <p:cNvPicPr/>
                <p:nvPr/>
              </p:nvPicPr>
              <p:blipFill>
                <a:blip r:embed="rId46"/>
                <a:stretch>
                  <a:fillRect/>
                </a:stretch>
              </p:blipFill>
              <p:spPr>
                <a:xfrm>
                  <a:off x="4979737" y="1976876"/>
                  <a:ext cx="637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9" name="Ink 38">
                  <a:extLst>
                    <a:ext uri="{FF2B5EF4-FFF2-40B4-BE49-F238E27FC236}">
                      <a16:creationId xmlns:a16="http://schemas.microsoft.com/office/drawing/2014/main" id="{D4FE7819-A49C-A0AB-6210-2E53D3293DA3}"/>
                    </a:ext>
                  </a:extLst>
                </p14:cNvPr>
                <p14:cNvContentPartPr/>
                <p14:nvPr/>
              </p14:nvContentPartPr>
              <p14:xfrm>
                <a:off x="5159737" y="1979756"/>
                <a:ext cx="149040" cy="200880"/>
              </p14:xfrm>
            </p:contentPart>
          </mc:Choice>
          <mc:Fallback xmlns="">
            <p:pic>
              <p:nvPicPr>
                <p:cNvPr id="39" name="Ink 38">
                  <a:extLst>
                    <a:ext uri="{FF2B5EF4-FFF2-40B4-BE49-F238E27FC236}">
                      <a16:creationId xmlns:a16="http://schemas.microsoft.com/office/drawing/2014/main" id="{D4FE7819-A49C-A0AB-6210-2E53D3293DA3}"/>
                    </a:ext>
                  </a:extLst>
                </p:cNvPr>
                <p:cNvPicPr/>
                <p:nvPr/>
              </p:nvPicPr>
              <p:blipFill>
                <a:blip r:embed="rId48"/>
                <a:stretch>
                  <a:fillRect/>
                </a:stretch>
              </p:blipFill>
              <p:spPr>
                <a:xfrm>
                  <a:off x="5151097" y="1970756"/>
                  <a:ext cx="166680" cy="218520"/>
                </a:xfrm>
                <a:prstGeom prst="rect">
                  <a:avLst/>
                </a:prstGeom>
              </p:spPr>
            </p:pic>
          </mc:Fallback>
        </mc:AlternateContent>
      </p:grpSp>
      <p:grpSp>
        <p:nvGrpSpPr>
          <p:cNvPr id="49" name="Group 48">
            <a:extLst>
              <a:ext uri="{FF2B5EF4-FFF2-40B4-BE49-F238E27FC236}">
                <a16:creationId xmlns:a16="http://schemas.microsoft.com/office/drawing/2014/main" id="{971E6DE6-C840-21CD-E0F1-8E034FFB0E6A}"/>
              </a:ext>
            </a:extLst>
          </p:cNvPr>
          <p:cNvGrpSpPr/>
          <p:nvPr/>
        </p:nvGrpSpPr>
        <p:grpSpPr>
          <a:xfrm>
            <a:off x="225937" y="1855916"/>
            <a:ext cx="265320" cy="267120"/>
            <a:chOff x="225937" y="1855916"/>
            <a:chExt cx="265320" cy="267120"/>
          </a:xfrm>
        </p:grpSpPr>
        <mc:AlternateContent xmlns:mc="http://schemas.openxmlformats.org/markup-compatibility/2006" xmlns:p14="http://schemas.microsoft.com/office/powerpoint/2010/main">
          <mc:Choice Requires="p14">
            <p:contentPart p14:bwMode="auto" r:id="rId49">
              <p14:nvContentPartPr>
                <p14:cNvPr id="19" name="Ink 18">
                  <a:extLst>
                    <a:ext uri="{FF2B5EF4-FFF2-40B4-BE49-F238E27FC236}">
                      <a16:creationId xmlns:a16="http://schemas.microsoft.com/office/drawing/2014/main" id="{2CB6F40D-123D-FE6C-9213-75505937D12B}"/>
                    </a:ext>
                  </a:extLst>
                </p14:cNvPr>
                <p14:cNvContentPartPr/>
                <p14:nvPr/>
              </p14:nvContentPartPr>
              <p14:xfrm>
                <a:off x="304777" y="1881476"/>
                <a:ext cx="69120" cy="240840"/>
              </p14:xfrm>
            </p:contentPart>
          </mc:Choice>
          <mc:Fallback xmlns="">
            <p:pic>
              <p:nvPicPr>
                <p:cNvPr id="19" name="Ink 18">
                  <a:extLst>
                    <a:ext uri="{FF2B5EF4-FFF2-40B4-BE49-F238E27FC236}">
                      <a16:creationId xmlns:a16="http://schemas.microsoft.com/office/drawing/2014/main" id="{2CB6F40D-123D-FE6C-9213-75505937D12B}"/>
                    </a:ext>
                  </a:extLst>
                </p:cNvPr>
                <p:cNvPicPr/>
                <p:nvPr/>
              </p:nvPicPr>
              <p:blipFill>
                <a:blip r:embed="rId50"/>
                <a:stretch>
                  <a:fillRect/>
                </a:stretch>
              </p:blipFill>
              <p:spPr>
                <a:xfrm>
                  <a:off x="296137" y="1872836"/>
                  <a:ext cx="8676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0" name="Ink 19">
                  <a:extLst>
                    <a:ext uri="{FF2B5EF4-FFF2-40B4-BE49-F238E27FC236}">
                      <a16:creationId xmlns:a16="http://schemas.microsoft.com/office/drawing/2014/main" id="{0C3EB9CB-F509-8FF3-F989-17F09BDC1085}"/>
                    </a:ext>
                  </a:extLst>
                </p14:cNvPr>
                <p14:cNvContentPartPr/>
                <p14:nvPr/>
              </p14:nvContentPartPr>
              <p14:xfrm>
                <a:off x="225937" y="1855916"/>
                <a:ext cx="4320" cy="12240"/>
              </p14:xfrm>
            </p:contentPart>
          </mc:Choice>
          <mc:Fallback xmlns="">
            <p:pic>
              <p:nvPicPr>
                <p:cNvPr id="20" name="Ink 19">
                  <a:extLst>
                    <a:ext uri="{FF2B5EF4-FFF2-40B4-BE49-F238E27FC236}">
                      <a16:creationId xmlns:a16="http://schemas.microsoft.com/office/drawing/2014/main" id="{0C3EB9CB-F509-8FF3-F989-17F09BDC1085}"/>
                    </a:ext>
                  </a:extLst>
                </p:cNvPr>
                <p:cNvPicPr/>
                <p:nvPr/>
              </p:nvPicPr>
              <p:blipFill>
                <a:blip r:embed="rId52"/>
                <a:stretch>
                  <a:fillRect/>
                </a:stretch>
              </p:blipFill>
              <p:spPr>
                <a:xfrm>
                  <a:off x="217297" y="1846916"/>
                  <a:ext cx="2196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8" name="Ink 47">
                  <a:extLst>
                    <a:ext uri="{FF2B5EF4-FFF2-40B4-BE49-F238E27FC236}">
                      <a16:creationId xmlns:a16="http://schemas.microsoft.com/office/drawing/2014/main" id="{292C5E6E-51C7-E59E-A33E-CAB8938D406A}"/>
                    </a:ext>
                  </a:extLst>
                </p14:cNvPr>
                <p14:cNvContentPartPr/>
                <p14:nvPr/>
              </p14:nvContentPartPr>
              <p14:xfrm>
                <a:off x="293257" y="1867796"/>
                <a:ext cx="198000" cy="255240"/>
              </p14:xfrm>
            </p:contentPart>
          </mc:Choice>
          <mc:Fallback xmlns="">
            <p:pic>
              <p:nvPicPr>
                <p:cNvPr id="48" name="Ink 47">
                  <a:extLst>
                    <a:ext uri="{FF2B5EF4-FFF2-40B4-BE49-F238E27FC236}">
                      <a16:creationId xmlns:a16="http://schemas.microsoft.com/office/drawing/2014/main" id="{292C5E6E-51C7-E59E-A33E-CAB8938D406A}"/>
                    </a:ext>
                  </a:extLst>
                </p:cNvPr>
                <p:cNvPicPr/>
                <p:nvPr/>
              </p:nvPicPr>
              <p:blipFill>
                <a:blip r:embed="rId54"/>
                <a:stretch>
                  <a:fillRect/>
                </a:stretch>
              </p:blipFill>
              <p:spPr>
                <a:xfrm>
                  <a:off x="284617" y="1858796"/>
                  <a:ext cx="215640" cy="272880"/>
                </a:xfrm>
                <a:prstGeom prst="rect">
                  <a:avLst/>
                </a:prstGeom>
              </p:spPr>
            </p:pic>
          </mc:Fallback>
        </mc:AlternateContent>
      </p:grpSp>
      <p:grpSp>
        <p:nvGrpSpPr>
          <p:cNvPr id="62" name="Group 61">
            <a:extLst>
              <a:ext uri="{FF2B5EF4-FFF2-40B4-BE49-F238E27FC236}">
                <a16:creationId xmlns:a16="http://schemas.microsoft.com/office/drawing/2014/main" id="{7F66382D-68C5-45FB-32F2-AC0D0806328F}"/>
              </a:ext>
            </a:extLst>
          </p:cNvPr>
          <p:cNvGrpSpPr/>
          <p:nvPr/>
        </p:nvGrpSpPr>
        <p:grpSpPr>
          <a:xfrm>
            <a:off x="491617" y="1276676"/>
            <a:ext cx="1985400" cy="306720"/>
            <a:chOff x="491617" y="1276676"/>
            <a:chExt cx="1985400" cy="306720"/>
          </a:xfrm>
        </p:grpSpPr>
        <mc:AlternateContent xmlns:mc="http://schemas.openxmlformats.org/markup-compatibility/2006" xmlns:p14="http://schemas.microsoft.com/office/powerpoint/2010/main">
          <mc:Choice Requires="p14">
            <p:contentPart p14:bwMode="auto" r:id="rId55">
              <p14:nvContentPartPr>
                <p14:cNvPr id="50" name="Ink 49">
                  <a:extLst>
                    <a:ext uri="{FF2B5EF4-FFF2-40B4-BE49-F238E27FC236}">
                      <a16:creationId xmlns:a16="http://schemas.microsoft.com/office/drawing/2014/main" id="{8E3B362F-3729-49BD-C808-A83765EA53FA}"/>
                    </a:ext>
                  </a:extLst>
                </p14:cNvPr>
                <p14:cNvContentPartPr/>
                <p14:nvPr/>
              </p14:nvContentPartPr>
              <p14:xfrm>
                <a:off x="491617" y="1377476"/>
                <a:ext cx="201240" cy="172800"/>
              </p14:xfrm>
            </p:contentPart>
          </mc:Choice>
          <mc:Fallback xmlns="">
            <p:pic>
              <p:nvPicPr>
                <p:cNvPr id="50" name="Ink 49">
                  <a:extLst>
                    <a:ext uri="{FF2B5EF4-FFF2-40B4-BE49-F238E27FC236}">
                      <a16:creationId xmlns:a16="http://schemas.microsoft.com/office/drawing/2014/main" id="{8E3B362F-3729-49BD-C808-A83765EA53FA}"/>
                    </a:ext>
                  </a:extLst>
                </p:cNvPr>
                <p:cNvPicPr/>
                <p:nvPr/>
              </p:nvPicPr>
              <p:blipFill>
                <a:blip r:embed="rId56"/>
                <a:stretch>
                  <a:fillRect/>
                </a:stretch>
              </p:blipFill>
              <p:spPr>
                <a:xfrm>
                  <a:off x="482977" y="1368476"/>
                  <a:ext cx="21888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1" name="Ink 50">
                  <a:extLst>
                    <a:ext uri="{FF2B5EF4-FFF2-40B4-BE49-F238E27FC236}">
                      <a16:creationId xmlns:a16="http://schemas.microsoft.com/office/drawing/2014/main" id="{EC2B8E50-0137-8B73-D00A-77AAD65FD5CF}"/>
                    </a:ext>
                  </a:extLst>
                </p14:cNvPr>
                <p14:cNvContentPartPr/>
                <p14:nvPr/>
              </p14:nvContentPartPr>
              <p14:xfrm>
                <a:off x="680977" y="1444076"/>
                <a:ext cx="196920" cy="139320"/>
              </p14:xfrm>
            </p:contentPart>
          </mc:Choice>
          <mc:Fallback xmlns="">
            <p:pic>
              <p:nvPicPr>
                <p:cNvPr id="51" name="Ink 50">
                  <a:extLst>
                    <a:ext uri="{FF2B5EF4-FFF2-40B4-BE49-F238E27FC236}">
                      <a16:creationId xmlns:a16="http://schemas.microsoft.com/office/drawing/2014/main" id="{EC2B8E50-0137-8B73-D00A-77AAD65FD5CF}"/>
                    </a:ext>
                  </a:extLst>
                </p:cNvPr>
                <p:cNvPicPr/>
                <p:nvPr/>
              </p:nvPicPr>
              <p:blipFill>
                <a:blip r:embed="rId58"/>
                <a:stretch>
                  <a:fillRect/>
                </a:stretch>
              </p:blipFill>
              <p:spPr>
                <a:xfrm>
                  <a:off x="671977" y="1435076"/>
                  <a:ext cx="2145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2" name="Ink 51">
                  <a:extLst>
                    <a:ext uri="{FF2B5EF4-FFF2-40B4-BE49-F238E27FC236}">
                      <a16:creationId xmlns:a16="http://schemas.microsoft.com/office/drawing/2014/main" id="{7B1A71DA-3DFA-B57A-D1CE-128CB461233E}"/>
                    </a:ext>
                  </a:extLst>
                </p14:cNvPr>
                <p14:cNvContentPartPr/>
                <p14:nvPr/>
              </p14:nvContentPartPr>
              <p14:xfrm>
                <a:off x="922897" y="1447676"/>
                <a:ext cx="140040" cy="116640"/>
              </p14:xfrm>
            </p:contentPart>
          </mc:Choice>
          <mc:Fallback xmlns="">
            <p:pic>
              <p:nvPicPr>
                <p:cNvPr id="52" name="Ink 51">
                  <a:extLst>
                    <a:ext uri="{FF2B5EF4-FFF2-40B4-BE49-F238E27FC236}">
                      <a16:creationId xmlns:a16="http://schemas.microsoft.com/office/drawing/2014/main" id="{7B1A71DA-3DFA-B57A-D1CE-128CB461233E}"/>
                    </a:ext>
                  </a:extLst>
                </p:cNvPr>
                <p:cNvPicPr/>
                <p:nvPr/>
              </p:nvPicPr>
              <p:blipFill>
                <a:blip r:embed="rId60"/>
                <a:stretch>
                  <a:fillRect/>
                </a:stretch>
              </p:blipFill>
              <p:spPr>
                <a:xfrm>
                  <a:off x="914257" y="1439036"/>
                  <a:ext cx="15768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3" name="Ink 52">
                  <a:extLst>
                    <a:ext uri="{FF2B5EF4-FFF2-40B4-BE49-F238E27FC236}">
                      <a16:creationId xmlns:a16="http://schemas.microsoft.com/office/drawing/2014/main" id="{02D21446-F585-9265-7204-E404652DC78F}"/>
                    </a:ext>
                  </a:extLst>
                </p14:cNvPr>
                <p14:cNvContentPartPr/>
                <p14:nvPr/>
              </p14:nvContentPartPr>
              <p14:xfrm>
                <a:off x="1098217" y="1276676"/>
                <a:ext cx="157320" cy="277920"/>
              </p14:xfrm>
            </p:contentPart>
          </mc:Choice>
          <mc:Fallback xmlns="">
            <p:pic>
              <p:nvPicPr>
                <p:cNvPr id="53" name="Ink 52">
                  <a:extLst>
                    <a:ext uri="{FF2B5EF4-FFF2-40B4-BE49-F238E27FC236}">
                      <a16:creationId xmlns:a16="http://schemas.microsoft.com/office/drawing/2014/main" id="{02D21446-F585-9265-7204-E404652DC78F}"/>
                    </a:ext>
                  </a:extLst>
                </p:cNvPr>
                <p:cNvPicPr/>
                <p:nvPr/>
              </p:nvPicPr>
              <p:blipFill>
                <a:blip r:embed="rId62"/>
                <a:stretch>
                  <a:fillRect/>
                </a:stretch>
              </p:blipFill>
              <p:spPr>
                <a:xfrm>
                  <a:off x="1089577" y="1267676"/>
                  <a:ext cx="174960" cy="2955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4" name="Ink 53">
                  <a:extLst>
                    <a:ext uri="{FF2B5EF4-FFF2-40B4-BE49-F238E27FC236}">
                      <a16:creationId xmlns:a16="http://schemas.microsoft.com/office/drawing/2014/main" id="{AE79C130-0877-456E-176F-ACF5A1DF3FA6}"/>
                    </a:ext>
                  </a:extLst>
                </p14:cNvPr>
                <p14:cNvContentPartPr/>
                <p14:nvPr/>
              </p14:nvContentPartPr>
              <p14:xfrm>
                <a:off x="1279657" y="1422476"/>
                <a:ext cx="294840" cy="152280"/>
              </p14:xfrm>
            </p:contentPart>
          </mc:Choice>
          <mc:Fallback xmlns="">
            <p:pic>
              <p:nvPicPr>
                <p:cNvPr id="54" name="Ink 53">
                  <a:extLst>
                    <a:ext uri="{FF2B5EF4-FFF2-40B4-BE49-F238E27FC236}">
                      <a16:creationId xmlns:a16="http://schemas.microsoft.com/office/drawing/2014/main" id="{AE79C130-0877-456E-176F-ACF5A1DF3FA6}"/>
                    </a:ext>
                  </a:extLst>
                </p:cNvPr>
                <p:cNvPicPr/>
                <p:nvPr/>
              </p:nvPicPr>
              <p:blipFill>
                <a:blip r:embed="rId64"/>
                <a:stretch>
                  <a:fillRect/>
                </a:stretch>
              </p:blipFill>
              <p:spPr>
                <a:xfrm>
                  <a:off x="1271017" y="1413476"/>
                  <a:ext cx="3124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5" name="Ink 54">
                  <a:extLst>
                    <a:ext uri="{FF2B5EF4-FFF2-40B4-BE49-F238E27FC236}">
                      <a16:creationId xmlns:a16="http://schemas.microsoft.com/office/drawing/2014/main" id="{C2B64D47-E52F-060F-E0FE-7763EC9AFC69}"/>
                    </a:ext>
                  </a:extLst>
                </p14:cNvPr>
                <p14:cNvContentPartPr/>
                <p14:nvPr/>
              </p14:nvContentPartPr>
              <p14:xfrm>
                <a:off x="1710577" y="1454876"/>
                <a:ext cx="71640" cy="360"/>
              </p14:xfrm>
            </p:contentPart>
          </mc:Choice>
          <mc:Fallback xmlns="">
            <p:pic>
              <p:nvPicPr>
                <p:cNvPr id="55" name="Ink 54">
                  <a:extLst>
                    <a:ext uri="{FF2B5EF4-FFF2-40B4-BE49-F238E27FC236}">
                      <a16:creationId xmlns:a16="http://schemas.microsoft.com/office/drawing/2014/main" id="{C2B64D47-E52F-060F-E0FE-7763EC9AFC69}"/>
                    </a:ext>
                  </a:extLst>
                </p:cNvPr>
                <p:cNvPicPr/>
                <p:nvPr/>
              </p:nvPicPr>
              <p:blipFill>
                <a:blip r:embed="rId24"/>
                <a:stretch>
                  <a:fillRect/>
                </a:stretch>
              </p:blipFill>
              <p:spPr>
                <a:xfrm>
                  <a:off x="1701577" y="1445876"/>
                  <a:ext cx="89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6" name="Ink 55">
                  <a:extLst>
                    <a:ext uri="{FF2B5EF4-FFF2-40B4-BE49-F238E27FC236}">
                      <a16:creationId xmlns:a16="http://schemas.microsoft.com/office/drawing/2014/main" id="{6CE6E447-C266-57E9-6D7C-CA67987F8133}"/>
                    </a:ext>
                  </a:extLst>
                </p14:cNvPr>
                <p14:cNvContentPartPr/>
                <p14:nvPr/>
              </p14:nvContentPartPr>
              <p14:xfrm>
                <a:off x="1730377" y="1533716"/>
                <a:ext cx="108360" cy="360"/>
              </p14:xfrm>
            </p:contentPart>
          </mc:Choice>
          <mc:Fallback xmlns="">
            <p:pic>
              <p:nvPicPr>
                <p:cNvPr id="56" name="Ink 55">
                  <a:extLst>
                    <a:ext uri="{FF2B5EF4-FFF2-40B4-BE49-F238E27FC236}">
                      <a16:creationId xmlns:a16="http://schemas.microsoft.com/office/drawing/2014/main" id="{6CE6E447-C266-57E9-6D7C-CA67987F8133}"/>
                    </a:ext>
                  </a:extLst>
                </p:cNvPr>
                <p:cNvPicPr/>
                <p:nvPr/>
              </p:nvPicPr>
              <p:blipFill>
                <a:blip r:embed="rId67"/>
                <a:stretch>
                  <a:fillRect/>
                </a:stretch>
              </p:blipFill>
              <p:spPr>
                <a:xfrm>
                  <a:off x="1721737" y="1525076"/>
                  <a:ext cx="126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8" name="Ink 57">
                  <a:extLst>
                    <a:ext uri="{FF2B5EF4-FFF2-40B4-BE49-F238E27FC236}">
                      <a16:creationId xmlns:a16="http://schemas.microsoft.com/office/drawing/2014/main" id="{BF947B85-D8E3-4C78-0C56-7739E7C87347}"/>
                    </a:ext>
                  </a:extLst>
                </p14:cNvPr>
                <p14:cNvContentPartPr/>
                <p14:nvPr/>
              </p14:nvContentPartPr>
              <p14:xfrm>
                <a:off x="2001457" y="1387916"/>
                <a:ext cx="126360" cy="97560"/>
              </p14:xfrm>
            </p:contentPart>
          </mc:Choice>
          <mc:Fallback xmlns="">
            <p:pic>
              <p:nvPicPr>
                <p:cNvPr id="58" name="Ink 57">
                  <a:extLst>
                    <a:ext uri="{FF2B5EF4-FFF2-40B4-BE49-F238E27FC236}">
                      <a16:creationId xmlns:a16="http://schemas.microsoft.com/office/drawing/2014/main" id="{BF947B85-D8E3-4C78-0C56-7739E7C87347}"/>
                    </a:ext>
                  </a:extLst>
                </p:cNvPr>
                <p:cNvPicPr/>
                <p:nvPr/>
              </p:nvPicPr>
              <p:blipFill>
                <a:blip r:embed="rId69"/>
                <a:stretch>
                  <a:fillRect/>
                </a:stretch>
              </p:blipFill>
              <p:spPr>
                <a:xfrm>
                  <a:off x="1992457" y="1379276"/>
                  <a:ext cx="14400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59" name="Ink 58">
                  <a:extLst>
                    <a:ext uri="{FF2B5EF4-FFF2-40B4-BE49-F238E27FC236}">
                      <a16:creationId xmlns:a16="http://schemas.microsoft.com/office/drawing/2014/main" id="{78F40543-333D-C2CA-BB17-D2084C60FDC6}"/>
                    </a:ext>
                  </a:extLst>
                </p14:cNvPr>
                <p14:cNvContentPartPr/>
                <p14:nvPr/>
              </p14:nvContentPartPr>
              <p14:xfrm>
                <a:off x="2241577" y="1454876"/>
                <a:ext cx="360" cy="2160"/>
              </p14:xfrm>
            </p:contentPart>
          </mc:Choice>
          <mc:Fallback xmlns="">
            <p:pic>
              <p:nvPicPr>
                <p:cNvPr id="59" name="Ink 58">
                  <a:extLst>
                    <a:ext uri="{FF2B5EF4-FFF2-40B4-BE49-F238E27FC236}">
                      <a16:creationId xmlns:a16="http://schemas.microsoft.com/office/drawing/2014/main" id="{78F40543-333D-C2CA-BB17-D2084C60FDC6}"/>
                    </a:ext>
                  </a:extLst>
                </p:cNvPr>
                <p:cNvPicPr/>
                <p:nvPr/>
              </p:nvPicPr>
              <p:blipFill>
                <a:blip r:embed="rId7"/>
                <a:stretch>
                  <a:fillRect/>
                </a:stretch>
              </p:blipFill>
              <p:spPr>
                <a:xfrm>
                  <a:off x="2232577" y="1445876"/>
                  <a:ext cx="1800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0" name="Ink 59">
                  <a:extLst>
                    <a:ext uri="{FF2B5EF4-FFF2-40B4-BE49-F238E27FC236}">
                      <a16:creationId xmlns:a16="http://schemas.microsoft.com/office/drawing/2014/main" id="{628E7906-B8E4-382B-4F15-EB0FBA0F7802}"/>
                    </a:ext>
                  </a:extLst>
                </p14:cNvPr>
                <p14:cNvContentPartPr/>
                <p14:nvPr/>
              </p14:nvContentPartPr>
              <p14:xfrm>
                <a:off x="2348497" y="1280996"/>
                <a:ext cx="128520" cy="193320"/>
              </p14:xfrm>
            </p:contentPart>
          </mc:Choice>
          <mc:Fallback xmlns="">
            <p:pic>
              <p:nvPicPr>
                <p:cNvPr id="60" name="Ink 59">
                  <a:extLst>
                    <a:ext uri="{FF2B5EF4-FFF2-40B4-BE49-F238E27FC236}">
                      <a16:creationId xmlns:a16="http://schemas.microsoft.com/office/drawing/2014/main" id="{628E7906-B8E4-382B-4F15-EB0FBA0F7802}"/>
                    </a:ext>
                  </a:extLst>
                </p:cNvPr>
                <p:cNvPicPr/>
                <p:nvPr/>
              </p:nvPicPr>
              <p:blipFill>
                <a:blip r:embed="rId72"/>
                <a:stretch>
                  <a:fillRect/>
                </a:stretch>
              </p:blipFill>
              <p:spPr>
                <a:xfrm>
                  <a:off x="2339497" y="1272356"/>
                  <a:ext cx="1461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1" name="Ink 60">
                  <a:extLst>
                    <a:ext uri="{FF2B5EF4-FFF2-40B4-BE49-F238E27FC236}">
                      <a16:creationId xmlns:a16="http://schemas.microsoft.com/office/drawing/2014/main" id="{BB43C340-11FC-3EEE-2715-DAA2D98353D6}"/>
                    </a:ext>
                  </a:extLst>
                </p14:cNvPr>
                <p14:cNvContentPartPr/>
                <p14:nvPr/>
              </p14:nvContentPartPr>
              <p14:xfrm>
                <a:off x="2218177" y="1445516"/>
                <a:ext cx="73080" cy="20160"/>
              </p14:xfrm>
            </p:contentPart>
          </mc:Choice>
          <mc:Fallback xmlns="">
            <p:pic>
              <p:nvPicPr>
                <p:cNvPr id="61" name="Ink 60">
                  <a:extLst>
                    <a:ext uri="{FF2B5EF4-FFF2-40B4-BE49-F238E27FC236}">
                      <a16:creationId xmlns:a16="http://schemas.microsoft.com/office/drawing/2014/main" id="{BB43C340-11FC-3EEE-2715-DAA2D98353D6}"/>
                    </a:ext>
                  </a:extLst>
                </p:cNvPr>
                <p:cNvPicPr/>
                <p:nvPr/>
              </p:nvPicPr>
              <p:blipFill>
                <a:blip r:embed="rId74"/>
                <a:stretch>
                  <a:fillRect/>
                </a:stretch>
              </p:blipFill>
              <p:spPr>
                <a:xfrm>
                  <a:off x="2209177" y="1436516"/>
                  <a:ext cx="90720" cy="37800"/>
                </a:xfrm>
                <a:prstGeom prst="rect">
                  <a:avLst/>
                </a:prstGeom>
              </p:spPr>
            </p:pic>
          </mc:Fallback>
        </mc:AlternateContent>
      </p:grpSp>
      <p:grpSp>
        <p:nvGrpSpPr>
          <p:cNvPr id="74" name="Group 73">
            <a:extLst>
              <a:ext uri="{FF2B5EF4-FFF2-40B4-BE49-F238E27FC236}">
                <a16:creationId xmlns:a16="http://schemas.microsoft.com/office/drawing/2014/main" id="{210893DE-CC5D-5C1A-F75E-FF633B8A8792}"/>
              </a:ext>
            </a:extLst>
          </p:cNvPr>
          <p:cNvGrpSpPr/>
          <p:nvPr/>
        </p:nvGrpSpPr>
        <p:grpSpPr>
          <a:xfrm>
            <a:off x="1553617" y="2388716"/>
            <a:ext cx="1239120" cy="253440"/>
            <a:chOff x="1553617" y="2388716"/>
            <a:chExt cx="1239120" cy="253440"/>
          </a:xfrm>
        </p:grpSpPr>
        <mc:AlternateContent xmlns:mc="http://schemas.openxmlformats.org/markup-compatibility/2006" xmlns:p14="http://schemas.microsoft.com/office/powerpoint/2010/main">
          <mc:Choice Requires="p14">
            <p:contentPart p14:bwMode="auto" r:id="rId75">
              <p14:nvContentPartPr>
                <p14:cNvPr id="63" name="Ink 62">
                  <a:extLst>
                    <a:ext uri="{FF2B5EF4-FFF2-40B4-BE49-F238E27FC236}">
                      <a16:creationId xmlns:a16="http://schemas.microsoft.com/office/drawing/2014/main" id="{B3D2121D-9366-D27C-9455-0EE34A93F977}"/>
                    </a:ext>
                  </a:extLst>
                </p14:cNvPr>
                <p14:cNvContentPartPr/>
                <p14:nvPr/>
              </p14:nvContentPartPr>
              <p14:xfrm>
                <a:off x="1553617" y="2401676"/>
                <a:ext cx="189360" cy="194400"/>
              </p14:xfrm>
            </p:contentPart>
          </mc:Choice>
          <mc:Fallback xmlns="">
            <p:pic>
              <p:nvPicPr>
                <p:cNvPr id="63" name="Ink 62">
                  <a:extLst>
                    <a:ext uri="{FF2B5EF4-FFF2-40B4-BE49-F238E27FC236}">
                      <a16:creationId xmlns:a16="http://schemas.microsoft.com/office/drawing/2014/main" id="{B3D2121D-9366-D27C-9455-0EE34A93F977}"/>
                    </a:ext>
                  </a:extLst>
                </p:cNvPr>
                <p:cNvPicPr/>
                <p:nvPr/>
              </p:nvPicPr>
              <p:blipFill>
                <a:blip r:embed="rId76"/>
                <a:stretch>
                  <a:fillRect/>
                </a:stretch>
              </p:blipFill>
              <p:spPr>
                <a:xfrm>
                  <a:off x="1544617" y="2392676"/>
                  <a:ext cx="2070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4" name="Ink 63">
                  <a:extLst>
                    <a:ext uri="{FF2B5EF4-FFF2-40B4-BE49-F238E27FC236}">
                      <a16:creationId xmlns:a16="http://schemas.microsoft.com/office/drawing/2014/main" id="{EF421ACE-9872-ABB4-8EE2-BD1A2335B1F5}"/>
                    </a:ext>
                  </a:extLst>
                </p14:cNvPr>
                <p14:cNvContentPartPr/>
                <p14:nvPr/>
              </p14:nvContentPartPr>
              <p14:xfrm>
                <a:off x="1651537" y="2509676"/>
                <a:ext cx="100440" cy="13680"/>
              </p14:xfrm>
            </p:contentPart>
          </mc:Choice>
          <mc:Fallback xmlns="">
            <p:pic>
              <p:nvPicPr>
                <p:cNvPr id="64" name="Ink 63">
                  <a:extLst>
                    <a:ext uri="{FF2B5EF4-FFF2-40B4-BE49-F238E27FC236}">
                      <a16:creationId xmlns:a16="http://schemas.microsoft.com/office/drawing/2014/main" id="{EF421ACE-9872-ABB4-8EE2-BD1A2335B1F5}"/>
                    </a:ext>
                  </a:extLst>
                </p:cNvPr>
                <p:cNvPicPr/>
                <p:nvPr/>
              </p:nvPicPr>
              <p:blipFill>
                <a:blip r:embed="rId78"/>
                <a:stretch>
                  <a:fillRect/>
                </a:stretch>
              </p:blipFill>
              <p:spPr>
                <a:xfrm>
                  <a:off x="1642897" y="2500676"/>
                  <a:ext cx="11808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5" name="Ink 64">
                  <a:extLst>
                    <a:ext uri="{FF2B5EF4-FFF2-40B4-BE49-F238E27FC236}">
                      <a16:creationId xmlns:a16="http://schemas.microsoft.com/office/drawing/2014/main" id="{86B968FF-5029-EFE2-D847-417984265BDE}"/>
                    </a:ext>
                  </a:extLst>
                </p14:cNvPr>
                <p14:cNvContentPartPr/>
                <p14:nvPr/>
              </p14:nvContentPartPr>
              <p14:xfrm>
                <a:off x="1849897" y="2448116"/>
                <a:ext cx="28440" cy="126720"/>
              </p14:xfrm>
            </p:contentPart>
          </mc:Choice>
          <mc:Fallback xmlns="">
            <p:pic>
              <p:nvPicPr>
                <p:cNvPr id="65" name="Ink 64">
                  <a:extLst>
                    <a:ext uri="{FF2B5EF4-FFF2-40B4-BE49-F238E27FC236}">
                      <a16:creationId xmlns:a16="http://schemas.microsoft.com/office/drawing/2014/main" id="{86B968FF-5029-EFE2-D847-417984265BDE}"/>
                    </a:ext>
                  </a:extLst>
                </p:cNvPr>
                <p:cNvPicPr/>
                <p:nvPr/>
              </p:nvPicPr>
              <p:blipFill>
                <a:blip r:embed="rId80"/>
                <a:stretch>
                  <a:fillRect/>
                </a:stretch>
              </p:blipFill>
              <p:spPr>
                <a:xfrm>
                  <a:off x="1840897" y="2439116"/>
                  <a:ext cx="460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6" name="Ink 65">
                  <a:extLst>
                    <a:ext uri="{FF2B5EF4-FFF2-40B4-BE49-F238E27FC236}">
                      <a16:creationId xmlns:a16="http://schemas.microsoft.com/office/drawing/2014/main" id="{92749E57-FE28-E604-F7E1-30E06281D0FA}"/>
                    </a:ext>
                  </a:extLst>
                </p14:cNvPr>
                <p14:cNvContentPartPr/>
                <p14:nvPr/>
              </p14:nvContentPartPr>
              <p14:xfrm>
                <a:off x="1885177" y="2388716"/>
                <a:ext cx="141840" cy="169560"/>
              </p14:xfrm>
            </p:contentPart>
          </mc:Choice>
          <mc:Fallback xmlns="">
            <p:pic>
              <p:nvPicPr>
                <p:cNvPr id="66" name="Ink 65">
                  <a:extLst>
                    <a:ext uri="{FF2B5EF4-FFF2-40B4-BE49-F238E27FC236}">
                      <a16:creationId xmlns:a16="http://schemas.microsoft.com/office/drawing/2014/main" id="{92749E57-FE28-E604-F7E1-30E06281D0FA}"/>
                    </a:ext>
                  </a:extLst>
                </p:cNvPr>
                <p:cNvPicPr/>
                <p:nvPr/>
              </p:nvPicPr>
              <p:blipFill>
                <a:blip r:embed="rId82"/>
                <a:stretch>
                  <a:fillRect/>
                </a:stretch>
              </p:blipFill>
              <p:spPr>
                <a:xfrm>
                  <a:off x="1876177" y="2379716"/>
                  <a:ext cx="159480" cy="1872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8" name="Ink 67">
                  <a:extLst>
                    <a:ext uri="{FF2B5EF4-FFF2-40B4-BE49-F238E27FC236}">
                      <a16:creationId xmlns:a16="http://schemas.microsoft.com/office/drawing/2014/main" id="{89973FFD-43EE-A62A-8CC3-61ADFB2CE27C}"/>
                    </a:ext>
                  </a:extLst>
                </p14:cNvPr>
                <p14:cNvContentPartPr/>
                <p14:nvPr/>
              </p14:nvContentPartPr>
              <p14:xfrm>
                <a:off x="2123497" y="2497076"/>
                <a:ext cx="71640" cy="360"/>
              </p14:xfrm>
            </p:contentPart>
          </mc:Choice>
          <mc:Fallback xmlns="">
            <p:pic>
              <p:nvPicPr>
                <p:cNvPr id="68" name="Ink 67">
                  <a:extLst>
                    <a:ext uri="{FF2B5EF4-FFF2-40B4-BE49-F238E27FC236}">
                      <a16:creationId xmlns:a16="http://schemas.microsoft.com/office/drawing/2014/main" id="{89973FFD-43EE-A62A-8CC3-61ADFB2CE27C}"/>
                    </a:ext>
                  </a:extLst>
                </p:cNvPr>
                <p:cNvPicPr/>
                <p:nvPr/>
              </p:nvPicPr>
              <p:blipFill>
                <a:blip r:embed="rId24"/>
                <a:stretch>
                  <a:fillRect/>
                </a:stretch>
              </p:blipFill>
              <p:spPr>
                <a:xfrm>
                  <a:off x="2114857" y="2488436"/>
                  <a:ext cx="892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9" name="Ink 68">
                  <a:extLst>
                    <a:ext uri="{FF2B5EF4-FFF2-40B4-BE49-F238E27FC236}">
                      <a16:creationId xmlns:a16="http://schemas.microsoft.com/office/drawing/2014/main" id="{D6D13FAD-5322-DD7E-9AE0-9AA5349AA22A}"/>
                    </a:ext>
                  </a:extLst>
                </p14:cNvPr>
                <p14:cNvContentPartPr/>
                <p14:nvPr/>
              </p14:nvContentPartPr>
              <p14:xfrm>
                <a:off x="2163097" y="2575556"/>
                <a:ext cx="60120" cy="360"/>
              </p14:xfrm>
            </p:contentPart>
          </mc:Choice>
          <mc:Fallback xmlns="">
            <p:pic>
              <p:nvPicPr>
                <p:cNvPr id="69" name="Ink 68">
                  <a:extLst>
                    <a:ext uri="{FF2B5EF4-FFF2-40B4-BE49-F238E27FC236}">
                      <a16:creationId xmlns:a16="http://schemas.microsoft.com/office/drawing/2014/main" id="{D6D13FAD-5322-DD7E-9AE0-9AA5349AA22A}"/>
                    </a:ext>
                  </a:extLst>
                </p:cNvPr>
                <p:cNvPicPr/>
                <p:nvPr/>
              </p:nvPicPr>
              <p:blipFill>
                <a:blip r:embed="rId85"/>
                <a:stretch>
                  <a:fillRect/>
                </a:stretch>
              </p:blipFill>
              <p:spPr>
                <a:xfrm>
                  <a:off x="2154097" y="2566916"/>
                  <a:ext cx="777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70" name="Ink 69">
                  <a:extLst>
                    <a:ext uri="{FF2B5EF4-FFF2-40B4-BE49-F238E27FC236}">
                      <a16:creationId xmlns:a16="http://schemas.microsoft.com/office/drawing/2014/main" id="{4F1CADF3-048B-60FA-9DA4-C00828EC86B6}"/>
                    </a:ext>
                  </a:extLst>
                </p14:cNvPr>
                <p14:cNvContentPartPr/>
                <p14:nvPr/>
              </p14:nvContentPartPr>
              <p14:xfrm>
                <a:off x="2265337" y="2484476"/>
                <a:ext cx="194400" cy="114480"/>
              </p14:xfrm>
            </p:contentPart>
          </mc:Choice>
          <mc:Fallback xmlns="">
            <p:pic>
              <p:nvPicPr>
                <p:cNvPr id="70" name="Ink 69">
                  <a:extLst>
                    <a:ext uri="{FF2B5EF4-FFF2-40B4-BE49-F238E27FC236}">
                      <a16:creationId xmlns:a16="http://schemas.microsoft.com/office/drawing/2014/main" id="{4F1CADF3-048B-60FA-9DA4-C00828EC86B6}"/>
                    </a:ext>
                  </a:extLst>
                </p:cNvPr>
                <p:cNvPicPr/>
                <p:nvPr/>
              </p:nvPicPr>
              <p:blipFill>
                <a:blip r:embed="rId87"/>
                <a:stretch>
                  <a:fillRect/>
                </a:stretch>
              </p:blipFill>
              <p:spPr>
                <a:xfrm>
                  <a:off x="2256697" y="2475836"/>
                  <a:ext cx="2120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71" name="Ink 70">
                  <a:extLst>
                    <a:ext uri="{FF2B5EF4-FFF2-40B4-BE49-F238E27FC236}">
                      <a16:creationId xmlns:a16="http://schemas.microsoft.com/office/drawing/2014/main" id="{DD3C4156-0703-46AB-8BD4-12D354F3F478}"/>
                    </a:ext>
                  </a:extLst>
                </p14:cNvPr>
                <p14:cNvContentPartPr/>
                <p14:nvPr/>
              </p14:nvContentPartPr>
              <p14:xfrm>
                <a:off x="2516977" y="2556116"/>
                <a:ext cx="14040" cy="35640"/>
              </p14:xfrm>
            </p:contentPart>
          </mc:Choice>
          <mc:Fallback xmlns="">
            <p:pic>
              <p:nvPicPr>
                <p:cNvPr id="71" name="Ink 70">
                  <a:extLst>
                    <a:ext uri="{FF2B5EF4-FFF2-40B4-BE49-F238E27FC236}">
                      <a16:creationId xmlns:a16="http://schemas.microsoft.com/office/drawing/2014/main" id="{DD3C4156-0703-46AB-8BD4-12D354F3F478}"/>
                    </a:ext>
                  </a:extLst>
                </p:cNvPr>
                <p:cNvPicPr/>
                <p:nvPr/>
              </p:nvPicPr>
              <p:blipFill>
                <a:blip r:embed="rId89"/>
                <a:stretch>
                  <a:fillRect/>
                </a:stretch>
              </p:blipFill>
              <p:spPr>
                <a:xfrm>
                  <a:off x="2507977" y="2547476"/>
                  <a:ext cx="3168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72" name="Ink 71">
                  <a:extLst>
                    <a:ext uri="{FF2B5EF4-FFF2-40B4-BE49-F238E27FC236}">
                      <a16:creationId xmlns:a16="http://schemas.microsoft.com/office/drawing/2014/main" id="{C323C701-9049-74F3-DAE1-CF848F4A6BD0}"/>
                    </a:ext>
                  </a:extLst>
                </p14:cNvPr>
                <p14:cNvContentPartPr/>
                <p14:nvPr/>
              </p14:nvContentPartPr>
              <p14:xfrm>
                <a:off x="2611297" y="2389076"/>
                <a:ext cx="173160" cy="131760"/>
              </p14:xfrm>
            </p:contentPart>
          </mc:Choice>
          <mc:Fallback xmlns="">
            <p:pic>
              <p:nvPicPr>
                <p:cNvPr id="72" name="Ink 71">
                  <a:extLst>
                    <a:ext uri="{FF2B5EF4-FFF2-40B4-BE49-F238E27FC236}">
                      <a16:creationId xmlns:a16="http://schemas.microsoft.com/office/drawing/2014/main" id="{C323C701-9049-74F3-DAE1-CF848F4A6BD0}"/>
                    </a:ext>
                  </a:extLst>
                </p:cNvPr>
                <p:cNvPicPr/>
                <p:nvPr/>
              </p:nvPicPr>
              <p:blipFill>
                <a:blip r:embed="rId91"/>
                <a:stretch>
                  <a:fillRect/>
                </a:stretch>
              </p:blipFill>
              <p:spPr>
                <a:xfrm>
                  <a:off x="2602657" y="2380076"/>
                  <a:ext cx="19080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3" name="Ink 72">
                  <a:extLst>
                    <a:ext uri="{FF2B5EF4-FFF2-40B4-BE49-F238E27FC236}">
                      <a16:creationId xmlns:a16="http://schemas.microsoft.com/office/drawing/2014/main" id="{F78B774E-06D7-9CE5-CB57-ED45BF4C027A}"/>
                    </a:ext>
                  </a:extLst>
                </p14:cNvPr>
                <p14:cNvContentPartPr/>
                <p14:nvPr/>
              </p14:nvContentPartPr>
              <p14:xfrm>
                <a:off x="2709217" y="2439476"/>
                <a:ext cx="83520" cy="202680"/>
              </p14:xfrm>
            </p:contentPart>
          </mc:Choice>
          <mc:Fallback xmlns="">
            <p:pic>
              <p:nvPicPr>
                <p:cNvPr id="73" name="Ink 72">
                  <a:extLst>
                    <a:ext uri="{FF2B5EF4-FFF2-40B4-BE49-F238E27FC236}">
                      <a16:creationId xmlns:a16="http://schemas.microsoft.com/office/drawing/2014/main" id="{F78B774E-06D7-9CE5-CB57-ED45BF4C027A}"/>
                    </a:ext>
                  </a:extLst>
                </p:cNvPr>
                <p:cNvPicPr/>
                <p:nvPr/>
              </p:nvPicPr>
              <p:blipFill>
                <a:blip r:embed="rId93"/>
                <a:stretch>
                  <a:fillRect/>
                </a:stretch>
              </p:blipFill>
              <p:spPr>
                <a:xfrm>
                  <a:off x="2700217" y="2430476"/>
                  <a:ext cx="101160" cy="220320"/>
                </a:xfrm>
                <a:prstGeom prst="rect">
                  <a:avLst/>
                </a:prstGeom>
              </p:spPr>
            </p:pic>
          </mc:Fallback>
        </mc:AlternateContent>
      </p:grpSp>
      <p:grpSp>
        <p:nvGrpSpPr>
          <p:cNvPr id="77" name="Group 76">
            <a:extLst>
              <a:ext uri="{FF2B5EF4-FFF2-40B4-BE49-F238E27FC236}">
                <a16:creationId xmlns:a16="http://schemas.microsoft.com/office/drawing/2014/main" id="{1DE72FF6-034E-9543-A2C4-17FF8D140F60}"/>
              </a:ext>
            </a:extLst>
          </p:cNvPr>
          <p:cNvGrpSpPr/>
          <p:nvPr/>
        </p:nvGrpSpPr>
        <p:grpSpPr>
          <a:xfrm>
            <a:off x="900217" y="2369636"/>
            <a:ext cx="496440" cy="545040"/>
            <a:chOff x="900217" y="2369636"/>
            <a:chExt cx="496440" cy="545040"/>
          </a:xfrm>
        </p:grpSpPr>
        <mc:AlternateContent xmlns:mc="http://schemas.openxmlformats.org/markup-compatibility/2006" xmlns:p14="http://schemas.microsoft.com/office/powerpoint/2010/main">
          <mc:Choice Requires="p14">
            <p:contentPart p14:bwMode="auto" r:id="rId94">
              <p14:nvContentPartPr>
                <p14:cNvPr id="75" name="Ink 74">
                  <a:extLst>
                    <a:ext uri="{FF2B5EF4-FFF2-40B4-BE49-F238E27FC236}">
                      <a16:creationId xmlns:a16="http://schemas.microsoft.com/office/drawing/2014/main" id="{93CC846B-CBAE-3F9C-D653-C8304840B8E7}"/>
                    </a:ext>
                  </a:extLst>
                </p14:cNvPr>
                <p14:cNvContentPartPr/>
                <p14:nvPr/>
              </p14:nvContentPartPr>
              <p14:xfrm>
                <a:off x="900217" y="2369636"/>
                <a:ext cx="496440" cy="451080"/>
              </p14:xfrm>
            </p:contentPart>
          </mc:Choice>
          <mc:Fallback xmlns="">
            <p:pic>
              <p:nvPicPr>
                <p:cNvPr id="75" name="Ink 74">
                  <a:extLst>
                    <a:ext uri="{FF2B5EF4-FFF2-40B4-BE49-F238E27FC236}">
                      <a16:creationId xmlns:a16="http://schemas.microsoft.com/office/drawing/2014/main" id="{93CC846B-CBAE-3F9C-D653-C8304840B8E7}"/>
                    </a:ext>
                  </a:extLst>
                </p:cNvPr>
                <p:cNvPicPr/>
                <p:nvPr/>
              </p:nvPicPr>
              <p:blipFill>
                <a:blip r:embed="rId95"/>
                <a:stretch>
                  <a:fillRect/>
                </a:stretch>
              </p:blipFill>
              <p:spPr>
                <a:xfrm>
                  <a:off x="891217" y="2360636"/>
                  <a:ext cx="514080" cy="4687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76" name="Ink 75">
                  <a:extLst>
                    <a:ext uri="{FF2B5EF4-FFF2-40B4-BE49-F238E27FC236}">
                      <a16:creationId xmlns:a16="http://schemas.microsoft.com/office/drawing/2014/main" id="{4CA3A5CA-FF90-C38A-F9C4-36065AD9F4D0}"/>
                    </a:ext>
                  </a:extLst>
                </p14:cNvPr>
                <p14:cNvContentPartPr/>
                <p14:nvPr/>
              </p14:nvContentPartPr>
              <p14:xfrm>
                <a:off x="1051417" y="2408876"/>
                <a:ext cx="139320" cy="505800"/>
              </p14:xfrm>
            </p:contentPart>
          </mc:Choice>
          <mc:Fallback xmlns="">
            <p:pic>
              <p:nvPicPr>
                <p:cNvPr id="76" name="Ink 75">
                  <a:extLst>
                    <a:ext uri="{FF2B5EF4-FFF2-40B4-BE49-F238E27FC236}">
                      <a16:creationId xmlns:a16="http://schemas.microsoft.com/office/drawing/2014/main" id="{4CA3A5CA-FF90-C38A-F9C4-36065AD9F4D0}"/>
                    </a:ext>
                  </a:extLst>
                </p:cNvPr>
                <p:cNvPicPr/>
                <p:nvPr/>
              </p:nvPicPr>
              <p:blipFill>
                <a:blip r:embed="rId97"/>
                <a:stretch>
                  <a:fillRect/>
                </a:stretch>
              </p:blipFill>
              <p:spPr>
                <a:xfrm>
                  <a:off x="1042417" y="2400236"/>
                  <a:ext cx="156960" cy="523440"/>
                </a:xfrm>
                <a:prstGeom prst="rect">
                  <a:avLst/>
                </a:prstGeom>
              </p:spPr>
            </p:pic>
          </mc:Fallback>
        </mc:AlternateContent>
      </p:grpSp>
      <p:grpSp>
        <p:nvGrpSpPr>
          <p:cNvPr id="83" name="Group 82">
            <a:extLst>
              <a:ext uri="{FF2B5EF4-FFF2-40B4-BE49-F238E27FC236}">
                <a16:creationId xmlns:a16="http://schemas.microsoft.com/office/drawing/2014/main" id="{7719A194-C295-EC32-629F-AA4D6AD4D742}"/>
              </a:ext>
            </a:extLst>
          </p:cNvPr>
          <p:cNvGrpSpPr/>
          <p:nvPr/>
        </p:nvGrpSpPr>
        <p:grpSpPr>
          <a:xfrm>
            <a:off x="4021057" y="2211236"/>
            <a:ext cx="483480" cy="350640"/>
            <a:chOff x="4021057" y="2211236"/>
            <a:chExt cx="483480" cy="350640"/>
          </a:xfrm>
        </p:grpSpPr>
        <mc:AlternateContent xmlns:mc="http://schemas.openxmlformats.org/markup-compatibility/2006" xmlns:p14="http://schemas.microsoft.com/office/powerpoint/2010/main">
          <mc:Choice Requires="p14">
            <p:contentPart p14:bwMode="auto" r:id="rId98">
              <p14:nvContentPartPr>
                <p14:cNvPr id="41" name="Ink 40">
                  <a:extLst>
                    <a:ext uri="{FF2B5EF4-FFF2-40B4-BE49-F238E27FC236}">
                      <a16:creationId xmlns:a16="http://schemas.microsoft.com/office/drawing/2014/main" id="{FF6D6D4B-5A8A-FAF6-B657-1DD81D7F0B8F}"/>
                    </a:ext>
                  </a:extLst>
                </p14:cNvPr>
                <p14:cNvContentPartPr/>
                <p14:nvPr/>
              </p14:nvContentPartPr>
              <p14:xfrm>
                <a:off x="4050577" y="2251556"/>
                <a:ext cx="88560" cy="172440"/>
              </p14:xfrm>
            </p:contentPart>
          </mc:Choice>
          <mc:Fallback xmlns="">
            <p:pic>
              <p:nvPicPr>
                <p:cNvPr id="41" name="Ink 40">
                  <a:extLst>
                    <a:ext uri="{FF2B5EF4-FFF2-40B4-BE49-F238E27FC236}">
                      <a16:creationId xmlns:a16="http://schemas.microsoft.com/office/drawing/2014/main" id="{FF6D6D4B-5A8A-FAF6-B657-1DD81D7F0B8F}"/>
                    </a:ext>
                  </a:extLst>
                </p:cNvPr>
                <p:cNvPicPr/>
                <p:nvPr/>
              </p:nvPicPr>
              <p:blipFill>
                <a:blip r:embed="rId99"/>
                <a:stretch>
                  <a:fillRect/>
                </a:stretch>
              </p:blipFill>
              <p:spPr>
                <a:xfrm>
                  <a:off x="4041937" y="2242556"/>
                  <a:ext cx="1062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42" name="Ink 41">
                  <a:extLst>
                    <a:ext uri="{FF2B5EF4-FFF2-40B4-BE49-F238E27FC236}">
                      <a16:creationId xmlns:a16="http://schemas.microsoft.com/office/drawing/2014/main" id="{C1594599-BC57-539F-567E-751C724C1750}"/>
                    </a:ext>
                  </a:extLst>
                </p14:cNvPr>
                <p14:cNvContentPartPr/>
                <p14:nvPr/>
              </p14:nvContentPartPr>
              <p14:xfrm>
                <a:off x="4021057" y="2221676"/>
                <a:ext cx="360" cy="360"/>
              </p14:xfrm>
            </p:contentPart>
          </mc:Choice>
          <mc:Fallback xmlns="">
            <p:pic>
              <p:nvPicPr>
                <p:cNvPr id="42" name="Ink 41">
                  <a:extLst>
                    <a:ext uri="{FF2B5EF4-FFF2-40B4-BE49-F238E27FC236}">
                      <a16:creationId xmlns:a16="http://schemas.microsoft.com/office/drawing/2014/main" id="{C1594599-BC57-539F-567E-751C724C1750}"/>
                    </a:ext>
                  </a:extLst>
                </p:cNvPr>
                <p:cNvPicPr/>
                <p:nvPr/>
              </p:nvPicPr>
              <p:blipFill>
                <a:blip r:embed="rId7"/>
                <a:stretch>
                  <a:fillRect/>
                </a:stretch>
              </p:blipFill>
              <p:spPr>
                <a:xfrm>
                  <a:off x="4012417" y="221303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43" name="Ink 42">
                  <a:extLst>
                    <a:ext uri="{FF2B5EF4-FFF2-40B4-BE49-F238E27FC236}">
                      <a16:creationId xmlns:a16="http://schemas.microsoft.com/office/drawing/2014/main" id="{2E542475-8BC1-6223-8C4F-3BC3101560F5}"/>
                    </a:ext>
                  </a:extLst>
                </p14:cNvPr>
                <p14:cNvContentPartPr/>
                <p14:nvPr/>
              </p14:nvContentPartPr>
              <p14:xfrm>
                <a:off x="4021057" y="2221676"/>
                <a:ext cx="198720" cy="360"/>
              </p14:xfrm>
            </p:contentPart>
          </mc:Choice>
          <mc:Fallback xmlns="">
            <p:pic>
              <p:nvPicPr>
                <p:cNvPr id="43" name="Ink 42">
                  <a:extLst>
                    <a:ext uri="{FF2B5EF4-FFF2-40B4-BE49-F238E27FC236}">
                      <a16:creationId xmlns:a16="http://schemas.microsoft.com/office/drawing/2014/main" id="{2E542475-8BC1-6223-8C4F-3BC3101560F5}"/>
                    </a:ext>
                  </a:extLst>
                </p:cNvPr>
                <p:cNvPicPr/>
                <p:nvPr/>
              </p:nvPicPr>
              <p:blipFill>
                <a:blip r:embed="rId102"/>
                <a:stretch>
                  <a:fillRect/>
                </a:stretch>
              </p:blipFill>
              <p:spPr>
                <a:xfrm>
                  <a:off x="4012417" y="2213036"/>
                  <a:ext cx="2163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44" name="Ink 43">
                  <a:extLst>
                    <a:ext uri="{FF2B5EF4-FFF2-40B4-BE49-F238E27FC236}">
                      <a16:creationId xmlns:a16="http://schemas.microsoft.com/office/drawing/2014/main" id="{7F984BF1-29B2-3501-2FB2-8D8F0511AEA4}"/>
                    </a:ext>
                  </a:extLst>
                </p14:cNvPr>
                <p14:cNvContentPartPr/>
                <p14:nvPr/>
              </p14:nvContentPartPr>
              <p14:xfrm>
                <a:off x="4211497" y="2339756"/>
                <a:ext cx="51480" cy="360"/>
              </p14:xfrm>
            </p:contentPart>
          </mc:Choice>
          <mc:Fallback xmlns="">
            <p:pic>
              <p:nvPicPr>
                <p:cNvPr id="44" name="Ink 43">
                  <a:extLst>
                    <a:ext uri="{FF2B5EF4-FFF2-40B4-BE49-F238E27FC236}">
                      <a16:creationId xmlns:a16="http://schemas.microsoft.com/office/drawing/2014/main" id="{7F984BF1-29B2-3501-2FB2-8D8F0511AEA4}"/>
                    </a:ext>
                  </a:extLst>
                </p:cNvPr>
                <p:cNvPicPr/>
                <p:nvPr/>
              </p:nvPicPr>
              <p:blipFill>
                <a:blip r:embed="rId104"/>
                <a:stretch>
                  <a:fillRect/>
                </a:stretch>
              </p:blipFill>
              <p:spPr>
                <a:xfrm>
                  <a:off x="4202857" y="2330756"/>
                  <a:ext cx="691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45" name="Ink 44">
                  <a:extLst>
                    <a:ext uri="{FF2B5EF4-FFF2-40B4-BE49-F238E27FC236}">
                      <a16:creationId xmlns:a16="http://schemas.microsoft.com/office/drawing/2014/main" id="{A94E1145-DC09-A8F3-DA5D-E6A7D3116CFC}"/>
                    </a:ext>
                  </a:extLst>
                </p14:cNvPr>
                <p14:cNvContentPartPr/>
                <p14:nvPr/>
              </p14:nvContentPartPr>
              <p14:xfrm>
                <a:off x="4198177" y="2398796"/>
                <a:ext cx="50760" cy="360"/>
              </p14:xfrm>
            </p:contentPart>
          </mc:Choice>
          <mc:Fallback xmlns="">
            <p:pic>
              <p:nvPicPr>
                <p:cNvPr id="45" name="Ink 44">
                  <a:extLst>
                    <a:ext uri="{FF2B5EF4-FFF2-40B4-BE49-F238E27FC236}">
                      <a16:creationId xmlns:a16="http://schemas.microsoft.com/office/drawing/2014/main" id="{A94E1145-DC09-A8F3-DA5D-E6A7D3116CFC}"/>
                    </a:ext>
                  </a:extLst>
                </p:cNvPr>
                <p:cNvPicPr/>
                <p:nvPr/>
              </p:nvPicPr>
              <p:blipFill>
                <a:blip r:embed="rId104"/>
                <a:stretch>
                  <a:fillRect/>
                </a:stretch>
              </p:blipFill>
              <p:spPr>
                <a:xfrm>
                  <a:off x="4189177" y="2389796"/>
                  <a:ext cx="684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46" name="Ink 45">
                  <a:extLst>
                    <a:ext uri="{FF2B5EF4-FFF2-40B4-BE49-F238E27FC236}">
                      <a16:creationId xmlns:a16="http://schemas.microsoft.com/office/drawing/2014/main" id="{980A36AB-3F39-741B-1FB7-60447C825443}"/>
                    </a:ext>
                  </a:extLst>
                </p14:cNvPr>
                <p14:cNvContentPartPr/>
                <p14:nvPr/>
              </p14:nvContentPartPr>
              <p14:xfrm>
                <a:off x="4368097" y="2300516"/>
                <a:ext cx="136440" cy="261360"/>
              </p14:xfrm>
            </p:contentPart>
          </mc:Choice>
          <mc:Fallback xmlns="">
            <p:pic>
              <p:nvPicPr>
                <p:cNvPr id="46" name="Ink 45">
                  <a:extLst>
                    <a:ext uri="{FF2B5EF4-FFF2-40B4-BE49-F238E27FC236}">
                      <a16:creationId xmlns:a16="http://schemas.microsoft.com/office/drawing/2014/main" id="{980A36AB-3F39-741B-1FB7-60447C825443}"/>
                    </a:ext>
                  </a:extLst>
                </p:cNvPr>
                <p:cNvPicPr/>
                <p:nvPr/>
              </p:nvPicPr>
              <p:blipFill>
                <a:blip r:embed="rId107"/>
                <a:stretch>
                  <a:fillRect/>
                </a:stretch>
              </p:blipFill>
              <p:spPr>
                <a:xfrm>
                  <a:off x="4359097" y="2291516"/>
                  <a:ext cx="15408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8" name="Ink 77">
                  <a:extLst>
                    <a:ext uri="{FF2B5EF4-FFF2-40B4-BE49-F238E27FC236}">
                      <a16:creationId xmlns:a16="http://schemas.microsoft.com/office/drawing/2014/main" id="{FBB669C6-F89C-0DF3-31D2-BEAEC4E9E0AD}"/>
                    </a:ext>
                  </a:extLst>
                </p14:cNvPr>
                <p14:cNvContentPartPr/>
                <p14:nvPr/>
              </p14:nvContentPartPr>
              <p14:xfrm>
                <a:off x="4021057" y="2211236"/>
                <a:ext cx="263880" cy="21240"/>
              </p14:xfrm>
            </p:contentPart>
          </mc:Choice>
          <mc:Fallback xmlns="">
            <p:pic>
              <p:nvPicPr>
                <p:cNvPr id="78" name="Ink 77">
                  <a:extLst>
                    <a:ext uri="{FF2B5EF4-FFF2-40B4-BE49-F238E27FC236}">
                      <a16:creationId xmlns:a16="http://schemas.microsoft.com/office/drawing/2014/main" id="{FBB669C6-F89C-0DF3-31D2-BEAEC4E9E0AD}"/>
                    </a:ext>
                  </a:extLst>
                </p:cNvPr>
                <p:cNvPicPr/>
                <p:nvPr/>
              </p:nvPicPr>
              <p:blipFill>
                <a:blip r:embed="rId109"/>
                <a:stretch>
                  <a:fillRect/>
                </a:stretch>
              </p:blipFill>
              <p:spPr>
                <a:xfrm>
                  <a:off x="4012417" y="2202236"/>
                  <a:ext cx="2815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80" name="Ink 79">
                  <a:extLst>
                    <a:ext uri="{FF2B5EF4-FFF2-40B4-BE49-F238E27FC236}">
                      <a16:creationId xmlns:a16="http://schemas.microsoft.com/office/drawing/2014/main" id="{581D3B3D-7AA3-0AF9-DC16-3B9C43027BB4}"/>
                    </a:ext>
                  </a:extLst>
                </p14:cNvPr>
                <p14:cNvContentPartPr/>
                <p14:nvPr/>
              </p14:nvContentPartPr>
              <p14:xfrm>
                <a:off x="4224097" y="2428316"/>
                <a:ext cx="30960" cy="360"/>
              </p14:xfrm>
            </p:contentPart>
          </mc:Choice>
          <mc:Fallback xmlns="">
            <p:pic>
              <p:nvPicPr>
                <p:cNvPr id="80" name="Ink 79">
                  <a:extLst>
                    <a:ext uri="{FF2B5EF4-FFF2-40B4-BE49-F238E27FC236}">
                      <a16:creationId xmlns:a16="http://schemas.microsoft.com/office/drawing/2014/main" id="{581D3B3D-7AA3-0AF9-DC16-3B9C43027BB4}"/>
                    </a:ext>
                  </a:extLst>
                </p:cNvPr>
                <p:cNvPicPr/>
                <p:nvPr/>
              </p:nvPicPr>
              <p:blipFill>
                <a:blip r:embed="rId111"/>
                <a:stretch>
                  <a:fillRect/>
                </a:stretch>
              </p:blipFill>
              <p:spPr>
                <a:xfrm>
                  <a:off x="4215457" y="2419676"/>
                  <a:ext cx="48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81" name="Ink 80">
                  <a:extLst>
                    <a:ext uri="{FF2B5EF4-FFF2-40B4-BE49-F238E27FC236}">
                      <a16:creationId xmlns:a16="http://schemas.microsoft.com/office/drawing/2014/main" id="{89B3B2E7-D9A4-0FD1-073F-DB047D91593A}"/>
                    </a:ext>
                  </a:extLst>
                </p14:cNvPr>
                <p14:cNvContentPartPr/>
                <p14:nvPr/>
              </p14:nvContentPartPr>
              <p14:xfrm>
                <a:off x="4239937" y="2330036"/>
                <a:ext cx="56880" cy="360"/>
              </p14:xfrm>
            </p:contentPart>
          </mc:Choice>
          <mc:Fallback xmlns="">
            <p:pic>
              <p:nvPicPr>
                <p:cNvPr id="81" name="Ink 80">
                  <a:extLst>
                    <a:ext uri="{FF2B5EF4-FFF2-40B4-BE49-F238E27FC236}">
                      <a16:creationId xmlns:a16="http://schemas.microsoft.com/office/drawing/2014/main" id="{89B3B2E7-D9A4-0FD1-073F-DB047D91593A}"/>
                    </a:ext>
                  </a:extLst>
                </p:cNvPr>
                <p:cNvPicPr/>
                <p:nvPr/>
              </p:nvPicPr>
              <p:blipFill>
                <a:blip r:embed="rId113"/>
                <a:stretch>
                  <a:fillRect/>
                </a:stretch>
              </p:blipFill>
              <p:spPr>
                <a:xfrm>
                  <a:off x="4231297" y="2321036"/>
                  <a:ext cx="745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82" name="Ink 81">
                  <a:extLst>
                    <a:ext uri="{FF2B5EF4-FFF2-40B4-BE49-F238E27FC236}">
                      <a16:creationId xmlns:a16="http://schemas.microsoft.com/office/drawing/2014/main" id="{99E181C8-0700-3A43-E9A6-67E836382719}"/>
                    </a:ext>
                  </a:extLst>
                </p14:cNvPr>
                <p14:cNvContentPartPr/>
                <p14:nvPr/>
              </p14:nvContentPartPr>
              <p14:xfrm>
                <a:off x="4215097" y="2428316"/>
                <a:ext cx="52560" cy="360"/>
              </p14:xfrm>
            </p:contentPart>
          </mc:Choice>
          <mc:Fallback xmlns="">
            <p:pic>
              <p:nvPicPr>
                <p:cNvPr id="82" name="Ink 81">
                  <a:extLst>
                    <a:ext uri="{FF2B5EF4-FFF2-40B4-BE49-F238E27FC236}">
                      <a16:creationId xmlns:a16="http://schemas.microsoft.com/office/drawing/2014/main" id="{99E181C8-0700-3A43-E9A6-67E836382719}"/>
                    </a:ext>
                  </a:extLst>
                </p:cNvPr>
                <p:cNvPicPr/>
                <p:nvPr/>
              </p:nvPicPr>
              <p:blipFill>
                <a:blip r:embed="rId104"/>
                <a:stretch>
                  <a:fillRect/>
                </a:stretch>
              </p:blipFill>
              <p:spPr>
                <a:xfrm>
                  <a:off x="4206457" y="2419676"/>
                  <a:ext cx="70200" cy="18000"/>
                </a:xfrm>
                <a:prstGeom prst="rect">
                  <a:avLst/>
                </a:prstGeom>
              </p:spPr>
            </p:pic>
          </mc:Fallback>
        </mc:AlternateContent>
      </p:grpSp>
      <p:grpSp>
        <p:nvGrpSpPr>
          <p:cNvPr id="86" name="Group 85">
            <a:extLst>
              <a:ext uri="{FF2B5EF4-FFF2-40B4-BE49-F238E27FC236}">
                <a16:creationId xmlns:a16="http://schemas.microsoft.com/office/drawing/2014/main" id="{14C7B631-3BD1-7AFC-1438-F51413E6D7E7}"/>
              </a:ext>
            </a:extLst>
          </p:cNvPr>
          <p:cNvGrpSpPr/>
          <p:nvPr/>
        </p:nvGrpSpPr>
        <p:grpSpPr>
          <a:xfrm>
            <a:off x="4443697" y="2306276"/>
            <a:ext cx="89280" cy="82800"/>
            <a:chOff x="4443697" y="2306276"/>
            <a:chExt cx="89280" cy="82800"/>
          </a:xfrm>
        </p:grpSpPr>
        <mc:AlternateContent xmlns:mc="http://schemas.openxmlformats.org/markup-compatibility/2006" xmlns:p14="http://schemas.microsoft.com/office/powerpoint/2010/main">
          <mc:Choice Requires="p14">
            <p:contentPart p14:bwMode="auto" r:id="rId115">
              <p14:nvContentPartPr>
                <p14:cNvPr id="84" name="Ink 83">
                  <a:extLst>
                    <a:ext uri="{FF2B5EF4-FFF2-40B4-BE49-F238E27FC236}">
                      <a16:creationId xmlns:a16="http://schemas.microsoft.com/office/drawing/2014/main" id="{AD38411D-7678-DCD1-B367-84FEEE2E541E}"/>
                    </a:ext>
                  </a:extLst>
                </p14:cNvPr>
                <p14:cNvContentPartPr/>
                <p14:nvPr/>
              </p14:nvContentPartPr>
              <p14:xfrm>
                <a:off x="4503097" y="2325716"/>
                <a:ext cx="18000" cy="63360"/>
              </p14:xfrm>
            </p:contentPart>
          </mc:Choice>
          <mc:Fallback xmlns="">
            <p:pic>
              <p:nvPicPr>
                <p:cNvPr id="84" name="Ink 83">
                  <a:extLst>
                    <a:ext uri="{FF2B5EF4-FFF2-40B4-BE49-F238E27FC236}">
                      <a16:creationId xmlns:a16="http://schemas.microsoft.com/office/drawing/2014/main" id="{AD38411D-7678-DCD1-B367-84FEEE2E541E}"/>
                    </a:ext>
                  </a:extLst>
                </p:cNvPr>
                <p:cNvPicPr/>
                <p:nvPr/>
              </p:nvPicPr>
              <p:blipFill>
                <a:blip r:embed="rId116"/>
                <a:stretch>
                  <a:fillRect/>
                </a:stretch>
              </p:blipFill>
              <p:spPr>
                <a:xfrm>
                  <a:off x="4494457" y="2317076"/>
                  <a:ext cx="3564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5" name="Ink 84">
                  <a:extLst>
                    <a:ext uri="{FF2B5EF4-FFF2-40B4-BE49-F238E27FC236}">
                      <a16:creationId xmlns:a16="http://schemas.microsoft.com/office/drawing/2014/main" id="{35E7F361-1A57-C431-56FC-CA99366D05E1}"/>
                    </a:ext>
                  </a:extLst>
                </p14:cNvPr>
                <p14:cNvContentPartPr/>
                <p14:nvPr/>
              </p14:nvContentPartPr>
              <p14:xfrm>
                <a:off x="4443697" y="2306276"/>
                <a:ext cx="89280" cy="73080"/>
              </p14:xfrm>
            </p:contentPart>
          </mc:Choice>
          <mc:Fallback xmlns="">
            <p:pic>
              <p:nvPicPr>
                <p:cNvPr id="85" name="Ink 84">
                  <a:extLst>
                    <a:ext uri="{FF2B5EF4-FFF2-40B4-BE49-F238E27FC236}">
                      <a16:creationId xmlns:a16="http://schemas.microsoft.com/office/drawing/2014/main" id="{35E7F361-1A57-C431-56FC-CA99366D05E1}"/>
                    </a:ext>
                  </a:extLst>
                </p:cNvPr>
                <p:cNvPicPr/>
                <p:nvPr/>
              </p:nvPicPr>
              <p:blipFill>
                <a:blip r:embed="rId118"/>
                <a:stretch>
                  <a:fillRect/>
                </a:stretch>
              </p:blipFill>
              <p:spPr>
                <a:xfrm>
                  <a:off x="4434697" y="2297636"/>
                  <a:ext cx="106920" cy="90720"/>
                </a:xfrm>
                <a:prstGeom prst="rect">
                  <a:avLst/>
                </a:prstGeom>
              </p:spPr>
            </p:pic>
          </mc:Fallback>
        </mc:AlternateContent>
      </p:grpSp>
      <p:grpSp>
        <p:nvGrpSpPr>
          <p:cNvPr id="93" name="Group 92">
            <a:extLst>
              <a:ext uri="{FF2B5EF4-FFF2-40B4-BE49-F238E27FC236}">
                <a16:creationId xmlns:a16="http://schemas.microsoft.com/office/drawing/2014/main" id="{8BD87E57-740A-21D2-7A3E-90CDE61DF9E9}"/>
              </a:ext>
            </a:extLst>
          </p:cNvPr>
          <p:cNvGrpSpPr/>
          <p:nvPr/>
        </p:nvGrpSpPr>
        <p:grpSpPr>
          <a:xfrm>
            <a:off x="5397697" y="1558916"/>
            <a:ext cx="1032480" cy="290160"/>
            <a:chOff x="5397697" y="1558916"/>
            <a:chExt cx="1032480" cy="290160"/>
          </a:xfrm>
        </p:grpSpPr>
        <mc:AlternateContent xmlns:mc="http://schemas.openxmlformats.org/markup-compatibility/2006" xmlns:p14="http://schemas.microsoft.com/office/powerpoint/2010/main">
          <mc:Choice Requires="p14">
            <p:contentPart p14:bwMode="auto" r:id="rId119">
              <p14:nvContentPartPr>
                <p14:cNvPr id="87" name="Ink 86">
                  <a:extLst>
                    <a:ext uri="{FF2B5EF4-FFF2-40B4-BE49-F238E27FC236}">
                      <a16:creationId xmlns:a16="http://schemas.microsoft.com/office/drawing/2014/main" id="{1D946323-B7AF-35F5-6429-908740879363}"/>
                    </a:ext>
                  </a:extLst>
                </p14:cNvPr>
                <p14:cNvContentPartPr/>
                <p14:nvPr/>
              </p14:nvContentPartPr>
              <p14:xfrm>
                <a:off x="5397697" y="1688876"/>
                <a:ext cx="165240" cy="160200"/>
              </p14:xfrm>
            </p:contentPart>
          </mc:Choice>
          <mc:Fallback xmlns="">
            <p:pic>
              <p:nvPicPr>
                <p:cNvPr id="87" name="Ink 86">
                  <a:extLst>
                    <a:ext uri="{FF2B5EF4-FFF2-40B4-BE49-F238E27FC236}">
                      <a16:creationId xmlns:a16="http://schemas.microsoft.com/office/drawing/2014/main" id="{1D946323-B7AF-35F5-6429-908740879363}"/>
                    </a:ext>
                  </a:extLst>
                </p:cNvPr>
                <p:cNvPicPr/>
                <p:nvPr/>
              </p:nvPicPr>
              <p:blipFill>
                <a:blip r:embed="rId120"/>
                <a:stretch>
                  <a:fillRect/>
                </a:stretch>
              </p:blipFill>
              <p:spPr>
                <a:xfrm>
                  <a:off x="5388697" y="1679876"/>
                  <a:ext cx="1828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8" name="Ink 87">
                  <a:extLst>
                    <a:ext uri="{FF2B5EF4-FFF2-40B4-BE49-F238E27FC236}">
                      <a16:creationId xmlns:a16="http://schemas.microsoft.com/office/drawing/2014/main" id="{B1B50D43-88A3-8418-C9DD-FF4E249616BD}"/>
                    </a:ext>
                  </a:extLst>
                </p14:cNvPr>
                <p14:cNvContentPartPr/>
                <p14:nvPr/>
              </p14:nvContentPartPr>
              <p14:xfrm>
                <a:off x="5582017" y="1695356"/>
                <a:ext cx="130680" cy="116280"/>
              </p14:xfrm>
            </p:contentPart>
          </mc:Choice>
          <mc:Fallback xmlns="">
            <p:pic>
              <p:nvPicPr>
                <p:cNvPr id="88" name="Ink 87">
                  <a:extLst>
                    <a:ext uri="{FF2B5EF4-FFF2-40B4-BE49-F238E27FC236}">
                      <a16:creationId xmlns:a16="http://schemas.microsoft.com/office/drawing/2014/main" id="{B1B50D43-88A3-8418-C9DD-FF4E249616BD}"/>
                    </a:ext>
                  </a:extLst>
                </p:cNvPr>
                <p:cNvPicPr/>
                <p:nvPr/>
              </p:nvPicPr>
              <p:blipFill>
                <a:blip r:embed="rId122"/>
                <a:stretch>
                  <a:fillRect/>
                </a:stretch>
              </p:blipFill>
              <p:spPr>
                <a:xfrm>
                  <a:off x="5573377" y="1686356"/>
                  <a:ext cx="14832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9" name="Ink 88">
                  <a:extLst>
                    <a:ext uri="{FF2B5EF4-FFF2-40B4-BE49-F238E27FC236}">
                      <a16:creationId xmlns:a16="http://schemas.microsoft.com/office/drawing/2014/main" id="{4892A5A1-5971-BA57-BFAE-6A5D74C1FEE7}"/>
                    </a:ext>
                  </a:extLst>
                </p14:cNvPr>
                <p14:cNvContentPartPr/>
                <p14:nvPr/>
              </p14:nvContentPartPr>
              <p14:xfrm>
                <a:off x="5779657" y="1720556"/>
                <a:ext cx="94680" cy="78480"/>
              </p14:xfrm>
            </p:contentPart>
          </mc:Choice>
          <mc:Fallback xmlns="">
            <p:pic>
              <p:nvPicPr>
                <p:cNvPr id="89" name="Ink 88">
                  <a:extLst>
                    <a:ext uri="{FF2B5EF4-FFF2-40B4-BE49-F238E27FC236}">
                      <a16:creationId xmlns:a16="http://schemas.microsoft.com/office/drawing/2014/main" id="{4892A5A1-5971-BA57-BFAE-6A5D74C1FEE7}"/>
                    </a:ext>
                  </a:extLst>
                </p:cNvPr>
                <p:cNvPicPr/>
                <p:nvPr/>
              </p:nvPicPr>
              <p:blipFill>
                <a:blip r:embed="rId124"/>
                <a:stretch>
                  <a:fillRect/>
                </a:stretch>
              </p:blipFill>
              <p:spPr>
                <a:xfrm>
                  <a:off x="5771017" y="1711556"/>
                  <a:ext cx="11232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90" name="Ink 89">
                  <a:extLst>
                    <a:ext uri="{FF2B5EF4-FFF2-40B4-BE49-F238E27FC236}">
                      <a16:creationId xmlns:a16="http://schemas.microsoft.com/office/drawing/2014/main" id="{465BC41D-59BD-4BC2-C041-0A62C00CB011}"/>
                    </a:ext>
                  </a:extLst>
                </p14:cNvPr>
                <p14:cNvContentPartPr/>
                <p14:nvPr/>
              </p14:nvContentPartPr>
              <p14:xfrm>
                <a:off x="5924017" y="1558916"/>
                <a:ext cx="126000" cy="250560"/>
              </p14:xfrm>
            </p:contentPart>
          </mc:Choice>
          <mc:Fallback xmlns="">
            <p:pic>
              <p:nvPicPr>
                <p:cNvPr id="90" name="Ink 89">
                  <a:extLst>
                    <a:ext uri="{FF2B5EF4-FFF2-40B4-BE49-F238E27FC236}">
                      <a16:creationId xmlns:a16="http://schemas.microsoft.com/office/drawing/2014/main" id="{465BC41D-59BD-4BC2-C041-0A62C00CB011}"/>
                    </a:ext>
                  </a:extLst>
                </p:cNvPr>
                <p:cNvPicPr/>
                <p:nvPr/>
              </p:nvPicPr>
              <p:blipFill>
                <a:blip r:embed="rId126"/>
                <a:stretch>
                  <a:fillRect/>
                </a:stretch>
              </p:blipFill>
              <p:spPr>
                <a:xfrm>
                  <a:off x="5915017" y="1550276"/>
                  <a:ext cx="14364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91" name="Ink 90">
                  <a:extLst>
                    <a:ext uri="{FF2B5EF4-FFF2-40B4-BE49-F238E27FC236}">
                      <a16:creationId xmlns:a16="http://schemas.microsoft.com/office/drawing/2014/main" id="{0393BD88-0432-B483-3644-C22FBC8A6399}"/>
                    </a:ext>
                  </a:extLst>
                </p14:cNvPr>
                <p14:cNvContentPartPr/>
                <p14:nvPr/>
              </p14:nvContentPartPr>
              <p14:xfrm>
                <a:off x="6101497" y="1724516"/>
                <a:ext cx="99360" cy="107640"/>
              </p14:xfrm>
            </p:contentPart>
          </mc:Choice>
          <mc:Fallback xmlns="">
            <p:pic>
              <p:nvPicPr>
                <p:cNvPr id="91" name="Ink 90">
                  <a:extLst>
                    <a:ext uri="{FF2B5EF4-FFF2-40B4-BE49-F238E27FC236}">
                      <a16:creationId xmlns:a16="http://schemas.microsoft.com/office/drawing/2014/main" id="{0393BD88-0432-B483-3644-C22FBC8A6399}"/>
                    </a:ext>
                  </a:extLst>
                </p:cNvPr>
                <p:cNvPicPr/>
                <p:nvPr/>
              </p:nvPicPr>
              <p:blipFill>
                <a:blip r:embed="rId128"/>
                <a:stretch>
                  <a:fillRect/>
                </a:stretch>
              </p:blipFill>
              <p:spPr>
                <a:xfrm>
                  <a:off x="6092497" y="1715516"/>
                  <a:ext cx="1170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92" name="Ink 91">
                  <a:extLst>
                    <a:ext uri="{FF2B5EF4-FFF2-40B4-BE49-F238E27FC236}">
                      <a16:creationId xmlns:a16="http://schemas.microsoft.com/office/drawing/2014/main" id="{4D949EC2-69F4-0023-5226-A43AEA140458}"/>
                    </a:ext>
                  </a:extLst>
                </p14:cNvPr>
                <p14:cNvContentPartPr/>
                <p14:nvPr/>
              </p14:nvContentPartPr>
              <p14:xfrm>
                <a:off x="6248737" y="1720556"/>
                <a:ext cx="181440" cy="96840"/>
              </p14:xfrm>
            </p:contentPart>
          </mc:Choice>
          <mc:Fallback xmlns="">
            <p:pic>
              <p:nvPicPr>
                <p:cNvPr id="92" name="Ink 91">
                  <a:extLst>
                    <a:ext uri="{FF2B5EF4-FFF2-40B4-BE49-F238E27FC236}">
                      <a16:creationId xmlns:a16="http://schemas.microsoft.com/office/drawing/2014/main" id="{4D949EC2-69F4-0023-5226-A43AEA140458}"/>
                    </a:ext>
                  </a:extLst>
                </p:cNvPr>
                <p:cNvPicPr/>
                <p:nvPr/>
              </p:nvPicPr>
              <p:blipFill>
                <a:blip r:embed="rId130"/>
                <a:stretch>
                  <a:fillRect/>
                </a:stretch>
              </p:blipFill>
              <p:spPr>
                <a:xfrm>
                  <a:off x="6240097" y="1711556"/>
                  <a:ext cx="199080" cy="114480"/>
                </a:xfrm>
                <a:prstGeom prst="rect">
                  <a:avLst/>
                </a:prstGeom>
              </p:spPr>
            </p:pic>
          </mc:Fallback>
        </mc:AlternateContent>
      </p:grpSp>
      <p:grpSp>
        <p:nvGrpSpPr>
          <p:cNvPr id="101" name="Group 100">
            <a:extLst>
              <a:ext uri="{FF2B5EF4-FFF2-40B4-BE49-F238E27FC236}">
                <a16:creationId xmlns:a16="http://schemas.microsoft.com/office/drawing/2014/main" id="{9D023FC8-D722-DE93-2C28-C03C04AA90DF}"/>
              </a:ext>
            </a:extLst>
          </p:cNvPr>
          <p:cNvGrpSpPr/>
          <p:nvPr/>
        </p:nvGrpSpPr>
        <p:grpSpPr>
          <a:xfrm>
            <a:off x="6616657" y="1693556"/>
            <a:ext cx="495720" cy="115560"/>
            <a:chOff x="6616657" y="1693556"/>
            <a:chExt cx="495720" cy="115560"/>
          </a:xfrm>
        </p:grpSpPr>
        <mc:AlternateContent xmlns:mc="http://schemas.openxmlformats.org/markup-compatibility/2006" xmlns:p14="http://schemas.microsoft.com/office/powerpoint/2010/main">
          <mc:Choice Requires="p14">
            <p:contentPart p14:bwMode="auto" r:id="rId131">
              <p14:nvContentPartPr>
                <p14:cNvPr id="94" name="Ink 93">
                  <a:extLst>
                    <a:ext uri="{FF2B5EF4-FFF2-40B4-BE49-F238E27FC236}">
                      <a16:creationId xmlns:a16="http://schemas.microsoft.com/office/drawing/2014/main" id="{5E730A3C-C694-CB2C-CAB5-987367C8424D}"/>
                    </a:ext>
                  </a:extLst>
                </p14:cNvPr>
                <p14:cNvContentPartPr/>
                <p14:nvPr/>
              </p14:nvContentPartPr>
              <p14:xfrm>
                <a:off x="6616657" y="1730276"/>
                <a:ext cx="133560" cy="360"/>
              </p14:xfrm>
            </p:contentPart>
          </mc:Choice>
          <mc:Fallback xmlns="">
            <p:pic>
              <p:nvPicPr>
                <p:cNvPr id="94" name="Ink 93">
                  <a:extLst>
                    <a:ext uri="{FF2B5EF4-FFF2-40B4-BE49-F238E27FC236}">
                      <a16:creationId xmlns:a16="http://schemas.microsoft.com/office/drawing/2014/main" id="{5E730A3C-C694-CB2C-CAB5-987367C8424D}"/>
                    </a:ext>
                  </a:extLst>
                </p:cNvPr>
                <p:cNvPicPr/>
                <p:nvPr/>
              </p:nvPicPr>
              <p:blipFill>
                <a:blip r:embed="rId132"/>
                <a:stretch>
                  <a:fillRect/>
                </a:stretch>
              </p:blipFill>
              <p:spPr>
                <a:xfrm>
                  <a:off x="6608017" y="1721636"/>
                  <a:ext cx="1512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5" name="Ink 94">
                  <a:extLst>
                    <a:ext uri="{FF2B5EF4-FFF2-40B4-BE49-F238E27FC236}">
                      <a16:creationId xmlns:a16="http://schemas.microsoft.com/office/drawing/2014/main" id="{4443C64B-784D-DB39-CCA0-F99B41EAB8DB}"/>
                    </a:ext>
                  </a:extLst>
                </p14:cNvPr>
                <p14:cNvContentPartPr/>
                <p14:nvPr/>
              </p14:nvContentPartPr>
              <p14:xfrm>
                <a:off x="6646537" y="1808756"/>
                <a:ext cx="92160" cy="360"/>
              </p14:xfrm>
            </p:contentPart>
          </mc:Choice>
          <mc:Fallback xmlns="">
            <p:pic>
              <p:nvPicPr>
                <p:cNvPr id="95" name="Ink 94">
                  <a:extLst>
                    <a:ext uri="{FF2B5EF4-FFF2-40B4-BE49-F238E27FC236}">
                      <a16:creationId xmlns:a16="http://schemas.microsoft.com/office/drawing/2014/main" id="{4443C64B-784D-DB39-CCA0-F99B41EAB8DB}"/>
                    </a:ext>
                  </a:extLst>
                </p:cNvPr>
                <p:cNvPicPr/>
                <p:nvPr/>
              </p:nvPicPr>
              <p:blipFill>
                <a:blip r:embed="rId134"/>
                <a:stretch>
                  <a:fillRect/>
                </a:stretch>
              </p:blipFill>
              <p:spPr>
                <a:xfrm>
                  <a:off x="6637537" y="1800116"/>
                  <a:ext cx="109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7" name="Ink 96">
                  <a:extLst>
                    <a:ext uri="{FF2B5EF4-FFF2-40B4-BE49-F238E27FC236}">
                      <a16:creationId xmlns:a16="http://schemas.microsoft.com/office/drawing/2014/main" id="{28C9C122-B2F5-91CF-6AEA-BC185AB2DD2F}"/>
                    </a:ext>
                  </a:extLst>
                </p14:cNvPr>
                <p14:cNvContentPartPr/>
                <p14:nvPr/>
              </p14:nvContentPartPr>
              <p14:xfrm>
                <a:off x="6814657" y="1693556"/>
                <a:ext cx="159480" cy="115560"/>
              </p14:xfrm>
            </p:contentPart>
          </mc:Choice>
          <mc:Fallback xmlns="">
            <p:pic>
              <p:nvPicPr>
                <p:cNvPr id="97" name="Ink 96">
                  <a:extLst>
                    <a:ext uri="{FF2B5EF4-FFF2-40B4-BE49-F238E27FC236}">
                      <a16:creationId xmlns:a16="http://schemas.microsoft.com/office/drawing/2014/main" id="{28C9C122-B2F5-91CF-6AEA-BC185AB2DD2F}"/>
                    </a:ext>
                  </a:extLst>
                </p:cNvPr>
                <p:cNvPicPr/>
                <p:nvPr/>
              </p:nvPicPr>
              <p:blipFill>
                <a:blip r:embed="rId136"/>
                <a:stretch>
                  <a:fillRect/>
                </a:stretch>
              </p:blipFill>
              <p:spPr>
                <a:xfrm>
                  <a:off x="6805657" y="1684916"/>
                  <a:ext cx="1771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8" name="Ink 97">
                  <a:extLst>
                    <a:ext uri="{FF2B5EF4-FFF2-40B4-BE49-F238E27FC236}">
                      <a16:creationId xmlns:a16="http://schemas.microsoft.com/office/drawing/2014/main" id="{F385B422-B93C-E8BA-DDF7-E7669019D9F8}"/>
                    </a:ext>
                  </a:extLst>
                </p14:cNvPr>
                <p14:cNvContentPartPr/>
                <p14:nvPr/>
              </p14:nvContentPartPr>
              <p14:xfrm>
                <a:off x="7059457" y="1775996"/>
                <a:ext cx="52920" cy="21240"/>
              </p14:xfrm>
            </p:contentPart>
          </mc:Choice>
          <mc:Fallback xmlns="">
            <p:pic>
              <p:nvPicPr>
                <p:cNvPr id="98" name="Ink 97">
                  <a:extLst>
                    <a:ext uri="{FF2B5EF4-FFF2-40B4-BE49-F238E27FC236}">
                      <a16:creationId xmlns:a16="http://schemas.microsoft.com/office/drawing/2014/main" id="{F385B422-B93C-E8BA-DDF7-E7669019D9F8}"/>
                    </a:ext>
                  </a:extLst>
                </p:cNvPr>
                <p:cNvPicPr/>
                <p:nvPr/>
              </p:nvPicPr>
              <p:blipFill>
                <a:blip r:embed="rId138"/>
                <a:stretch>
                  <a:fillRect/>
                </a:stretch>
              </p:blipFill>
              <p:spPr>
                <a:xfrm>
                  <a:off x="7050817" y="1767356"/>
                  <a:ext cx="7056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00" name="Ink 99">
                  <a:extLst>
                    <a:ext uri="{FF2B5EF4-FFF2-40B4-BE49-F238E27FC236}">
                      <a16:creationId xmlns:a16="http://schemas.microsoft.com/office/drawing/2014/main" id="{D997AC69-8481-40BA-9A6C-B4F2B63FA9BE}"/>
                    </a:ext>
                  </a:extLst>
                </p14:cNvPr>
                <p14:cNvContentPartPr/>
                <p14:nvPr/>
              </p14:nvContentPartPr>
              <p14:xfrm>
                <a:off x="7078897" y="1789316"/>
                <a:ext cx="360" cy="360"/>
              </p14:xfrm>
            </p:contentPart>
          </mc:Choice>
          <mc:Fallback xmlns="">
            <p:pic>
              <p:nvPicPr>
                <p:cNvPr id="100" name="Ink 99">
                  <a:extLst>
                    <a:ext uri="{FF2B5EF4-FFF2-40B4-BE49-F238E27FC236}">
                      <a16:creationId xmlns:a16="http://schemas.microsoft.com/office/drawing/2014/main" id="{D997AC69-8481-40BA-9A6C-B4F2B63FA9BE}"/>
                    </a:ext>
                  </a:extLst>
                </p:cNvPr>
                <p:cNvPicPr/>
                <p:nvPr/>
              </p:nvPicPr>
              <p:blipFill>
                <a:blip r:embed="rId7"/>
                <a:stretch>
                  <a:fillRect/>
                </a:stretch>
              </p:blipFill>
              <p:spPr>
                <a:xfrm>
                  <a:off x="7070257" y="1780316"/>
                  <a:ext cx="18000" cy="18000"/>
                </a:xfrm>
                <a:prstGeom prst="rect">
                  <a:avLst/>
                </a:prstGeom>
              </p:spPr>
            </p:pic>
          </mc:Fallback>
        </mc:AlternateContent>
      </p:grpSp>
      <p:grpSp>
        <p:nvGrpSpPr>
          <p:cNvPr id="104" name="Group 103">
            <a:extLst>
              <a:ext uri="{FF2B5EF4-FFF2-40B4-BE49-F238E27FC236}">
                <a16:creationId xmlns:a16="http://schemas.microsoft.com/office/drawing/2014/main" id="{F8B86076-DE04-3A51-2EC9-528C59A93485}"/>
              </a:ext>
            </a:extLst>
          </p:cNvPr>
          <p:cNvGrpSpPr/>
          <p:nvPr/>
        </p:nvGrpSpPr>
        <p:grpSpPr>
          <a:xfrm>
            <a:off x="7239817" y="1641356"/>
            <a:ext cx="134640" cy="200160"/>
            <a:chOff x="7239817" y="1641356"/>
            <a:chExt cx="134640" cy="200160"/>
          </a:xfrm>
        </p:grpSpPr>
        <mc:AlternateContent xmlns:mc="http://schemas.openxmlformats.org/markup-compatibility/2006" xmlns:p14="http://schemas.microsoft.com/office/powerpoint/2010/main">
          <mc:Choice Requires="p14">
            <p:contentPart p14:bwMode="auto" r:id="rId140">
              <p14:nvContentPartPr>
                <p14:cNvPr id="102" name="Ink 101">
                  <a:extLst>
                    <a:ext uri="{FF2B5EF4-FFF2-40B4-BE49-F238E27FC236}">
                      <a16:creationId xmlns:a16="http://schemas.microsoft.com/office/drawing/2014/main" id="{A710ADCC-7B36-101A-5243-B9D697F2DF26}"/>
                    </a:ext>
                  </a:extLst>
                </p14:cNvPr>
                <p14:cNvContentPartPr/>
                <p14:nvPr/>
              </p14:nvContentPartPr>
              <p14:xfrm>
                <a:off x="7239817" y="1641356"/>
                <a:ext cx="76320" cy="112680"/>
              </p14:xfrm>
            </p:contentPart>
          </mc:Choice>
          <mc:Fallback xmlns="">
            <p:pic>
              <p:nvPicPr>
                <p:cNvPr id="102" name="Ink 101">
                  <a:extLst>
                    <a:ext uri="{FF2B5EF4-FFF2-40B4-BE49-F238E27FC236}">
                      <a16:creationId xmlns:a16="http://schemas.microsoft.com/office/drawing/2014/main" id="{A710ADCC-7B36-101A-5243-B9D697F2DF26}"/>
                    </a:ext>
                  </a:extLst>
                </p:cNvPr>
                <p:cNvPicPr/>
                <p:nvPr/>
              </p:nvPicPr>
              <p:blipFill>
                <a:blip r:embed="rId141"/>
                <a:stretch>
                  <a:fillRect/>
                </a:stretch>
              </p:blipFill>
              <p:spPr>
                <a:xfrm>
                  <a:off x="7231177" y="1632356"/>
                  <a:ext cx="939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103" name="Ink 102">
                  <a:extLst>
                    <a:ext uri="{FF2B5EF4-FFF2-40B4-BE49-F238E27FC236}">
                      <a16:creationId xmlns:a16="http://schemas.microsoft.com/office/drawing/2014/main" id="{AEF41909-1659-0384-72CA-C047C927C0C6}"/>
                    </a:ext>
                  </a:extLst>
                </p14:cNvPr>
                <p14:cNvContentPartPr/>
                <p14:nvPr/>
              </p14:nvContentPartPr>
              <p14:xfrm>
                <a:off x="7317937" y="1673036"/>
                <a:ext cx="56520" cy="168480"/>
              </p14:xfrm>
            </p:contentPart>
          </mc:Choice>
          <mc:Fallback xmlns="">
            <p:pic>
              <p:nvPicPr>
                <p:cNvPr id="103" name="Ink 102">
                  <a:extLst>
                    <a:ext uri="{FF2B5EF4-FFF2-40B4-BE49-F238E27FC236}">
                      <a16:creationId xmlns:a16="http://schemas.microsoft.com/office/drawing/2014/main" id="{AEF41909-1659-0384-72CA-C047C927C0C6}"/>
                    </a:ext>
                  </a:extLst>
                </p:cNvPr>
                <p:cNvPicPr/>
                <p:nvPr/>
              </p:nvPicPr>
              <p:blipFill>
                <a:blip r:embed="rId143"/>
                <a:stretch>
                  <a:fillRect/>
                </a:stretch>
              </p:blipFill>
              <p:spPr>
                <a:xfrm>
                  <a:off x="7308937" y="1664036"/>
                  <a:ext cx="74160" cy="186120"/>
                </a:xfrm>
                <a:prstGeom prst="rect">
                  <a:avLst/>
                </a:prstGeom>
              </p:spPr>
            </p:pic>
          </mc:Fallback>
        </mc:AlternateContent>
      </p:grpSp>
      <p:grpSp>
        <p:nvGrpSpPr>
          <p:cNvPr id="112" name="Group 111">
            <a:extLst>
              <a:ext uri="{FF2B5EF4-FFF2-40B4-BE49-F238E27FC236}">
                <a16:creationId xmlns:a16="http://schemas.microsoft.com/office/drawing/2014/main" id="{02DDED3F-21C4-C6F2-68EB-4DEB1B28C322}"/>
              </a:ext>
            </a:extLst>
          </p:cNvPr>
          <p:cNvGrpSpPr/>
          <p:nvPr/>
        </p:nvGrpSpPr>
        <p:grpSpPr>
          <a:xfrm>
            <a:off x="4700737" y="2549636"/>
            <a:ext cx="702720" cy="219240"/>
            <a:chOff x="4700737" y="2549636"/>
            <a:chExt cx="702720" cy="219240"/>
          </a:xfrm>
        </p:grpSpPr>
        <mc:AlternateContent xmlns:mc="http://schemas.openxmlformats.org/markup-compatibility/2006" xmlns:p14="http://schemas.microsoft.com/office/powerpoint/2010/main">
          <mc:Choice Requires="p14">
            <p:contentPart p14:bwMode="auto" r:id="rId144">
              <p14:nvContentPartPr>
                <p14:cNvPr id="105" name="Ink 104">
                  <a:extLst>
                    <a:ext uri="{FF2B5EF4-FFF2-40B4-BE49-F238E27FC236}">
                      <a16:creationId xmlns:a16="http://schemas.microsoft.com/office/drawing/2014/main" id="{946204E4-05E7-B7BB-0AB3-C261ADEFB464}"/>
                    </a:ext>
                  </a:extLst>
                </p14:cNvPr>
                <p14:cNvContentPartPr/>
                <p14:nvPr/>
              </p14:nvContentPartPr>
              <p14:xfrm>
                <a:off x="4700737" y="2571236"/>
                <a:ext cx="77760" cy="186840"/>
              </p14:xfrm>
            </p:contentPart>
          </mc:Choice>
          <mc:Fallback xmlns="">
            <p:pic>
              <p:nvPicPr>
                <p:cNvPr id="105" name="Ink 104">
                  <a:extLst>
                    <a:ext uri="{FF2B5EF4-FFF2-40B4-BE49-F238E27FC236}">
                      <a16:creationId xmlns:a16="http://schemas.microsoft.com/office/drawing/2014/main" id="{946204E4-05E7-B7BB-0AB3-C261ADEFB464}"/>
                    </a:ext>
                  </a:extLst>
                </p:cNvPr>
                <p:cNvPicPr/>
                <p:nvPr/>
              </p:nvPicPr>
              <p:blipFill>
                <a:blip r:embed="rId145"/>
                <a:stretch>
                  <a:fillRect/>
                </a:stretch>
              </p:blipFill>
              <p:spPr>
                <a:xfrm>
                  <a:off x="4691737" y="2562596"/>
                  <a:ext cx="9540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6" name="Ink 105">
                  <a:extLst>
                    <a:ext uri="{FF2B5EF4-FFF2-40B4-BE49-F238E27FC236}">
                      <a16:creationId xmlns:a16="http://schemas.microsoft.com/office/drawing/2014/main" id="{6E6D5ADE-205F-CF9F-DC94-91CA58D6FAB4}"/>
                    </a:ext>
                  </a:extLst>
                </p14:cNvPr>
                <p14:cNvContentPartPr/>
                <p14:nvPr/>
              </p14:nvContentPartPr>
              <p14:xfrm>
                <a:off x="4827457" y="2549636"/>
                <a:ext cx="60120" cy="207360"/>
              </p14:xfrm>
            </p:contentPart>
          </mc:Choice>
          <mc:Fallback xmlns="">
            <p:pic>
              <p:nvPicPr>
                <p:cNvPr id="106" name="Ink 105">
                  <a:extLst>
                    <a:ext uri="{FF2B5EF4-FFF2-40B4-BE49-F238E27FC236}">
                      <a16:creationId xmlns:a16="http://schemas.microsoft.com/office/drawing/2014/main" id="{6E6D5ADE-205F-CF9F-DC94-91CA58D6FAB4}"/>
                    </a:ext>
                  </a:extLst>
                </p:cNvPr>
                <p:cNvPicPr/>
                <p:nvPr/>
              </p:nvPicPr>
              <p:blipFill>
                <a:blip r:embed="rId147"/>
                <a:stretch>
                  <a:fillRect/>
                </a:stretch>
              </p:blipFill>
              <p:spPr>
                <a:xfrm>
                  <a:off x="4818817" y="2540636"/>
                  <a:ext cx="777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7" name="Ink 106">
                  <a:extLst>
                    <a:ext uri="{FF2B5EF4-FFF2-40B4-BE49-F238E27FC236}">
                      <a16:creationId xmlns:a16="http://schemas.microsoft.com/office/drawing/2014/main" id="{D233B2A2-344F-EDD2-80C2-CA72B28783DF}"/>
                    </a:ext>
                  </a:extLst>
                </p14:cNvPr>
                <p14:cNvContentPartPr/>
                <p14:nvPr/>
              </p14:nvContentPartPr>
              <p14:xfrm>
                <a:off x="4768417" y="2676356"/>
                <a:ext cx="125640" cy="7920"/>
              </p14:xfrm>
            </p:contentPart>
          </mc:Choice>
          <mc:Fallback xmlns="">
            <p:pic>
              <p:nvPicPr>
                <p:cNvPr id="107" name="Ink 106">
                  <a:extLst>
                    <a:ext uri="{FF2B5EF4-FFF2-40B4-BE49-F238E27FC236}">
                      <a16:creationId xmlns:a16="http://schemas.microsoft.com/office/drawing/2014/main" id="{D233B2A2-344F-EDD2-80C2-CA72B28783DF}"/>
                    </a:ext>
                  </a:extLst>
                </p:cNvPr>
                <p:cNvPicPr/>
                <p:nvPr/>
              </p:nvPicPr>
              <p:blipFill>
                <a:blip r:embed="rId149"/>
                <a:stretch>
                  <a:fillRect/>
                </a:stretch>
              </p:blipFill>
              <p:spPr>
                <a:xfrm>
                  <a:off x="4759777" y="2667356"/>
                  <a:ext cx="1432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08" name="Ink 107">
                  <a:extLst>
                    <a:ext uri="{FF2B5EF4-FFF2-40B4-BE49-F238E27FC236}">
                      <a16:creationId xmlns:a16="http://schemas.microsoft.com/office/drawing/2014/main" id="{CD3818E3-0182-5534-2F07-5220DEC8C5A7}"/>
                    </a:ext>
                  </a:extLst>
                </p14:cNvPr>
                <p14:cNvContentPartPr/>
                <p14:nvPr/>
              </p14:nvContentPartPr>
              <p14:xfrm>
                <a:off x="4962817" y="2596076"/>
                <a:ext cx="210600" cy="172800"/>
              </p14:xfrm>
            </p:contentPart>
          </mc:Choice>
          <mc:Fallback xmlns="">
            <p:pic>
              <p:nvPicPr>
                <p:cNvPr id="108" name="Ink 107">
                  <a:extLst>
                    <a:ext uri="{FF2B5EF4-FFF2-40B4-BE49-F238E27FC236}">
                      <a16:creationId xmlns:a16="http://schemas.microsoft.com/office/drawing/2014/main" id="{CD3818E3-0182-5534-2F07-5220DEC8C5A7}"/>
                    </a:ext>
                  </a:extLst>
                </p:cNvPr>
                <p:cNvPicPr/>
                <p:nvPr/>
              </p:nvPicPr>
              <p:blipFill>
                <a:blip r:embed="rId151"/>
                <a:stretch>
                  <a:fillRect/>
                </a:stretch>
              </p:blipFill>
              <p:spPr>
                <a:xfrm>
                  <a:off x="4953817" y="2587076"/>
                  <a:ext cx="22824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10" name="Ink 109">
                  <a:extLst>
                    <a:ext uri="{FF2B5EF4-FFF2-40B4-BE49-F238E27FC236}">
                      <a16:creationId xmlns:a16="http://schemas.microsoft.com/office/drawing/2014/main" id="{E193102F-5F0F-79FD-61CA-46DF67676FDF}"/>
                    </a:ext>
                  </a:extLst>
                </p14:cNvPr>
                <p14:cNvContentPartPr/>
                <p14:nvPr/>
              </p14:nvContentPartPr>
              <p14:xfrm>
                <a:off x="5270257" y="2664476"/>
                <a:ext cx="97920" cy="360"/>
              </p14:xfrm>
            </p:contentPart>
          </mc:Choice>
          <mc:Fallback xmlns="">
            <p:pic>
              <p:nvPicPr>
                <p:cNvPr id="110" name="Ink 109">
                  <a:extLst>
                    <a:ext uri="{FF2B5EF4-FFF2-40B4-BE49-F238E27FC236}">
                      <a16:creationId xmlns:a16="http://schemas.microsoft.com/office/drawing/2014/main" id="{E193102F-5F0F-79FD-61CA-46DF67676FDF}"/>
                    </a:ext>
                  </a:extLst>
                </p:cNvPr>
                <p:cNvPicPr/>
                <p:nvPr/>
              </p:nvPicPr>
              <p:blipFill>
                <a:blip r:embed="rId153"/>
                <a:stretch>
                  <a:fillRect/>
                </a:stretch>
              </p:blipFill>
              <p:spPr>
                <a:xfrm>
                  <a:off x="5261257" y="2655476"/>
                  <a:ext cx="115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11" name="Ink 110">
                  <a:extLst>
                    <a:ext uri="{FF2B5EF4-FFF2-40B4-BE49-F238E27FC236}">
                      <a16:creationId xmlns:a16="http://schemas.microsoft.com/office/drawing/2014/main" id="{955E97A9-BE17-C00A-4349-3A36F657EAB0}"/>
                    </a:ext>
                  </a:extLst>
                </p14:cNvPr>
                <p14:cNvContentPartPr/>
                <p14:nvPr/>
              </p14:nvContentPartPr>
              <p14:xfrm>
                <a:off x="5299417" y="2729276"/>
                <a:ext cx="104040" cy="4320"/>
              </p14:xfrm>
            </p:contentPart>
          </mc:Choice>
          <mc:Fallback xmlns="">
            <p:pic>
              <p:nvPicPr>
                <p:cNvPr id="111" name="Ink 110">
                  <a:extLst>
                    <a:ext uri="{FF2B5EF4-FFF2-40B4-BE49-F238E27FC236}">
                      <a16:creationId xmlns:a16="http://schemas.microsoft.com/office/drawing/2014/main" id="{955E97A9-BE17-C00A-4349-3A36F657EAB0}"/>
                    </a:ext>
                  </a:extLst>
                </p:cNvPr>
                <p:cNvPicPr/>
                <p:nvPr/>
              </p:nvPicPr>
              <p:blipFill>
                <a:blip r:embed="rId155"/>
                <a:stretch>
                  <a:fillRect/>
                </a:stretch>
              </p:blipFill>
              <p:spPr>
                <a:xfrm>
                  <a:off x="5290417" y="2720636"/>
                  <a:ext cx="121680" cy="21960"/>
                </a:xfrm>
                <a:prstGeom prst="rect">
                  <a:avLst/>
                </a:prstGeom>
              </p:spPr>
            </p:pic>
          </mc:Fallback>
        </mc:AlternateContent>
      </p:grpSp>
      <p:grpSp>
        <p:nvGrpSpPr>
          <p:cNvPr id="119" name="Group 118">
            <a:extLst>
              <a:ext uri="{FF2B5EF4-FFF2-40B4-BE49-F238E27FC236}">
                <a16:creationId xmlns:a16="http://schemas.microsoft.com/office/drawing/2014/main" id="{29C5B7F1-5991-1091-EF7E-17BEB8D95340}"/>
              </a:ext>
            </a:extLst>
          </p:cNvPr>
          <p:cNvGrpSpPr/>
          <p:nvPr/>
        </p:nvGrpSpPr>
        <p:grpSpPr>
          <a:xfrm>
            <a:off x="5615857" y="2477636"/>
            <a:ext cx="606960" cy="270360"/>
            <a:chOff x="5615857" y="2477636"/>
            <a:chExt cx="606960" cy="270360"/>
          </a:xfrm>
        </p:grpSpPr>
        <mc:AlternateContent xmlns:mc="http://schemas.openxmlformats.org/markup-compatibility/2006" xmlns:p14="http://schemas.microsoft.com/office/powerpoint/2010/main">
          <mc:Choice Requires="p14">
            <p:contentPart p14:bwMode="auto" r:id="rId156">
              <p14:nvContentPartPr>
                <p14:cNvPr id="113" name="Ink 112">
                  <a:extLst>
                    <a:ext uri="{FF2B5EF4-FFF2-40B4-BE49-F238E27FC236}">
                      <a16:creationId xmlns:a16="http://schemas.microsoft.com/office/drawing/2014/main" id="{91ACE53F-231E-53A8-84F2-EFF5EFBC5B4E}"/>
                    </a:ext>
                  </a:extLst>
                </p14:cNvPr>
                <p14:cNvContentPartPr/>
                <p14:nvPr/>
              </p14:nvContentPartPr>
              <p14:xfrm>
                <a:off x="5615857" y="2575556"/>
                <a:ext cx="147960" cy="141120"/>
              </p14:xfrm>
            </p:contentPart>
          </mc:Choice>
          <mc:Fallback xmlns="">
            <p:pic>
              <p:nvPicPr>
                <p:cNvPr id="113" name="Ink 112">
                  <a:extLst>
                    <a:ext uri="{FF2B5EF4-FFF2-40B4-BE49-F238E27FC236}">
                      <a16:creationId xmlns:a16="http://schemas.microsoft.com/office/drawing/2014/main" id="{91ACE53F-231E-53A8-84F2-EFF5EFBC5B4E}"/>
                    </a:ext>
                  </a:extLst>
                </p:cNvPr>
                <p:cNvPicPr/>
                <p:nvPr/>
              </p:nvPicPr>
              <p:blipFill>
                <a:blip r:embed="rId157"/>
                <a:stretch>
                  <a:fillRect/>
                </a:stretch>
              </p:blipFill>
              <p:spPr>
                <a:xfrm>
                  <a:off x="5607217" y="2566556"/>
                  <a:ext cx="16560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114" name="Ink 113">
                  <a:extLst>
                    <a:ext uri="{FF2B5EF4-FFF2-40B4-BE49-F238E27FC236}">
                      <a16:creationId xmlns:a16="http://schemas.microsoft.com/office/drawing/2014/main" id="{EEC76719-8A26-0168-CD9E-CFB3A935CCBC}"/>
                    </a:ext>
                  </a:extLst>
                </p14:cNvPr>
                <p14:cNvContentPartPr/>
                <p14:nvPr/>
              </p14:nvContentPartPr>
              <p14:xfrm>
                <a:off x="5875057" y="2693636"/>
                <a:ext cx="27720" cy="54360"/>
              </p14:xfrm>
            </p:contentPart>
          </mc:Choice>
          <mc:Fallback xmlns="">
            <p:pic>
              <p:nvPicPr>
                <p:cNvPr id="114" name="Ink 113">
                  <a:extLst>
                    <a:ext uri="{FF2B5EF4-FFF2-40B4-BE49-F238E27FC236}">
                      <a16:creationId xmlns:a16="http://schemas.microsoft.com/office/drawing/2014/main" id="{EEC76719-8A26-0168-CD9E-CFB3A935CCBC}"/>
                    </a:ext>
                  </a:extLst>
                </p:cNvPr>
                <p:cNvPicPr/>
                <p:nvPr/>
              </p:nvPicPr>
              <p:blipFill>
                <a:blip r:embed="rId159"/>
                <a:stretch>
                  <a:fillRect/>
                </a:stretch>
              </p:blipFill>
              <p:spPr>
                <a:xfrm>
                  <a:off x="5866417" y="2684996"/>
                  <a:ext cx="453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16" name="Ink 115">
                  <a:extLst>
                    <a:ext uri="{FF2B5EF4-FFF2-40B4-BE49-F238E27FC236}">
                      <a16:creationId xmlns:a16="http://schemas.microsoft.com/office/drawing/2014/main" id="{FB51FB6B-C646-4BA4-7759-EDD05858DA4A}"/>
                    </a:ext>
                  </a:extLst>
                </p14:cNvPr>
                <p14:cNvContentPartPr/>
                <p14:nvPr/>
              </p14:nvContentPartPr>
              <p14:xfrm>
                <a:off x="6015457" y="2477636"/>
                <a:ext cx="2160" cy="360"/>
              </p14:xfrm>
            </p:contentPart>
          </mc:Choice>
          <mc:Fallback xmlns="">
            <p:pic>
              <p:nvPicPr>
                <p:cNvPr id="116" name="Ink 115">
                  <a:extLst>
                    <a:ext uri="{FF2B5EF4-FFF2-40B4-BE49-F238E27FC236}">
                      <a16:creationId xmlns:a16="http://schemas.microsoft.com/office/drawing/2014/main" id="{FB51FB6B-C646-4BA4-7759-EDD05858DA4A}"/>
                    </a:ext>
                  </a:extLst>
                </p:cNvPr>
                <p:cNvPicPr/>
                <p:nvPr/>
              </p:nvPicPr>
              <p:blipFill>
                <a:blip r:embed="rId7"/>
                <a:stretch>
                  <a:fillRect/>
                </a:stretch>
              </p:blipFill>
              <p:spPr>
                <a:xfrm>
                  <a:off x="6006457" y="2468996"/>
                  <a:ext cx="198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17" name="Ink 116">
                  <a:extLst>
                    <a:ext uri="{FF2B5EF4-FFF2-40B4-BE49-F238E27FC236}">
                      <a16:creationId xmlns:a16="http://schemas.microsoft.com/office/drawing/2014/main" id="{7D0BC363-27F8-21CD-3686-29E46225B82C}"/>
                    </a:ext>
                  </a:extLst>
                </p14:cNvPr>
                <p14:cNvContentPartPr/>
                <p14:nvPr/>
              </p14:nvContentPartPr>
              <p14:xfrm>
                <a:off x="5978737" y="2490596"/>
                <a:ext cx="191520" cy="213120"/>
              </p14:xfrm>
            </p:contentPart>
          </mc:Choice>
          <mc:Fallback xmlns="">
            <p:pic>
              <p:nvPicPr>
                <p:cNvPr id="117" name="Ink 116">
                  <a:extLst>
                    <a:ext uri="{FF2B5EF4-FFF2-40B4-BE49-F238E27FC236}">
                      <a16:creationId xmlns:a16="http://schemas.microsoft.com/office/drawing/2014/main" id="{7D0BC363-27F8-21CD-3686-29E46225B82C}"/>
                    </a:ext>
                  </a:extLst>
                </p:cNvPr>
                <p:cNvPicPr/>
                <p:nvPr/>
              </p:nvPicPr>
              <p:blipFill>
                <a:blip r:embed="rId162"/>
                <a:stretch>
                  <a:fillRect/>
                </a:stretch>
              </p:blipFill>
              <p:spPr>
                <a:xfrm>
                  <a:off x="5969737" y="2481596"/>
                  <a:ext cx="209160" cy="2307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18" name="Ink 117">
                  <a:extLst>
                    <a:ext uri="{FF2B5EF4-FFF2-40B4-BE49-F238E27FC236}">
                      <a16:creationId xmlns:a16="http://schemas.microsoft.com/office/drawing/2014/main" id="{FEA4D4EC-84E9-AD56-1247-2266977CE0BA}"/>
                    </a:ext>
                  </a:extLst>
                </p14:cNvPr>
                <p14:cNvContentPartPr/>
                <p14:nvPr/>
              </p14:nvContentPartPr>
              <p14:xfrm>
                <a:off x="6079897" y="2596076"/>
                <a:ext cx="142920" cy="19440"/>
              </p14:xfrm>
            </p:contentPart>
          </mc:Choice>
          <mc:Fallback xmlns="">
            <p:pic>
              <p:nvPicPr>
                <p:cNvPr id="118" name="Ink 117">
                  <a:extLst>
                    <a:ext uri="{FF2B5EF4-FFF2-40B4-BE49-F238E27FC236}">
                      <a16:creationId xmlns:a16="http://schemas.microsoft.com/office/drawing/2014/main" id="{FEA4D4EC-84E9-AD56-1247-2266977CE0BA}"/>
                    </a:ext>
                  </a:extLst>
                </p:cNvPr>
                <p:cNvPicPr/>
                <p:nvPr/>
              </p:nvPicPr>
              <p:blipFill>
                <a:blip r:embed="rId164"/>
                <a:stretch>
                  <a:fillRect/>
                </a:stretch>
              </p:blipFill>
              <p:spPr>
                <a:xfrm>
                  <a:off x="6070897" y="2587076"/>
                  <a:ext cx="160560" cy="37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5">
            <p14:nvContentPartPr>
              <p14:cNvPr id="121" name="Ink 120">
                <a:extLst>
                  <a:ext uri="{FF2B5EF4-FFF2-40B4-BE49-F238E27FC236}">
                    <a16:creationId xmlns:a16="http://schemas.microsoft.com/office/drawing/2014/main" id="{928254D8-17B1-6B9E-A26F-9559C411B75B}"/>
                  </a:ext>
                </a:extLst>
              </p14:cNvPr>
              <p14:cNvContentPartPr/>
              <p14:nvPr/>
            </p14:nvContentPartPr>
            <p14:xfrm>
              <a:off x="4079737" y="3195116"/>
              <a:ext cx="502200" cy="551160"/>
            </p14:xfrm>
          </p:contentPart>
        </mc:Choice>
        <mc:Fallback xmlns="">
          <p:pic>
            <p:nvPicPr>
              <p:cNvPr id="121" name="Ink 120">
                <a:extLst>
                  <a:ext uri="{FF2B5EF4-FFF2-40B4-BE49-F238E27FC236}">
                    <a16:creationId xmlns:a16="http://schemas.microsoft.com/office/drawing/2014/main" id="{928254D8-17B1-6B9E-A26F-9559C411B75B}"/>
                  </a:ext>
                </a:extLst>
              </p:cNvPr>
              <p:cNvPicPr/>
              <p:nvPr/>
            </p:nvPicPr>
            <p:blipFill>
              <a:blip r:embed="rId166"/>
              <a:stretch>
                <a:fillRect/>
              </a:stretch>
            </p:blipFill>
            <p:spPr>
              <a:xfrm>
                <a:off x="4071097" y="3186476"/>
                <a:ext cx="519840" cy="56880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22" name="Ink 121">
                <a:extLst>
                  <a:ext uri="{FF2B5EF4-FFF2-40B4-BE49-F238E27FC236}">
                    <a16:creationId xmlns:a16="http://schemas.microsoft.com/office/drawing/2014/main" id="{99CE34BA-FC0E-CE1C-824E-D3E04DE7FC97}"/>
                  </a:ext>
                </a:extLst>
              </p14:cNvPr>
              <p14:cNvContentPartPr/>
              <p14:nvPr/>
            </p14:nvContentPartPr>
            <p14:xfrm>
              <a:off x="3941137" y="3758876"/>
              <a:ext cx="156240" cy="105840"/>
            </p14:xfrm>
          </p:contentPart>
        </mc:Choice>
        <mc:Fallback xmlns="">
          <p:pic>
            <p:nvPicPr>
              <p:cNvPr id="122" name="Ink 121">
                <a:extLst>
                  <a:ext uri="{FF2B5EF4-FFF2-40B4-BE49-F238E27FC236}">
                    <a16:creationId xmlns:a16="http://schemas.microsoft.com/office/drawing/2014/main" id="{99CE34BA-FC0E-CE1C-824E-D3E04DE7FC97}"/>
                  </a:ext>
                </a:extLst>
              </p:cNvPr>
              <p:cNvPicPr/>
              <p:nvPr/>
            </p:nvPicPr>
            <p:blipFill>
              <a:blip r:embed="rId168"/>
              <a:stretch>
                <a:fillRect/>
              </a:stretch>
            </p:blipFill>
            <p:spPr>
              <a:xfrm>
                <a:off x="3932497" y="3749876"/>
                <a:ext cx="173880" cy="123480"/>
              </a:xfrm>
              <a:prstGeom prst="rect">
                <a:avLst/>
              </a:prstGeom>
            </p:spPr>
          </p:pic>
        </mc:Fallback>
      </mc:AlternateContent>
      <p:grpSp>
        <p:nvGrpSpPr>
          <p:cNvPr id="125" name="Group 124">
            <a:extLst>
              <a:ext uri="{FF2B5EF4-FFF2-40B4-BE49-F238E27FC236}">
                <a16:creationId xmlns:a16="http://schemas.microsoft.com/office/drawing/2014/main" id="{488B75B7-EA00-0682-107E-EA25332B6111}"/>
              </a:ext>
            </a:extLst>
          </p:cNvPr>
          <p:cNvGrpSpPr/>
          <p:nvPr/>
        </p:nvGrpSpPr>
        <p:grpSpPr>
          <a:xfrm>
            <a:off x="3489337" y="4090076"/>
            <a:ext cx="309600" cy="297360"/>
            <a:chOff x="3489337" y="4090076"/>
            <a:chExt cx="309600" cy="297360"/>
          </a:xfrm>
        </p:grpSpPr>
        <mc:AlternateContent xmlns:mc="http://schemas.openxmlformats.org/markup-compatibility/2006" xmlns:p14="http://schemas.microsoft.com/office/powerpoint/2010/main">
          <mc:Choice Requires="p14">
            <p:contentPart p14:bwMode="auto" r:id="rId169">
              <p14:nvContentPartPr>
                <p14:cNvPr id="123" name="Ink 122">
                  <a:extLst>
                    <a:ext uri="{FF2B5EF4-FFF2-40B4-BE49-F238E27FC236}">
                      <a16:creationId xmlns:a16="http://schemas.microsoft.com/office/drawing/2014/main" id="{A3338CCF-7F46-9C45-AF4E-EEC78B9A6F48}"/>
                    </a:ext>
                  </a:extLst>
                </p14:cNvPr>
                <p14:cNvContentPartPr/>
                <p14:nvPr/>
              </p14:nvContentPartPr>
              <p14:xfrm>
                <a:off x="3489337" y="4090076"/>
                <a:ext cx="30960" cy="254880"/>
              </p14:xfrm>
            </p:contentPart>
          </mc:Choice>
          <mc:Fallback xmlns="">
            <p:pic>
              <p:nvPicPr>
                <p:cNvPr id="123" name="Ink 122">
                  <a:extLst>
                    <a:ext uri="{FF2B5EF4-FFF2-40B4-BE49-F238E27FC236}">
                      <a16:creationId xmlns:a16="http://schemas.microsoft.com/office/drawing/2014/main" id="{A3338CCF-7F46-9C45-AF4E-EEC78B9A6F48}"/>
                    </a:ext>
                  </a:extLst>
                </p:cNvPr>
                <p:cNvPicPr/>
                <p:nvPr/>
              </p:nvPicPr>
              <p:blipFill>
                <a:blip r:embed="rId170"/>
                <a:stretch>
                  <a:fillRect/>
                </a:stretch>
              </p:blipFill>
              <p:spPr>
                <a:xfrm>
                  <a:off x="3480337" y="4081076"/>
                  <a:ext cx="4860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24" name="Ink 123">
                  <a:extLst>
                    <a:ext uri="{FF2B5EF4-FFF2-40B4-BE49-F238E27FC236}">
                      <a16:creationId xmlns:a16="http://schemas.microsoft.com/office/drawing/2014/main" id="{F9835B60-A53B-DBCD-D4A1-CD7E4BDE7C10}"/>
                    </a:ext>
                  </a:extLst>
                </p14:cNvPr>
                <p14:cNvContentPartPr/>
                <p14:nvPr/>
              </p14:nvContentPartPr>
              <p14:xfrm>
                <a:off x="3521737" y="4098356"/>
                <a:ext cx="277200" cy="289080"/>
              </p14:xfrm>
            </p:contentPart>
          </mc:Choice>
          <mc:Fallback xmlns="">
            <p:pic>
              <p:nvPicPr>
                <p:cNvPr id="124" name="Ink 123">
                  <a:extLst>
                    <a:ext uri="{FF2B5EF4-FFF2-40B4-BE49-F238E27FC236}">
                      <a16:creationId xmlns:a16="http://schemas.microsoft.com/office/drawing/2014/main" id="{F9835B60-A53B-DBCD-D4A1-CD7E4BDE7C10}"/>
                    </a:ext>
                  </a:extLst>
                </p:cNvPr>
                <p:cNvPicPr/>
                <p:nvPr/>
              </p:nvPicPr>
              <p:blipFill>
                <a:blip r:embed="rId172"/>
                <a:stretch>
                  <a:fillRect/>
                </a:stretch>
              </p:blipFill>
              <p:spPr>
                <a:xfrm>
                  <a:off x="3513097" y="4089356"/>
                  <a:ext cx="294840" cy="306720"/>
                </a:xfrm>
                <a:prstGeom prst="rect">
                  <a:avLst/>
                </a:prstGeom>
              </p:spPr>
            </p:pic>
          </mc:Fallback>
        </mc:AlternateContent>
      </p:grpSp>
      <p:grpSp>
        <p:nvGrpSpPr>
          <p:cNvPr id="128" name="Group 127">
            <a:extLst>
              <a:ext uri="{FF2B5EF4-FFF2-40B4-BE49-F238E27FC236}">
                <a16:creationId xmlns:a16="http://schemas.microsoft.com/office/drawing/2014/main" id="{28DCA655-7D87-C245-3FF4-30774545C47C}"/>
              </a:ext>
            </a:extLst>
          </p:cNvPr>
          <p:cNvGrpSpPr/>
          <p:nvPr/>
        </p:nvGrpSpPr>
        <p:grpSpPr>
          <a:xfrm>
            <a:off x="4107817" y="4090076"/>
            <a:ext cx="368280" cy="195840"/>
            <a:chOff x="4107817" y="4090076"/>
            <a:chExt cx="368280" cy="195840"/>
          </a:xfrm>
        </p:grpSpPr>
        <mc:AlternateContent xmlns:mc="http://schemas.openxmlformats.org/markup-compatibility/2006" xmlns:p14="http://schemas.microsoft.com/office/powerpoint/2010/main">
          <mc:Choice Requires="p14">
            <p:contentPart p14:bwMode="auto" r:id="rId173">
              <p14:nvContentPartPr>
                <p14:cNvPr id="126" name="Ink 125">
                  <a:extLst>
                    <a:ext uri="{FF2B5EF4-FFF2-40B4-BE49-F238E27FC236}">
                      <a16:creationId xmlns:a16="http://schemas.microsoft.com/office/drawing/2014/main" id="{AC0E919D-F5E8-8E04-5E51-D273780BE3DB}"/>
                    </a:ext>
                  </a:extLst>
                </p14:cNvPr>
                <p14:cNvContentPartPr/>
                <p14:nvPr/>
              </p14:nvContentPartPr>
              <p14:xfrm>
                <a:off x="4107817" y="4090076"/>
                <a:ext cx="21960" cy="195840"/>
              </p14:xfrm>
            </p:contentPart>
          </mc:Choice>
          <mc:Fallback xmlns="">
            <p:pic>
              <p:nvPicPr>
                <p:cNvPr id="126" name="Ink 125">
                  <a:extLst>
                    <a:ext uri="{FF2B5EF4-FFF2-40B4-BE49-F238E27FC236}">
                      <a16:creationId xmlns:a16="http://schemas.microsoft.com/office/drawing/2014/main" id="{AC0E919D-F5E8-8E04-5E51-D273780BE3DB}"/>
                    </a:ext>
                  </a:extLst>
                </p:cNvPr>
                <p:cNvPicPr/>
                <p:nvPr/>
              </p:nvPicPr>
              <p:blipFill>
                <a:blip r:embed="rId174"/>
                <a:stretch>
                  <a:fillRect/>
                </a:stretch>
              </p:blipFill>
              <p:spPr>
                <a:xfrm>
                  <a:off x="4098817" y="4081076"/>
                  <a:ext cx="3960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27" name="Ink 126">
                  <a:extLst>
                    <a:ext uri="{FF2B5EF4-FFF2-40B4-BE49-F238E27FC236}">
                      <a16:creationId xmlns:a16="http://schemas.microsoft.com/office/drawing/2014/main" id="{46C5C077-EB84-1F08-9094-E86BE05CB5A9}"/>
                    </a:ext>
                  </a:extLst>
                </p14:cNvPr>
                <p14:cNvContentPartPr/>
                <p14:nvPr/>
              </p14:nvContentPartPr>
              <p14:xfrm>
                <a:off x="4208257" y="4090436"/>
                <a:ext cx="267840" cy="149400"/>
              </p14:xfrm>
            </p:contentPart>
          </mc:Choice>
          <mc:Fallback xmlns="">
            <p:pic>
              <p:nvPicPr>
                <p:cNvPr id="127" name="Ink 126">
                  <a:extLst>
                    <a:ext uri="{FF2B5EF4-FFF2-40B4-BE49-F238E27FC236}">
                      <a16:creationId xmlns:a16="http://schemas.microsoft.com/office/drawing/2014/main" id="{46C5C077-EB84-1F08-9094-E86BE05CB5A9}"/>
                    </a:ext>
                  </a:extLst>
                </p:cNvPr>
                <p:cNvPicPr/>
                <p:nvPr/>
              </p:nvPicPr>
              <p:blipFill>
                <a:blip r:embed="rId176"/>
                <a:stretch>
                  <a:fillRect/>
                </a:stretch>
              </p:blipFill>
              <p:spPr>
                <a:xfrm>
                  <a:off x="4199617" y="4081796"/>
                  <a:ext cx="285480" cy="167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7">
            <p14:nvContentPartPr>
              <p14:cNvPr id="129" name="Ink 128">
                <a:extLst>
                  <a:ext uri="{FF2B5EF4-FFF2-40B4-BE49-F238E27FC236}">
                    <a16:creationId xmlns:a16="http://schemas.microsoft.com/office/drawing/2014/main" id="{7DC3F071-1265-08F3-8496-F51F7608579A}"/>
                  </a:ext>
                </a:extLst>
              </p14:cNvPr>
              <p14:cNvContentPartPr/>
              <p14:nvPr/>
            </p14:nvContentPartPr>
            <p14:xfrm>
              <a:off x="3228697" y="4630796"/>
              <a:ext cx="409680" cy="581400"/>
            </p14:xfrm>
          </p:contentPart>
        </mc:Choice>
        <mc:Fallback xmlns="">
          <p:pic>
            <p:nvPicPr>
              <p:cNvPr id="129" name="Ink 128">
                <a:extLst>
                  <a:ext uri="{FF2B5EF4-FFF2-40B4-BE49-F238E27FC236}">
                    <a16:creationId xmlns:a16="http://schemas.microsoft.com/office/drawing/2014/main" id="{7DC3F071-1265-08F3-8496-F51F7608579A}"/>
                  </a:ext>
                </a:extLst>
              </p:cNvPr>
              <p:cNvPicPr/>
              <p:nvPr/>
            </p:nvPicPr>
            <p:blipFill>
              <a:blip r:embed="rId178"/>
              <a:stretch>
                <a:fillRect/>
              </a:stretch>
            </p:blipFill>
            <p:spPr>
              <a:xfrm>
                <a:off x="3219697" y="4621796"/>
                <a:ext cx="427320" cy="599040"/>
              </a:xfrm>
              <a:prstGeom prst="rect">
                <a:avLst/>
              </a:prstGeom>
            </p:spPr>
          </p:pic>
        </mc:Fallback>
      </mc:AlternateContent>
      <p:grpSp>
        <p:nvGrpSpPr>
          <p:cNvPr id="134" name="Group 133">
            <a:extLst>
              <a:ext uri="{FF2B5EF4-FFF2-40B4-BE49-F238E27FC236}">
                <a16:creationId xmlns:a16="http://schemas.microsoft.com/office/drawing/2014/main" id="{B04B79F9-7F13-2912-C0A4-718FBB022846}"/>
              </a:ext>
            </a:extLst>
          </p:cNvPr>
          <p:cNvGrpSpPr/>
          <p:nvPr/>
        </p:nvGrpSpPr>
        <p:grpSpPr>
          <a:xfrm>
            <a:off x="2488177" y="5358716"/>
            <a:ext cx="333720" cy="329040"/>
            <a:chOff x="2488177" y="5358716"/>
            <a:chExt cx="333720" cy="329040"/>
          </a:xfrm>
        </p:grpSpPr>
        <mc:AlternateContent xmlns:mc="http://schemas.openxmlformats.org/markup-compatibility/2006" xmlns:p14="http://schemas.microsoft.com/office/powerpoint/2010/main">
          <mc:Choice Requires="p14">
            <p:contentPart p14:bwMode="auto" r:id="rId179">
              <p14:nvContentPartPr>
                <p14:cNvPr id="130" name="Ink 129">
                  <a:extLst>
                    <a:ext uri="{FF2B5EF4-FFF2-40B4-BE49-F238E27FC236}">
                      <a16:creationId xmlns:a16="http://schemas.microsoft.com/office/drawing/2014/main" id="{F89FF244-2C36-57BF-5E26-64CBEC313AF8}"/>
                    </a:ext>
                  </a:extLst>
                </p14:cNvPr>
                <p14:cNvContentPartPr/>
                <p14:nvPr/>
              </p14:nvContentPartPr>
              <p14:xfrm>
                <a:off x="2488177" y="5358716"/>
                <a:ext cx="333720" cy="329040"/>
              </p14:xfrm>
            </p:contentPart>
          </mc:Choice>
          <mc:Fallback xmlns="">
            <p:pic>
              <p:nvPicPr>
                <p:cNvPr id="130" name="Ink 129">
                  <a:extLst>
                    <a:ext uri="{FF2B5EF4-FFF2-40B4-BE49-F238E27FC236}">
                      <a16:creationId xmlns:a16="http://schemas.microsoft.com/office/drawing/2014/main" id="{F89FF244-2C36-57BF-5E26-64CBEC313AF8}"/>
                    </a:ext>
                  </a:extLst>
                </p:cNvPr>
                <p:cNvPicPr/>
                <p:nvPr/>
              </p:nvPicPr>
              <p:blipFill>
                <a:blip r:embed="rId180"/>
                <a:stretch>
                  <a:fillRect/>
                </a:stretch>
              </p:blipFill>
              <p:spPr>
                <a:xfrm>
                  <a:off x="2479537" y="5349716"/>
                  <a:ext cx="351360" cy="34668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31" name="Ink 130">
                  <a:extLst>
                    <a:ext uri="{FF2B5EF4-FFF2-40B4-BE49-F238E27FC236}">
                      <a16:creationId xmlns:a16="http://schemas.microsoft.com/office/drawing/2014/main" id="{088C3CE1-AC09-EF43-F135-FD0B7250CD38}"/>
                    </a:ext>
                  </a:extLst>
                </p14:cNvPr>
                <p14:cNvContentPartPr/>
                <p14:nvPr/>
              </p14:nvContentPartPr>
              <p14:xfrm>
                <a:off x="2579257" y="5514956"/>
                <a:ext cx="135360" cy="40680"/>
              </p14:xfrm>
            </p:contentPart>
          </mc:Choice>
          <mc:Fallback xmlns="">
            <p:pic>
              <p:nvPicPr>
                <p:cNvPr id="131" name="Ink 130">
                  <a:extLst>
                    <a:ext uri="{FF2B5EF4-FFF2-40B4-BE49-F238E27FC236}">
                      <a16:creationId xmlns:a16="http://schemas.microsoft.com/office/drawing/2014/main" id="{088C3CE1-AC09-EF43-F135-FD0B7250CD38}"/>
                    </a:ext>
                  </a:extLst>
                </p:cNvPr>
                <p:cNvPicPr/>
                <p:nvPr/>
              </p:nvPicPr>
              <p:blipFill>
                <a:blip r:embed="rId182"/>
                <a:stretch>
                  <a:fillRect/>
                </a:stretch>
              </p:blipFill>
              <p:spPr>
                <a:xfrm>
                  <a:off x="2570257" y="5505956"/>
                  <a:ext cx="15300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33" name="Ink 132">
                  <a:extLst>
                    <a:ext uri="{FF2B5EF4-FFF2-40B4-BE49-F238E27FC236}">
                      <a16:creationId xmlns:a16="http://schemas.microsoft.com/office/drawing/2014/main" id="{897B0A82-62C8-9281-5D01-7A0636F1F4C9}"/>
                    </a:ext>
                  </a:extLst>
                </p14:cNvPr>
                <p14:cNvContentPartPr/>
                <p14:nvPr/>
              </p14:nvContentPartPr>
              <p14:xfrm>
                <a:off x="2490697" y="5525396"/>
                <a:ext cx="114840" cy="11160"/>
              </p14:xfrm>
            </p:contentPart>
          </mc:Choice>
          <mc:Fallback xmlns="">
            <p:pic>
              <p:nvPicPr>
                <p:cNvPr id="133" name="Ink 132">
                  <a:extLst>
                    <a:ext uri="{FF2B5EF4-FFF2-40B4-BE49-F238E27FC236}">
                      <a16:creationId xmlns:a16="http://schemas.microsoft.com/office/drawing/2014/main" id="{897B0A82-62C8-9281-5D01-7A0636F1F4C9}"/>
                    </a:ext>
                  </a:extLst>
                </p:cNvPr>
                <p:cNvPicPr/>
                <p:nvPr/>
              </p:nvPicPr>
              <p:blipFill>
                <a:blip r:embed="rId184"/>
                <a:stretch>
                  <a:fillRect/>
                </a:stretch>
              </p:blipFill>
              <p:spPr>
                <a:xfrm>
                  <a:off x="2482057" y="5516396"/>
                  <a:ext cx="132480" cy="28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5">
            <p14:nvContentPartPr>
              <p14:cNvPr id="135" name="Ink 134">
                <a:extLst>
                  <a:ext uri="{FF2B5EF4-FFF2-40B4-BE49-F238E27FC236}">
                    <a16:creationId xmlns:a16="http://schemas.microsoft.com/office/drawing/2014/main" id="{27B633BC-9823-CB21-C3B7-2FDF76CC56D2}"/>
                  </a:ext>
                </a:extLst>
              </p14:cNvPr>
              <p14:cNvContentPartPr/>
              <p14:nvPr/>
            </p14:nvContentPartPr>
            <p14:xfrm>
              <a:off x="2991097" y="5618996"/>
              <a:ext cx="23040" cy="34920"/>
            </p14:xfrm>
          </p:contentPart>
        </mc:Choice>
        <mc:Fallback xmlns="">
          <p:pic>
            <p:nvPicPr>
              <p:cNvPr id="135" name="Ink 134">
                <a:extLst>
                  <a:ext uri="{FF2B5EF4-FFF2-40B4-BE49-F238E27FC236}">
                    <a16:creationId xmlns:a16="http://schemas.microsoft.com/office/drawing/2014/main" id="{27B633BC-9823-CB21-C3B7-2FDF76CC56D2}"/>
                  </a:ext>
                </a:extLst>
              </p:cNvPr>
              <p:cNvPicPr/>
              <p:nvPr/>
            </p:nvPicPr>
            <p:blipFill>
              <a:blip r:embed="rId186"/>
              <a:stretch>
                <a:fillRect/>
              </a:stretch>
            </p:blipFill>
            <p:spPr>
              <a:xfrm>
                <a:off x="2982097" y="5610356"/>
                <a:ext cx="40680" cy="52560"/>
              </a:xfrm>
              <a:prstGeom prst="rect">
                <a:avLst/>
              </a:prstGeom>
            </p:spPr>
          </p:pic>
        </mc:Fallback>
      </mc:AlternateContent>
      <p:grpSp>
        <p:nvGrpSpPr>
          <p:cNvPr id="139" name="Group 138">
            <a:extLst>
              <a:ext uri="{FF2B5EF4-FFF2-40B4-BE49-F238E27FC236}">
                <a16:creationId xmlns:a16="http://schemas.microsoft.com/office/drawing/2014/main" id="{80F38FA7-2487-7F83-83B4-21731834A71E}"/>
              </a:ext>
            </a:extLst>
          </p:cNvPr>
          <p:cNvGrpSpPr/>
          <p:nvPr/>
        </p:nvGrpSpPr>
        <p:grpSpPr>
          <a:xfrm>
            <a:off x="3004057" y="5429996"/>
            <a:ext cx="358560" cy="250200"/>
            <a:chOff x="3004057" y="5429996"/>
            <a:chExt cx="358560" cy="250200"/>
          </a:xfrm>
        </p:grpSpPr>
        <mc:AlternateContent xmlns:mc="http://schemas.openxmlformats.org/markup-compatibility/2006" xmlns:p14="http://schemas.microsoft.com/office/powerpoint/2010/main">
          <mc:Choice Requires="p14">
            <p:contentPart p14:bwMode="auto" r:id="rId187">
              <p14:nvContentPartPr>
                <p14:cNvPr id="136" name="Ink 135">
                  <a:extLst>
                    <a:ext uri="{FF2B5EF4-FFF2-40B4-BE49-F238E27FC236}">
                      <a16:creationId xmlns:a16="http://schemas.microsoft.com/office/drawing/2014/main" id="{E84FB595-937E-6BE4-4532-EE2A9629D026}"/>
                    </a:ext>
                  </a:extLst>
                </p14:cNvPr>
                <p14:cNvContentPartPr/>
                <p14:nvPr/>
              </p14:nvContentPartPr>
              <p14:xfrm>
                <a:off x="3004057" y="5449436"/>
                <a:ext cx="62280" cy="230760"/>
              </p14:xfrm>
            </p:contentPart>
          </mc:Choice>
          <mc:Fallback xmlns="">
            <p:pic>
              <p:nvPicPr>
                <p:cNvPr id="136" name="Ink 135">
                  <a:extLst>
                    <a:ext uri="{FF2B5EF4-FFF2-40B4-BE49-F238E27FC236}">
                      <a16:creationId xmlns:a16="http://schemas.microsoft.com/office/drawing/2014/main" id="{E84FB595-937E-6BE4-4532-EE2A9629D026}"/>
                    </a:ext>
                  </a:extLst>
                </p:cNvPr>
                <p:cNvPicPr/>
                <p:nvPr/>
              </p:nvPicPr>
              <p:blipFill>
                <a:blip r:embed="rId188"/>
                <a:stretch>
                  <a:fillRect/>
                </a:stretch>
              </p:blipFill>
              <p:spPr>
                <a:xfrm>
                  <a:off x="2995417" y="5440436"/>
                  <a:ext cx="7992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37" name="Ink 136">
                  <a:extLst>
                    <a:ext uri="{FF2B5EF4-FFF2-40B4-BE49-F238E27FC236}">
                      <a16:creationId xmlns:a16="http://schemas.microsoft.com/office/drawing/2014/main" id="{D4F5F4FA-B0D6-6E9E-F7A3-E740A1EFB11B}"/>
                    </a:ext>
                  </a:extLst>
                </p14:cNvPr>
                <p14:cNvContentPartPr/>
                <p14:nvPr/>
              </p14:nvContentPartPr>
              <p14:xfrm>
                <a:off x="3169657" y="5429996"/>
                <a:ext cx="117720" cy="128880"/>
              </p14:xfrm>
            </p:contentPart>
          </mc:Choice>
          <mc:Fallback xmlns="">
            <p:pic>
              <p:nvPicPr>
                <p:cNvPr id="137" name="Ink 136">
                  <a:extLst>
                    <a:ext uri="{FF2B5EF4-FFF2-40B4-BE49-F238E27FC236}">
                      <a16:creationId xmlns:a16="http://schemas.microsoft.com/office/drawing/2014/main" id="{D4F5F4FA-B0D6-6E9E-F7A3-E740A1EFB11B}"/>
                    </a:ext>
                  </a:extLst>
                </p:cNvPr>
                <p:cNvPicPr/>
                <p:nvPr/>
              </p:nvPicPr>
              <p:blipFill>
                <a:blip r:embed="rId190"/>
                <a:stretch>
                  <a:fillRect/>
                </a:stretch>
              </p:blipFill>
              <p:spPr>
                <a:xfrm>
                  <a:off x="3160657" y="5421356"/>
                  <a:ext cx="135360" cy="14652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38" name="Ink 137">
                  <a:extLst>
                    <a:ext uri="{FF2B5EF4-FFF2-40B4-BE49-F238E27FC236}">
                      <a16:creationId xmlns:a16="http://schemas.microsoft.com/office/drawing/2014/main" id="{CA4FAEC5-652F-1070-6529-3E597DF526DA}"/>
                    </a:ext>
                  </a:extLst>
                </p14:cNvPr>
                <p14:cNvContentPartPr/>
                <p14:nvPr/>
              </p14:nvContentPartPr>
              <p14:xfrm>
                <a:off x="3256777" y="5450156"/>
                <a:ext cx="105840" cy="200520"/>
              </p14:xfrm>
            </p:contentPart>
          </mc:Choice>
          <mc:Fallback xmlns="">
            <p:pic>
              <p:nvPicPr>
                <p:cNvPr id="138" name="Ink 137">
                  <a:extLst>
                    <a:ext uri="{FF2B5EF4-FFF2-40B4-BE49-F238E27FC236}">
                      <a16:creationId xmlns:a16="http://schemas.microsoft.com/office/drawing/2014/main" id="{CA4FAEC5-652F-1070-6529-3E597DF526DA}"/>
                    </a:ext>
                  </a:extLst>
                </p:cNvPr>
                <p:cNvPicPr/>
                <p:nvPr/>
              </p:nvPicPr>
              <p:blipFill>
                <a:blip r:embed="rId192"/>
                <a:stretch>
                  <a:fillRect/>
                </a:stretch>
              </p:blipFill>
              <p:spPr>
                <a:xfrm>
                  <a:off x="3248137" y="5441156"/>
                  <a:ext cx="123480" cy="218160"/>
                </a:xfrm>
                <a:prstGeom prst="rect">
                  <a:avLst/>
                </a:prstGeom>
              </p:spPr>
            </p:pic>
          </mc:Fallback>
        </mc:AlternateContent>
      </p:grpSp>
      <p:grpSp>
        <p:nvGrpSpPr>
          <p:cNvPr id="145" name="Group 144">
            <a:extLst>
              <a:ext uri="{FF2B5EF4-FFF2-40B4-BE49-F238E27FC236}">
                <a16:creationId xmlns:a16="http://schemas.microsoft.com/office/drawing/2014/main" id="{A95DB2B7-4CB3-0917-3913-23D96AEE4AEA}"/>
              </a:ext>
            </a:extLst>
          </p:cNvPr>
          <p:cNvGrpSpPr/>
          <p:nvPr/>
        </p:nvGrpSpPr>
        <p:grpSpPr>
          <a:xfrm>
            <a:off x="2360377" y="5858396"/>
            <a:ext cx="701280" cy="255960"/>
            <a:chOff x="2360377" y="5858396"/>
            <a:chExt cx="701280" cy="255960"/>
          </a:xfrm>
        </p:grpSpPr>
        <mc:AlternateContent xmlns:mc="http://schemas.openxmlformats.org/markup-compatibility/2006" xmlns:p14="http://schemas.microsoft.com/office/powerpoint/2010/main">
          <mc:Choice Requires="p14">
            <p:contentPart p14:bwMode="auto" r:id="rId193">
              <p14:nvContentPartPr>
                <p14:cNvPr id="140" name="Ink 139">
                  <a:extLst>
                    <a:ext uri="{FF2B5EF4-FFF2-40B4-BE49-F238E27FC236}">
                      <a16:creationId xmlns:a16="http://schemas.microsoft.com/office/drawing/2014/main" id="{399A6C9F-EEC1-3682-12BE-D562CD197D2B}"/>
                    </a:ext>
                  </a:extLst>
                </p14:cNvPr>
                <p14:cNvContentPartPr/>
                <p14:nvPr/>
              </p14:nvContentPartPr>
              <p14:xfrm>
                <a:off x="2360377" y="5919956"/>
                <a:ext cx="117360" cy="194400"/>
              </p14:xfrm>
            </p:contentPart>
          </mc:Choice>
          <mc:Fallback xmlns="">
            <p:pic>
              <p:nvPicPr>
                <p:cNvPr id="140" name="Ink 139">
                  <a:extLst>
                    <a:ext uri="{FF2B5EF4-FFF2-40B4-BE49-F238E27FC236}">
                      <a16:creationId xmlns:a16="http://schemas.microsoft.com/office/drawing/2014/main" id="{399A6C9F-EEC1-3682-12BE-D562CD197D2B}"/>
                    </a:ext>
                  </a:extLst>
                </p:cNvPr>
                <p:cNvPicPr/>
                <p:nvPr/>
              </p:nvPicPr>
              <p:blipFill>
                <a:blip r:embed="rId194"/>
                <a:stretch>
                  <a:fillRect/>
                </a:stretch>
              </p:blipFill>
              <p:spPr>
                <a:xfrm>
                  <a:off x="2351377" y="5911316"/>
                  <a:ext cx="1350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41" name="Ink 140">
                  <a:extLst>
                    <a:ext uri="{FF2B5EF4-FFF2-40B4-BE49-F238E27FC236}">
                      <a16:creationId xmlns:a16="http://schemas.microsoft.com/office/drawing/2014/main" id="{8568DE0A-F6F2-F8B2-7DA4-1D523292101E}"/>
                    </a:ext>
                  </a:extLst>
                </p14:cNvPr>
                <p14:cNvContentPartPr/>
                <p14:nvPr/>
              </p14:nvContentPartPr>
              <p14:xfrm>
                <a:off x="2369377" y="5888636"/>
                <a:ext cx="204480" cy="20880"/>
              </p14:xfrm>
            </p:contentPart>
          </mc:Choice>
          <mc:Fallback xmlns="">
            <p:pic>
              <p:nvPicPr>
                <p:cNvPr id="141" name="Ink 140">
                  <a:extLst>
                    <a:ext uri="{FF2B5EF4-FFF2-40B4-BE49-F238E27FC236}">
                      <a16:creationId xmlns:a16="http://schemas.microsoft.com/office/drawing/2014/main" id="{8568DE0A-F6F2-F8B2-7DA4-1D523292101E}"/>
                    </a:ext>
                  </a:extLst>
                </p:cNvPr>
                <p:cNvPicPr/>
                <p:nvPr/>
              </p:nvPicPr>
              <p:blipFill>
                <a:blip r:embed="rId196"/>
                <a:stretch>
                  <a:fillRect/>
                </a:stretch>
              </p:blipFill>
              <p:spPr>
                <a:xfrm>
                  <a:off x="2360377" y="5879996"/>
                  <a:ext cx="2221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42" name="Ink 141">
                  <a:extLst>
                    <a:ext uri="{FF2B5EF4-FFF2-40B4-BE49-F238E27FC236}">
                      <a16:creationId xmlns:a16="http://schemas.microsoft.com/office/drawing/2014/main" id="{A2DFAE18-7E82-725F-E3D3-4E4F0F5FB60A}"/>
                    </a:ext>
                  </a:extLst>
                </p14:cNvPr>
                <p14:cNvContentPartPr/>
                <p14:nvPr/>
              </p14:nvContentPartPr>
              <p14:xfrm>
                <a:off x="2583937" y="5997356"/>
                <a:ext cx="82440" cy="360"/>
              </p14:xfrm>
            </p:contentPart>
          </mc:Choice>
          <mc:Fallback xmlns="">
            <p:pic>
              <p:nvPicPr>
                <p:cNvPr id="142" name="Ink 141">
                  <a:extLst>
                    <a:ext uri="{FF2B5EF4-FFF2-40B4-BE49-F238E27FC236}">
                      <a16:creationId xmlns:a16="http://schemas.microsoft.com/office/drawing/2014/main" id="{A2DFAE18-7E82-725F-E3D3-4E4F0F5FB60A}"/>
                    </a:ext>
                  </a:extLst>
                </p:cNvPr>
                <p:cNvPicPr/>
                <p:nvPr/>
              </p:nvPicPr>
              <p:blipFill>
                <a:blip r:embed="rId198"/>
                <a:stretch>
                  <a:fillRect/>
                </a:stretch>
              </p:blipFill>
              <p:spPr>
                <a:xfrm>
                  <a:off x="2575297" y="5988356"/>
                  <a:ext cx="1000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43" name="Ink 142">
                  <a:extLst>
                    <a:ext uri="{FF2B5EF4-FFF2-40B4-BE49-F238E27FC236}">
                      <a16:creationId xmlns:a16="http://schemas.microsoft.com/office/drawing/2014/main" id="{E0D1D4F7-CC05-8637-B34C-74F97320E4C3}"/>
                    </a:ext>
                  </a:extLst>
                </p14:cNvPr>
                <p14:cNvContentPartPr/>
                <p14:nvPr/>
              </p14:nvContentPartPr>
              <p14:xfrm>
                <a:off x="2605177" y="6056396"/>
                <a:ext cx="61560" cy="360"/>
              </p14:xfrm>
            </p:contentPart>
          </mc:Choice>
          <mc:Fallback xmlns="">
            <p:pic>
              <p:nvPicPr>
                <p:cNvPr id="143" name="Ink 142">
                  <a:extLst>
                    <a:ext uri="{FF2B5EF4-FFF2-40B4-BE49-F238E27FC236}">
                      <a16:creationId xmlns:a16="http://schemas.microsoft.com/office/drawing/2014/main" id="{E0D1D4F7-CC05-8637-B34C-74F97320E4C3}"/>
                    </a:ext>
                  </a:extLst>
                </p:cNvPr>
                <p:cNvPicPr/>
                <p:nvPr/>
              </p:nvPicPr>
              <p:blipFill>
                <a:blip r:embed="rId85"/>
                <a:stretch>
                  <a:fillRect/>
                </a:stretch>
              </p:blipFill>
              <p:spPr>
                <a:xfrm>
                  <a:off x="2596537" y="6047396"/>
                  <a:ext cx="792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44" name="Ink 143">
                  <a:extLst>
                    <a:ext uri="{FF2B5EF4-FFF2-40B4-BE49-F238E27FC236}">
                      <a16:creationId xmlns:a16="http://schemas.microsoft.com/office/drawing/2014/main" id="{5A362256-2775-0E8A-01FF-76FBB944FB28}"/>
                    </a:ext>
                  </a:extLst>
                </p14:cNvPr>
                <p14:cNvContentPartPr/>
                <p14:nvPr/>
              </p14:nvContentPartPr>
              <p14:xfrm>
                <a:off x="2813257" y="5858396"/>
                <a:ext cx="248400" cy="211680"/>
              </p14:xfrm>
            </p:contentPart>
          </mc:Choice>
          <mc:Fallback xmlns="">
            <p:pic>
              <p:nvPicPr>
                <p:cNvPr id="144" name="Ink 143">
                  <a:extLst>
                    <a:ext uri="{FF2B5EF4-FFF2-40B4-BE49-F238E27FC236}">
                      <a16:creationId xmlns:a16="http://schemas.microsoft.com/office/drawing/2014/main" id="{5A362256-2775-0E8A-01FF-76FBB944FB28}"/>
                    </a:ext>
                  </a:extLst>
                </p:cNvPr>
                <p:cNvPicPr/>
                <p:nvPr/>
              </p:nvPicPr>
              <p:blipFill>
                <a:blip r:embed="rId201"/>
                <a:stretch>
                  <a:fillRect/>
                </a:stretch>
              </p:blipFill>
              <p:spPr>
                <a:xfrm>
                  <a:off x="2804617" y="5849396"/>
                  <a:ext cx="266040" cy="229320"/>
                </a:xfrm>
                <a:prstGeom prst="rect">
                  <a:avLst/>
                </a:prstGeom>
              </p:spPr>
            </p:pic>
          </mc:Fallback>
        </mc:AlternateContent>
      </p:grpSp>
      <p:grpSp>
        <p:nvGrpSpPr>
          <p:cNvPr id="153" name="Group 152">
            <a:extLst>
              <a:ext uri="{FF2B5EF4-FFF2-40B4-BE49-F238E27FC236}">
                <a16:creationId xmlns:a16="http://schemas.microsoft.com/office/drawing/2014/main" id="{43159A06-B4D8-37A7-6782-BCFF7DFEF004}"/>
              </a:ext>
            </a:extLst>
          </p:cNvPr>
          <p:cNvGrpSpPr/>
          <p:nvPr/>
        </p:nvGrpSpPr>
        <p:grpSpPr>
          <a:xfrm>
            <a:off x="2609497" y="6175556"/>
            <a:ext cx="787680" cy="168840"/>
            <a:chOff x="2609497" y="6175556"/>
            <a:chExt cx="787680" cy="168840"/>
          </a:xfrm>
        </p:grpSpPr>
        <mc:AlternateContent xmlns:mc="http://schemas.openxmlformats.org/markup-compatibility/2006" xmlns:p14="http://schemas.microsoft.com/office/powerpoint/2010/main">
          <mc:Choice Requires="p14">
            <p:contentPart p14:bwMode="auto" r:id="rId202">
              <p14:nvContentPartPr>
                <p14:cNvPr id="146" name="Ink 145">
                  <a:extLst>
                    <a:ext uri="{FF2B5EF4-FFF2-40B4-BE49-F238E27FC236}">
                      <a16:creationId xmlns:a16="http://schemas.microsoft.com/office/drawing/2014/main" id="{1F87E4DE-A71B-CBEE-89A2-8E2BE830A020}"/>
                    </a:ext>
                  </a:extLst>
                </p14:cNvPr>
                <p14:cNvContentPartPr/>
                <p14:nvPr/>
              </p14:nvContentPartPr>
              <p14:xfrm>
                <a:off x="2609497" y="6181316"/>
                <a:ext cx="84600" cy="163080"/>
              </p14:xfrm>
            </p:contentPart>
          </mc:Choice>
          <mc:Fallback xmlns="">
            <p:pic>
              <p:nvPicPr>
                <p:cNvPr id="146" name="Ink 145">
                  <a:extLst>
                    <a:ext uri="{FF2B5EF4-FFF2-40B4-BE49-F238E27FC236}">
                      <a16:creationId xmlns:a16="http://schemas.microsoft.com/office/drawing/2014/main" id="{1F87E4DE-A71B-CBEE-89A2-8E2BE830A020}"/>
                    </a:ext>
                  </a:extLst>
                </p:cNvPr>
                <p:cNvPicPr/>
                <p:nvPr/>
              </p:nvPicPr>
              <p:blipFill>
                <a:blip r:embed="rId203"/>
                <a:stretch>
                  <a:fillRect/>
                </a:stretch>
              </p:blipFill>
              <p:spPr>
                <a:xfrm>
                  <a:off x="2600857" y="6172676"/>
                  <a:ext cx="10224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47" name="Ink 146">
                  <a:extLst>
                    <a:ext uri="{FF2B5EF4-FFF2-40B4-BE49-F238E27FC236}">
                      <a16:creationId xmlns:a16="http://schemas.microsoft.com/office/drawing/2014/main" id="{64CD2BED-5465-BD1E-204E-E262201D49D1}"/>
                    </a:ext>
                  </a:extLst>
                </p14:cNvPr>
                <p14:cNvContentPartPr/>
                <p14:nvPr/>
              </p14:nvContentPartPr>
              <p14:xfrm>
                <a:off x="2684017" y="6175556"/>
                <a:ext cx="145440" cy="136080"/>
              </p14:xfrm>
            </p:contentPart>
          </mc:Choice>
          <mc:Fallback xmlns="">
            <p:pic>
              <p:nvPicPr>
                <p:cNvPr id="147" name="Ink 146">
                  <a:extLst>
                    <a:ext uri="{FF2B5EF4-FFF2-40B4-BE49-F238E27FC236}">
                      <a16:creationId xmlns:a16="http://schemas.microsoft.com/office/drawing/2014/main" id="{64CD2BED-5465-BD1E-204E-E262201D49D1}"/>
                    </a:ext>
                  </a:extLst>
                </p:cNvPr>
                <p:cNvPicPr/>
                <p:nvPr/>
              </p:nvPicPr>
              <p:blipFill>
                <a:blip r:embed="rId205"/>
                <a:stretch>
                  <a:fillRect/>
                </a:stretch>
              </p:blipFill>
              <p:spPr>
                <a:xfrm>
                  <a:off x="2675377" y="6166916"/>
                  <a:ext cx="16308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48" name="Ink 147">
                  <a:extLst>
                    <a:ext uri="{FF2B5EF4-FFF2-40B4-BE49-F238E27FC236}">
                      <a16:creationId xmlns:a16="http://schemas.microsoft.com/office/drawing/2014/main" id="{F2DA54C7-F133-3C40-BCF9-B9E1157CE304}"/>
                    </a:ext>
                  </a:extLst>
                </p14:cNvPr>
                <p14:cNvContentPartPr/>
                <p14:nvPr/>
              </p14:nvContentPartPr>
              <p14:xfrm>
                <a:off x="2644777" y="6292196"/>
                <a:ext cx="82800" cy="360"/>
              </p14:xfrm>
            </p:contentPart>
          </mc:Choice>
          <mc:Fallback xmlns="">
            <p:pic>
              <p:nvPicPr>
                <p:cNvPr id="148" name="Ink 147">
                  <a:extLst>
                    <a:ext uri="{FF2B5EF4-FFF2-40B4-BE49-F238E27FC236}">
                      <a16:creationId xmlns:a16="http://schemas.microsoft.com/office/drawing/2014/main" id="{F2DA54C7-F133-3C40-BCF9-B9E1157CE304}"/>
                    </a:ext>
                  </a:extLst>
                </p:cNvPr>
                <p:cNvPicPr/>
                <p:nvPr/>
              </p:nvPicPr>
              <p:blipFill>
                <a:blip r:embed="rId198"/>
                <a:stretch>
                  <a:fillRect/>
                </a:stretch>
              </p:blipFill>
              <p:spPr>
                <a:xfrm>
                  <a:off x="2635777" y="6283556"/>
                  <a:ext cx="1004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49" name="Ink 148">
                  <a:extLst>
                    <a:ext uri="{FF2B5EF4-FFF2-40B4-BE49-F238E27FC236}">
                      <a16:creationId xmlns:a16="http://schemas.microsoft.com/office/drawing/2014/main" id="{2A01563D-8930-8578-FA23-F3CA8104F8CC}"/>
                    </a:ext>
                  </a:extLst>
                </p14:cNvPr>
                <p14:cNvContentPartPr/>
                <p14:nvPr/>
              </p14:nvContentPartPr>
              <p14:xfrm>
                <a:off x="2933497" y="6203276"/>
                <a:ext cx="197280" cy="132480"/>
              </p14:xfrm>
            </p:contentPart>
          </mc:Choice>
          <mc:Fallback xmlns="">
            <p:pic>
              <p:nvPicPr>
                <p:cNvPr id="149" name="Ink 148">
                  <a:extLst>
                    <a:ext uri="{FF2B5EF4-FFF2-40B4-BE49-F238E27FC236}">
                      <a16:creationId xmlns:a16="http://schemas.microsoft.com/office/drawing/2014/main" id="{2A01563D-8930-8578-FA23-F3CA8104F8CC}"/>
                    </a:ext>
                  </a:extLst>
                </p:cNvPr>
                <p:cNvPicPr/>
                <p:nvPr/>
              </p:nvPicPr>
              <p:blipFill>
                <a:blip r:embed="rId208"/>
                <a:stretch>
                  <a:fillRect/>
                </a:stretch>
              </p:blipFill>
              <p:spPr>
                <a:xfrm>
                  <a:off x="2924497" y="6194276"/>
                  <a:ext cx="21492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51" name="Ink 150">
                  <a:extLst>
                    <a:ext uri="{FF2B5EF4-FFF2-40B4-BE49-F238E27FC236}">
                      <a16:creationId xmlns:a16="http://schemas.microsoft.com/office/drawing/2014/main" id="{7947C042-502B-9882-EA7A-409AEF235CEF}"/>
                    </a:ext>
                  </a:extLst>
                </p14:cNvPr>
                <p14:cNvContentPartPr/>
                <p14:nvPr/>
              </p14:nvContentPartPr>
              <p14:xfrm>
                <a:off x="3283777" y="6233156"/>
                <a:ext cx="97920" cy="360"/>
              </p14:xfrm>
            </p:contentPart>
          </mc:Choice>
          <mc:Fallback xmlns="">
            <p:pic>
              <p:nvPicPr>
                <p:cNvPr id="151" name="Ink 150">
                  <a:extLst>
                    <a:ext uri="{FF2B5EF4-FFF2-40B4-BE49-F238E27FC236}">
                      <a16:creationId xmlns:a16="http://schemas.microsoft.com/office/drawing/2014/main" id="{7947C042-502B-9882-EA7A-409AEF235CEF}"/>
                    </a:ext>
                  </a:extLst>
                </p:cNvPr>
                <p:cNvPicPr/>
                <p:nvPr/>
              </p:nvPicPr>
              <p:blipFill>
                <a:blip r:embed="rId153"/>
                <a:stretch>
                  <a:fillRect/>
                </a:stretch>
              </p:blipFill>
              <p:spPr>
                <a:xfrm>
                  <a:off x="3275137" y="6224516"/>
                  <a:ext cx="1155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52" name="Ink 151">
                  <a:extLst>
                    <a:ext uri="{FF2B5EF4-FFF2-40B4-BE49-F238E27FC236}">
                      <a16:creationId xmlns:a16="http://schemas.microsoft.com/office/drawing/2014/main" id="{52EFA6BB-6268-CB76-1AE3-D458B4CD3A45}"/>
                    </a:ext>
                  </a:extLst>
                </p14:cNvPr>
                <p14:cNvContentPartPr/>
                <p14:nvPr/>
              </p14:nvContentPartPr>
              <p14:xfrm>
                <a:off x="3274057" y="6306236"/>
                <a:ext cx="123120" cy="6480"/>
              </p14:xfrm>
            </p:contentPart>
          </mc:Choice>
          <mc:Fallback xmlns="">
            <p:pic>
              <p:nvPicPr>
                <p:cNvPr id="152" name="Ink 151">
                  <a:extLst>
                    <a:ext uri="{FF2B5EF4-FFF2-40B4-BE49-F238E27FC236}">
                      <a16:creationId xmlns:a16="http://schemas.microsoft.com/office/drawing/2014/main" id="{52EFA6BB-6268-CB76-1AE3-D458B4CD3A45}"/>
                    </a:ext>
                  </a:extLst>
                </p:cNvPr>
                <p:cNvPicPr/>
                <p:nvPr/>
              </p:nvPicPr>
              <p:blipFill>
                <a:blip r:embed="rId211"/>
                <a:stretch>
                  <a:fillRect/>
                </a:stretch>
              </p:blipFill>
              <p:spPr>
                <a:xfrm>
                  <a:off x="3265417" y="6297596"/>
                  <a:ext cx="140760" cy="24120"/>
                </a:xfrm>
                <a:prstGeom prst="rect">
                  <a:avLst/>
                </a:prstGeom>
              </p:spPr>
            </p:pic>
          </mc:Fallback>
        </mc:AlternateContent>
      </p:grpSp>
      <p:grpSp>
        <p:nvGrpSpPr>
          <p:cNvPr id="157" name="Group 156">
            <a:extLst>
              <a:ext uri="{FF2B5EF4-FFF2-40B4-BE49-F238E27FC236}">
                <a16:creationId xmlns:a16="http://schemas.microsoft.com/office/drawing/2014/main" id="{6BC8B9B4-76E1-5589-21F3-9041F9DE6FC4}"/>
              </a:ext>
            </a:extLst>
          </p:cNvPr>
          <p:cNvGrpSpPr/>
          <p:nvPr/>
        </p:nvGrpSpPr>
        <p:grpSpPr>
          <a:xfrm>
            <a:off x="3597337" y="6123356"/>
            <a:ext cx="463680" cy="221760"/>
            <a:chOff x="3597337" y="6123356"/>
            <a:chExt cx="463680" cy="221760"/>
          </a:xfrm>
        </p:grpSpPr>
        <mc:AlternateContent xmlns:mc="http://schemas.openxmlformats.org/markup-compatibility/2006" xmlns:p14="http://schemas.microsoft.com/office/powerpoint/2010/main">
          <mc:Choice Requires="p14">
            <p:contentPart p14:bwMode="auto" r:id="rId212">
              <p14:nvContentPartPr>
                <p14:cNvPr id="154" name="Ink 153">
                  <a:extLst>
                    <a:ext uri="{FF2B5EF4-FFF2-40B4-BE49-F238E27FC236}">
                      <a16:creationId xmlns:a16="http://schemas.microsoft.com/office/drawing/2014/main" id="{5EA3C15F-D6E4-D8DC-F7F9-4FEB2E77A4F2}"/>
                    </a:ext>
                  </a:extLst>
                </p14:cNvPr>
                <p14:cNvContentPartPr/>
                <p14:nvPr/>
              </p14:nvContentPartPr>
              <p14:xfrm>
                <a:off x="3597337" y="6176276"/>
                <a:ext cx="167400" cy="120240"/>
              </p14:xfrm>
            </p:contentPart>
          </mc:Choice>
          <mc:Fallback xmlns="">
            <p:pic>
              <p:nvPicPr>
                <p:cNvPr id="154" name="Ink 153">
                  <a:extLst>
                    <a:ext uri="{FF2B5EF4-FFF2-40B4-BE49-F238E27FC236}">
                      <a16:creationId xmlns:a16="http://schemas.microsoft.com/office/drawing/2014/main" id="{5EA3C15F-D6E4-D8DC-F7F9-4FEB2E77A4F2}"/>
                    </a:ext>
                  </a:extLst>
                </p:cNvPr>
                <p:cNvPicPr/>
                <p:nvPr/>
              </p:nvPicPr>
              <p:blipFill>
                <a:blip r:embed="rId213"/>
                <a:stretch>
                  <a:fillRect/>
                </a:stretch>
              </p:blipFill>
              <p:spPr>
                <a:xfrm>
                  <a:off x="3588697" y="6167276"/>
                  <a:ext cx="18504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55" name="Ink 154">
                  <a:extLst>
                    <a:ext uri="{FF2B5EF4-FFF2-40B4-BE49-F238E27FC236}">
                      <a16:creationId xmlns:a16="http://schemas.microsoft.com/office/drawing/2014/main" id="{1CE5152D-8DEC-2C24-61F3-F5ACB9DB3359}"/>
                    </a:ext>
                  </a:extLst>
                </p14:cNvPr>
                <p14:cNvContentPartPr/>
                <p14:nvPr/>
              </p14:nvContentPartPr>
              <p14:xfrm>
                <a:off x="3834217" y="6243596"/>
                <a:ext cx="10800" cy="21600"/>
              </p14:xfrm>
            </p:contentPart>
          </mc:Choice>
          <mc:Fallback xmlns="">
            <p:pic>
              <p:nvPicPr>
                <p:cNvPr id="155" name="Ink 154">
                  <a:extLst>
                    <a:ext uri="{FF2B5EF4-FFF2-40B4-BE49-F238E27FC236}">
                      <a16:creationId xmlns:a16="http://schemas.microsoft.com/office/drawing/2014/main" id="{1CE5152D-8DEC-2C24-61F3-F5ACB9DB3359}"/>
                    </a:ext>
                  </a:extLst>
                </p:cNvPr>
                <p:cNvPicPr/>
                <p:nvPr/>
              </p:nvPicPr>
              <p:blipFill>
                <a:blip r:embed="rId215"/>
                <a:stretch>
                  <a:fillRect/>
                </a:stretch>
              </p:blipFill>
              <p:spPr>
                <a:xfrm>
                  <a:off x="3825577" y="6234596"/>
                  <a:ext cx="2844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56" name="Ink 155">
                  <a:extLst>
                    <a:ext uri="{FF2B5EF4-FFF2-40B4-BE49-F238E27FC236}">
                      <a16:creationId xmlns:a16="http://schemas.microsoft.com/office/drawing/2014/main" id="{180D3207-1FCF-2808-3EB6-31E7436C7912}"/>
                    </a:ext>
                  </a:extLst>
                </p14:cNvPr>
                <p14:cNvContentPartPr/>
                <p14:nvPr/>
              </p14:nvContentPartPr>
              <p14:xfrm>
                <a:off x="3908377" y="6123356"/>
                <a:ext cx="152640" cy="221760"/>
              </p14:xfrm>
            </p:contentPart>
          </mc:Choice>
          <mc:Fallback xmlns="">
            <p:pic>
              <p:nvPicPr>
                <p:cNvPr id="156" name="Ink 155">
                  <a:extLst>
                    <a:ext uri="{FF2B5EF4-FFF2-40B4-BE49-F238E27FC236}">
                      <a16:creationId xmlns:a16="http://schemas.microsoft.com/office/drawing/2014/main" id="{180D3207-1FCF-2808-3EB6-31E7436C7912}"/>
                    </a:ext>
                  </a:extLst>
                </p:cNvPr>
                <p:cNvPicPr/>
                <p:nvPr/>
              </p:nvPicPr>
              <p:blipFill>
                <a:blip r:embed="rId217"/>
                <a:stretch>
                  <a:fillRect/>
                </a:stretch>
              </p:blipFill>
              <p:spPr>
                <a:xfrm>
                  <a:off x="3899377" y="6114716"/>
                  <a:ext cx="170280" cy="239400"/>
                </a:xfrm>
                <a:prstGeom prst="rect">
                  <a:avLst/>
                </a:prstGeom>
              </p:spPr>
            </p:pic>
          </mc:Fallback>
        </mc:AlternateContent>
      </p:grpSp>
      <p:grpSp>
        <p:nvGrpSpPr>
          <p:cNvPr id="164" name="Group 163">
            <a:extLst>
              <a:ext uri="{FF2B5EF4-FFF2-40B4-BE49-F238E27FC236}">
                <a16:creationId xmlns:a16="http://schemas.microsoft.com/office/drawing/2014/main" id="{CAD5508F-B33D-15BD-B6DC-ABA8D4FD05FC}"/>
              </a:ext>
            </a:extLst>
          </p:cNvPr>
          <p:cNvGrpSpPr/>
          <p:nvPr/>
        </p:nvGrpSpPr>
        <p:grpSpPr>
          <a:xfrm>
            <a:off x="3736297" y="5155316"/>
            <a:ext cx="1284120" cy="359280"/>
            <a:chOff x="3736297" y="5155316"/>
            <a:chExt cx="1284120" cy="359280"/>
          </a:xfrm>
        </p:grpSpPr>
        <mc:AlternateContent xmlns:mc="http://schemas.openxmlformats.org/markup-compatibility/2006" xmlns:p14="http://schemas.microsoft.com/office/powerpoint/2010/main">
          <mc:Choice Requires="p14">
            <p:contentPart p14:bwMode="auto" r:id="rId218">
              <p14:nvContentPartPr>
                <p14:cNvPr id="158" name="Ink 157">
                  <a:extLst>
                    <a:ext uri="{FF2B5EF4-FFF2-40B4-BE49-F238E27FC236}">
                      <a16:creationId xmlns:a16="http://schemas.microsoft.com/office/drawing/2014/main" id="{12105378-644B-70ED-F99C-C09B0E3B004D}"/>
                    </a:ext>
                  </a:extLst>
                </p14:cNvPr>
                <p14:cNvContentPartPr/>
                <p14:nvPr/>
              </p14:nvContentPartPr>
              <p14:xfrm>
                <a:off x="3736297" y="5365916"/>
                <a:ext cx="149400" cy="143640"/>
              </p14:xfrm>
            </p:contentPart>
          </mc:Choice>
          <mc:Fallback xmlns="">
            <p:pic>
              <p:nvPicPr>
                <p:cNvPr id="158" name="Ink 157">
                  <a:extLst>
                    <a:ext uri="{FF2B5EF4-FFF2-40B4-BE49-F238E27FC236}">
                      <a16:creationId xmlns:a16="http://schemas.microsoft.com/office/drawing/2014/main" id="{12105378-644B-70ED-F99C-C09B0E3B004D}"/>
                    </a:ext>
                  </a:extLst>
                </p:cNvPr>
                <p:cNvPicPr/>
                <p:nvPr/>
              </p:nvPicPr>
              <p:blipFill>
                <a:blip r:embed="rId219"/>
                <a:stretch>
                  <a:fillRect/>
                </a:stretch>
              </p:blipFill>
              <p:spPr>
                <a:xfrm>
                  <a:off x="3727657" y="5356916"/>
                  <a:ext cx="16704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59" name="Ink 158">
                  <a:extLst>
                    <a:ext uri="{FF2B5EF4-FFF2-40B4-BE49-F238E27FC236}">
                      <a16:creationId xmlns:a16="http://schemas.microsoft.com/office/drawing/2014/main" id="{7270E29A-CE56-B1ED-0E12-8E6624D84EC4}"/>
                    </a:ext>
                  </a:extLst>
                </p14:cNvPr>
                <p14:cNvContentPartPr/>
                <p14:nvPr/>
              </p14:nvContentPartPr>
              <p14:xfrm>
                <a:off x="3905497" y="5379956"/>
                <a:ext cx="164160" cy="134640"/>
              </p14:xfrm>
            </p:contentPart>
          </mc:Choice>
          <mc:Fallback xmlns="">
            <p:pic>
              <p:nvPicPr>
                <p:cNvPr id="159" name="Ink 158">
                  <a:extLst>
                    <a:ext uri="{FF2B5EF4-FFF2-40B4-BE49-F238E27FC236}">
                      <a16:creationId xmlns:a16="http://schemas.microsoft.com/office/drawing/2014/main" id="{7270E29A-CE56-B1ED-0E12-8E6624D84EC4}"/>
                    </a:ext>
                  </a:extLst>
                </p:cNvPr>
                <p:cNvPicPr/>
                <p:nvPr/>
              </p:nvPicPr>
              <p:blipFill>
                <a:blip r:embed="rId221"/>
                <a:stretch>
                  <a:fillRect/>
                </a:stretch>
              </p:blipFill>
              <p:spPr>
                <a:xfrm>
                  <a:off x="3896857" y="5371316"/>
                  <a:ext cx="1818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60" name="Ink 159">
                  <a:extLst>
                    <a:ext uri="{FF2B5EF4-FFF2-40B4-BE49-F238E27FC236}">
                      <a16:creationId xmlns:a16="http://schemas.microsoft.com/office/drawing/2014/main" id="{C9BC71ED-BD3F-1E5D-B41C-687B7520AA67}"/>
                    </a:ext>
                  </a:extLst>
                </p14:cNvPr>
                <p14:cNvContentPartPr/>
                <p14:nvPr/>
              </p14:nvContentPartPr>
              <p14:xfrm>
                <a:off x="4127617" y="5387156"/>
                <a:ext cx="100440" cy="72720"/>
              </p14:xfrm>
            </p:contentPart>
          </mc:Choice>
          <mc:Fallback xmlns="">
            <p:pic>
              <p:nvPicPr>
                <p:cNvPr id="160" name="Ink 159">
                  <a:extLst>
                    <a:ext uri="{FF2B5EF4-FFF2-40B4-BE49-F238E27FC236}">
                      <a16:creationId xmlns:a16="http://schemas.microsoft.com/office/drawing/2014/main" id="{C9BC71ED-BD3F-1E5D-B41C-687B7520AA67}"/>
                    </a:ext>
                  </a:extLst>
                </p:cNvPr>
                <p:cNvPicPr/>
                <p:nvPr/>
              </p:nvPicPr>
              <p:blipFill>
                <a:blip r:embed="rId223"/>
                <a:stretch>
                  <a:fillRect/>
                </a:stretch>
              </p:blipFill>
              <p:spPr>
                <a:xfrm>
                  <a:off x="4118617" y="5378516"/>
                  <a:ext cx="11808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62" name="Ink 161">
                  <a:extLst>
                    <a:ext uri="{FF2B5EF4-FFF2-40B4-BE49-F238E27FC236}">
                      <a16:creationId xmlns:a16="http://schemas.microsoft.com/office/drawing/2014/main" id="{19AA718C-6B1C-B52D-496A-B90C465A864B}"/>
                    </a:ext>
                  </a:extLst>
                </p14:cNvPr>
                <p14:cNvContentPartPr/>
                <p14:nvPr/>
              </p14:nvContentPartPr>
              <p14:xfrm>
                <a:off x="4340017" y="5155316"/>
                <a:ext cx="150120" cy="317160"/>
              </p14:xfrm>
            </p:contentPart>
          </mc:Choice>
          <mc:Fallback xmlns="">
            <p:pic>
              <p:nvPicPr>
                <p:cNvPr id="162" name="Ink 161">
                  <a:extLst>
                    <a:ext uri="{FF2B5EF4-FFF2-40B4-BE49-F238E27FC236}">
                      <a16:creationId xmlns:a16="http://schemas.microsoft.com/office/drawing/2014/main" id="{19AA718C-6B1C-B52D-496A-B90C465A864B}"/>
                    </a:ext>
                  </a:extLst>
                </p:cNvPr>
                <p:cNvPicPr/>
                <p:nvPr/>
              </p:nvPicPr>
              <p:blipFill>
                <a:blip r:embed="rId225"/>
                <a:stretch>
                  <a:fillRect/>
                </a:stretch>
              </p:blipFill>
              <p:spPr>
                <a:xfrm>
                  <a:off x="4331377" y="5146316"/>
                  <a:ext cx="16776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63" name="Ink 162">
                  <a:extLst>
                    <a:ext uri="{FF2B5EF4-FFF2-40B4-BE49-F238E27FC236}">
                      <a16:creationId xmlns:a16="http://schemas.microsoft.com/office/drawing/2014/main" id="{DF1E5920-B312-8386-C088-5D1D5D6E19F0}"/>
                    </a:ext>
                  </a:extLst>
                </p14:cNvPr>
                <p14:cNvContentPartPr/>
                <p14:nvPr/>
              </p14:nvContentPartPr>
              <p14:xfrm>
                <a:off x="4585537" y="5309036"/>
                <a:ext cx="434880" cy="196560"/>
              </p14:xfrm>
            </p:contentPart>
          </mc:Choice>
          <mc:Fallback xmlns="">
            <p:pic>
              <p:nvPicPr>
                <p:cNvPr id="163" name="Ink 162">
                  <a:extLst>
                    <a:ext uri="{FF2B5EF4-FFF2-40B4-BE49-F238E27FC236}">
                      <a16:creationId xmlns:a16="http://schemas.microsoft.com/office/drawing/2014/main" id="{DF1E5920-B312-8386-C088-5D1D5D6E19F0}"/>
                    </a:ext>
                  </a:extLst>
                </p:cNvPr>
                <p:cNvPicPr/>
                <p:nvPr/>
              </p:nvPicPr>
              <p:blipFill>
                <a:blip r:embed="rId227"/>
                <a:stretch>
                  <a:fillRect/>
                </a:stretch>
              </p:blipFill>
              <p:spPr>
                <a:xfrm>
                  <a:off x="4576897" y="5300396"/>
                  <a:ext cx="452520" cy="214200"/>
                </a:xfrm>
                <a:prstGeom prst="rect">
                  <a:avLst/>
                </a:prstGeom>
              </p:spPr>
            </p:pic>
          </mc:Fallback>
        </mc:AlternateContent>
      </p:grpSp>
      <p:grpSp>
        <p:nvGrpSpPr>
          <p:cNvPr id="170" name="Group 169">
            <a:extLst>
              <a:ext uri="{FF2B5EF4-FFF2-40B4-BE49-F238E27FC236}">
                <a16:creationId xmlns:a16="http://schemas.microsoft.com/office/drawing/2014/main" id="{E6CDDFD4-E087-D1FA-9D39-F6FA06A6964F}"/>
              </a:ext>
            </a:extLst>
          </p:cNvPr>
          <p:cNvGrpSpPr/>
          <p:nvPr/>
        </p:nvGrpSpPr>
        <p:grpSpPr>
          <a:xfrm>
            <a:off x="5250097" y="5240276"/>
            <a:ext cx="873360" cy="239040"/>
            <a:chOff x="5250097" y="5240276"/>
            <a:chExt cx="873360" cy="239040"/>
          </a:xfrm>
        </p:grpSpPr>
        <mc:AlternateContent xmlns:mc="http://schemas.openxmlformats.org/markup-compatibility/2006" xmlns:p14="http://schemas.microsoft.com/office/powerpoint/2010/main">
          <mc:Choice Requires="p14">
            <p:contentPart p14:bwMode="auto" r:id="rId228">
              <p14:nvContentPartPr>
                <p14:cNvPr id="165" name="Ink 164">
                  <a:extLst>
                    <a:ext uri="{FF2B5EF4-FFF2-40B4-BE49-F238E27FC236}">
                      <a16:creationId xmlns:a16="http://schemas.microsoft.com/office/drawing/2014/main" id="{AE8A71E7-EAD4-993D-1429-1A31C4E56FDD}"/>
                    </a:ext>
                  </a:extLst>
                </p14:cNvPr>
                <p14:cNvContentPartPr/>
                <p14:nvPr/>
              </p14:nvContentPartPr>
              <p14:xfrm>
                <a:off x="5250097" y="5378156"/>
                <a:ext cx="158400" cy="360"/>
              </p14:xfrm>
            </p:contentPart>
          </mc:Choice>
          <mc:Fallback xmlns="">
            <p:pic>
              <p:nvPicPr>
                <p:cNvPr id="165" name="Ink 164">
                  <a:extLst>
                    <a:ext uri="{FF2B5EF4-FFF2-40B4-BE49-F238E27FC236}">
                      <a16:creationId xmlns:a16="http://schemas.microsoft.com/office/drawing/2014/main" id="{AE8A71E7-EAD4-993D-1429-1A31C4E56FDD}"/>
                    </a:ext>
                  </a:extLst>
                </p:cNvPr>
                <p:cNvPicPr/>
                <p:nvPr/>
              </p:nvPicPr>
              <p:blipFill>
                <a:blip r:embed="rId229"/>
                <a:stretch>
                  <a:fillRect/>
                </a:stretch>
              </p:blipFill>
              <p:spPr>
                <a:xfrm>
                  <a:off x="5241457" y="5369156"/>
                  <a:ext cx="1760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66" name="Ink 165">
                  <a:extLst>
                    <a:ext uri="{FF2B5EF4-FFF2-40B4-BE49-F238E27FC236}">
                      <a16:creationId xmlns:a16="http://schemas.microsoft.com/office/drawing/2014/main" id="{3BAB280F-F6DD-10C1-6C6A-8C4D58684B4B}"/>
                    </a:ext>
                  </a:extLst>
                </p14:cNvPr>
                <p14:cNvContentPartPr/>
                <p14:nvPr/>
              </p14:nvContentPartPr>
              <p14:xfrm>
                <a:off x="5279977" y="5466356"/>
                <a:ext cx="102600" cy="360"/>
              </p14:xfrm>
            </p:contentPart>
          </mc:Choice>
          <mc:Fallback xmlns="">
            <p:pic>
              <p:nvPicPr>
                <p:cNvPr id="166" name="Ink 165">
                  <a:extLst>
                    <a:ext uri="{FF2B5EF4-FFF2-40B4-BE49-F238E27FC236}">
                      <a16:creationId xmlns:a16="http://schemas.microsoft.com/office/drawing/2014/main" id="{3BAB280F-F6DD-10C1-6C6A-8C4D58684B4B}"/>
                    </a:ext>
                  </a:extLst>
                </p:cNvPr>
                <p:cNvPicPr/>
                <p:nvPr/>
              </p:nvPicPr>
              <p:blipFill>
                <a:blip r:embed="rId231"/>
                <a:stretch>
                  <a:fillRect/>
                </a:stretch>
              </p:blipFill>
              <p:spPr>
                <a:xfrm>
                  <a:off x="5270977" y="5457716"/>
                  <a:ext cx="120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67" name="Ink 166">
                  <a:extLst>
                    <a:ext uri="{FF2B5EF4-FFF2-40B4-BE49-F238E27FC236}">
                      <a16:creationId xmlns:a16="http://schemas.microsoft.com/office/drawing/2014/main" id="{2C75A911-FD3F-39BD-074D-A50607452BE5}"/>
                    </a:ext>
                  </a:extLst>
                </p14:cNvPr>
                <p14:cNvContentPartPr/>
                <p14:nvPr/>
              </p14:nvContentPartPr>
              <p14:xfrm>
                <a:off x="5564017" y="5315876"/>
                <a:ext cx="131760" cy="144720"/>
              </p14:xfrm>
            </p:contentPart>
          </mc:Choice>
          <mc:Fallback xmlns="">
            <p:pic>
              <p:nvPicPr>
                <p:cNvPr id="167" name="Ink 166">
                  <a:extLst>
                    <a:ext uri="{FF2B5EF4-FFF2-40B4-BE49-F238E27FC236}">
                      <a16:creationId xmlns:a16="http://schemas.microsoft.com/office/drawing/2014/main" id="{2C75A911-FD3F-39BD-074D-A50607452BE5}"/>
                    </a:ext>
                  </a:extLst>
                </p:cNvPr>
                <p:cNvPicPr/>
                <p:nvPr/>
              </p:nvPicPr>
              <p:blipFill>
                <a:blip r:embed="rId233"/>
                <a:stretch>
                  <a:fillRect/>
                </a:stretch>
              </p:blipFill>
              <p:spPr>
                <a:xfrm>
                  <a:off x="5555017" y="5307236"/>
                  <a:ext cx="1494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68" name="Ink 167">
                  <a:extLst>
                    <a:ext uri="{FF2B5EF4-FFF2-40B4-BE49-F238E27FC236}">
                      <a16:creationId xmlns:a16="http://schemas.microsoft.com/office/drawing/2014/main" id="{85C99573-E47B-624D-D0AA-A490093C23FC}"/>
                    </a:ext>
                  </a:extLst>
                </p14:cNvPr>
                <p14:cNvContentPartPr/>
                <p14:nvPr/>
              </p14:nvContentPartPr>
              <p14:xfrm>
                <a:off x="5801257" y="5417756"/>
                <a:ext cx="12240" cy="38520"/>
              </p14:xfrm>
            </p:contentPart>
          </mc:Choice>
          <mc:Fallback xmlns="">
            <p:pic>
              <p:nvPicPr>
                <p:cNvPr id="168" name="Ink 167">
                  <a:extLst>
                    <a:ext uri="{FF2B5EF4-FFF2-40B4-BE49-F238E27FC236}">
                      <a16:creationId xmlns:a16="http://schemas.microsoft.com/office/drawing/2014/main" id="{85C99573-E47B-624D-D0AA-A490093C23FC}"/>
                    </a:ext>
                  </a:extLst>
                </p:cNvPr>
                <p:cNvPicPr/>
                <p:nvPr/>
              </p:nvPicPr>
              <p:blipFill>
                <a:blip r:embed="rId235"/>
                <a:stretch>
                  <a:fillRect/>
                </a:stretch>
              </p:blipFill>
              <p:spPr>
                <a:xfrm>
                  <a:off x="5792257" y="5408756"/>
                  <a:ext cx="2988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69" name="Ink 168">
                  <a:extLst>
                    <a:ext uri="{FF2B5EF4-FFF2-40B4-BE49-F238E27FC236}">
                      <a16:creationId xmlns:a16="http://schemas.microsoft.com/office/drawing/2014/main" id="{849D9C65-50F8-C529-2778-2371F9EC2A98}"/>
                    </a:ext>
                  </a:extLst>
                </p14:cNvPr>
                <p14:cNvContentPartPr/>
                <p14:nvPr/>
              </p14:nvContentPartPr>
              <p14:xfrm>
                <a:off x="5978017" y="5240276"/>
                <a:ext cx="145440" cy="239040"/>
              </p14:xfrm>
            </p:contentPart>
          </mc:Choice>
          <mc:Fallback xmlns="">
            <p:pic>
              <p:nvPicPr>
                <p:cNvPr id="169" name="Ink 168">
                  <a:extLst>
                    <a:ext uri="{FF2B5EF4-FFF2-40B4-BE49-F238E27FC236}">
                      <a16:creationId xmlns:a16="http://schemas.microsoft.com/office/drawing/2014/main" id="{849D9C65-50F8-C529-2778-2371F9EC2A98}"/>
                    </a:ext>
                  </a:extLst>
                </p:cNvPr>
                <p:cNvPicPr/>
                <p:nvPr/>
              </p:nvPicPr>
              <p:blipFill>
                <a:blip r:embed="rId237"/>
                <a:stretch>
                  <a:fillRect/>
                </a:stretch>
              </p:blipFill>
              <p:spPr>
                <a:xfrm>
                  <a:off x="5969377" y="5231636"/>
                  <a:ext cx="163080" cy="256680"/>
                </a:xfrm>
                <a:prstGeom prst="rect">
                  <a:avLst/>
                </a:prstGeom>
              </p:spPr>
            </p:pic>
          </mc:Fallback>
        </mc:AlternateContent>
      </p:grpSp>
      <p:grpSp>
        <p:nvGrpSpPr>
          <p:cNvPr id="176" name="Group 175">
            <a:extLst>
              <a:ext uri="{FF2B5EF4-FFF2-40B4-BE49-F238E27FC236}">
                <a16:creationId xmlns:a16="http://schemas.microsoft.com/office/drawing/2014/main" id="{CAFD9CF2-522A-960F-5B45-8B4C03320696}"/>
              </a:ext>
            </a:extLst>
          </p:cNvPr>
          <p:cNvGrpSpPr/>
          <p:nvPr/>
        </p:nvGrpSpPr>
        <p:grpSpPr>
          <a:xfrm>
            <a:off x="3170377" y="6528356"/>
            <a:ext cx="308160" cy="154800"/>
            <a:chOff x="3170377" y="6528356"/>
            <a:chExt cx="308160" cy="154800"/>
          </a:xfrm>
        </p:grpSpPr>
        <mc:AlternateContent xmlns:mc="http://schemas.openxmlformats.org/markup-compatibility/2006" xmlns:p14="http://schemas.microsoft.com/office/powerpoint/2010/main">
          <mc:Choice Requires="p14">
            <p:contentPart p14:bwMode="auto" r:id="rId238">
              <p14:nvContentPartPr>
                <p14:cNvPr id="171" name="Ink 170">
                  <a:extLst>
                    <a:ext uri="{FF2B5EF4-FFF2-40B4-BE49-F238E27FC236}">
                      <a16:creationId xmlns:a16="http://schemas.microsoft.com/office/drawing/2014/main" id="{E74531F2-2490-9424-6413-EA9556374939}"/>
                    </a:ext>
                  </a:extLst>
                </p14:cNvPr>
                <p14:cNvContentPartPr/>
                <p14:nvPr/>
              </p14:nvContentPartPr>
              <p14:xfrm>
                <a:off x="3222577" y="6528356"/>
                <a:ext cx="12240" cy="47880"/>
              </p14:xfrm>
            </p:contentPart>
          </mc:Choice>
          <mc:Fallback xmlns="">
            <p:pic>
              <p:nvPicPr>
                <p:cNvPr id="171" name="Ink 170">
                  <a:extLst>
                    <a:ext uri="{FF2B5EF4-FFF2-40B4-BE49-F238E27FC236}">
                      <a16:creationId xmlns:a16="http://schemas.microsoft.com/office/drawing/2014/main" id="{E74531F2-2490-9424-6413-EA9556374939}"/>
                    </a:ext>
                  </a:extLst>
                </p:cNvPr>
                <p:cNvPicPr/>
                <p:nvPr/>
              </p:nvPicPr>
              <p:blipFill>
                <a:blip r:embed="rId239"/>
                <a:stretch>
                  <a:fillRect/>
                </a:stretch>
              </p:blipFill>
              <p:spPr>
                <a:xfrm>
                  <a:off x="3213937" y="6519356"/>
                  <a:ext cx="2988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72" name="Ink 171">
                  <a:extLst>
                    <a:ext uri="{FF2B5EF4-FFF2-40B4-BE49-F238E27FC236}">
                      <a16:creationId xmlns:a16="http://schemas.microsoft.com/office/drawing/2014/main" id="{8E22CE17-1A54-94E5-CC3C-8C54227EC76D}"/>
                    </a:ext>
                  </a:extLst>
                </p14:cNvPr>
                <p14:cNvContentPartPr/>
                <p14:nvPr/>
              </p14:nvContentPartPr>
              <p14:xfrm>
                <a:off x="3170377" y="6646436"/>
                <a:ext cx="25200" cy="36720"/>
              </p14:xfrm>
            </p:contentPart>
          </mc:Choice>
          <mc:Fallback xmlns="">
            <p:pic>
              <p:nvPicPr>
                <p:cNvPr id="172" name="Ink 171">
                  <a:extLst>
                    <a:ext uri="{FF2B5EF4-FFF2-40B4-BE49-F238E27FC236}">
                      <a16:creationId xmlns:a16="http://schemas.microsoft.com/office/drawing/2014/main" id="{8E22CE17-1A54-94E5-CC3C-8C54227EC76D}"/>
                    </a:ext>
                  </a:extLst>
                </p:cNvPr>
                <p:cNvPicPr/>
                <p:nvPr/>
              </p:nvPicPr>
              <p:blipFill>
                <a:blip r:embed="rId241"/>
                <a:stretch>
                  <a:fillRect/>
                </a:stretch>
              </p:blipFill>
              <p:spPr>
                <a:xfrm>
                  <a:off x="3161377" y="6637436"/>
                  <a:ext cx="4284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73" name="Ink 172">
                  <a:extLst>
                    <a:ext uri="{FF2B5EF4-FFF2-40B4-BE49-F238E27FC236}">
                      <a16:creationId xmlns:a16="http://schemas.microsoft.com/office/drawing/2014/main" id="{9BEC1249-A3EB-99D2-7D1A-57F4C8323B00}"/>
                    </a:ext>
                  </a:extLst>
                </p14:cNvPr>
                <p14:cNvContentPartPr/>
                <p14:nvPr/>
              </p14:nvContentPartPr>
              <p14:xfrm>
                <a:off x="3283777" y="6548156"/>
                <a:ext cx="16920" cy="39600"/>
              </p14:xfrm>
            </p:contentPart>
          </mc:Choice>
          <mc:Fallback xmlns="">
            <p:pic>
              <p:nvPicPr>
                <p:cNvPr id="173" name="Ink 172">
                  <a:extLst>
                    <a:ext uri="{FF2B5EF4-FFF2-40B4-BE49-F238E27FC236}">
                      <a16:creationId xmlns:a16="http://schemas.microsoft.com/office/drawing/2014/main" id="{9BEC1249-A3EB-99D2-7D1A-57F4C8323B00}"/>
                    </a:ext>
                  </a:extLst>
                </p:cNvPr>
                <p:cNvPicPr/>
                <p:nvPr/>
              </p:nvPicPr>
              <p:blipFill>
                <a:blip r:embed="rId243"/>
                <a:stretch>
                  <a:fillRect/>
                </a:stretch>
              </p:blipFill>
              <p:spPr>
                <a:xfrm>
                  <a:off x="3275137" y="6539516"/>
                  <a:ext cx="3456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74" name="Ink 173">
                  <a:extLst>
                    <a:ext uri="{FF2B5EF4-FFF2-40B4-BE49-F238E27FC236}">
                      <a16:creationId xmlns:a16="http://schemas.microsoft.com/office/drawing/2014/main" id="{69499243-123B-43A2-B77C-6C6ED48D3C7E}"/>
                    </a:ext>
                  </a:extLst>
                </p14:cNvPr>
                <p14:cNvContentPartPr/>
                <p14:nvPr/>
              </p14:nvContentPartPr>
              <p14:xfrm>
                <a:off x="3392137" y="6626636"/>
                <a:ext cx="19440" cy="12240"/>
              </p14:xfrm>
            </p:contentPart>
          </mc:Choice>
          <mc:Fallback xmlns="">
            <p:pic>
              <p:nvPicPr>
                <p:cNvPr id="174" name="Ink 173">
                  <a:extLst>
                    <a:ext uri="{FF2B5EF4-FFF2-40B4-BE49-F238E27FC236}">
                      <a16:creationId xmlns:a16="http://schemas.microsoft.com/office/drawing/2014/main" id="{69499243-123B-43A2-B77C-6C6ED48D3C7E}"/>
                    </a:ext>
                  </a:extLst>
                </p:cNvPr>
                <p:cNvPicPr/>
                <p:nvPr/>
              </p:nvPicPr>
              <p:blipFill>
                <a:blip r:embed="rId245"/>
                <a:stretch>
                  <a:fillRect/>
                </a:stretch>
              </p:blipFill>
              <p:spPr>
                <a:xfrm>
                  <a:off x="3383137" y="6617996"/>
                  <a:ext cx="3708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75" name="Ink 174">
                  <a:extLst>
                    <a:ext uri="{FF2B5EF4-FFF2-40B4-BE49-F238E27FC236}">
                      <a16:creationId xmlns:a16="http://schemas.microsoft.com/office/drawing/2014/main" id="{775E11EB-5F4C-D14D-99A6-061379D15D2E}"/>
                    </a:ext>
                  </a:extLst>
                </p14:cNvPr>
                <p14:cNvContentPartPr/>
                <p14:nvPr/>
              </p14:nvContentPartPr>
              <p14:xfrm>
                <a:off x="3470617" y="6675956"/>
                <a:ext cx="7920" cy="360"/>
              </p14:xfrm>
            </p:contentPart>
          </mc:Choice>
          <mc:Fallback xmlns="">
            <p:pic>
              <p:nvPicPr>
                <p:cNvPr id="175" name="Ink 174">
                  <a:extLst>
                    <a:ext uri="{FF2B5EF4-FFF2-40B4-BE49-F238E27FC236}">
                      <a16:creationId xmlns:a16="http://schemas.microsoft.com/office/drawing/2014/main" id="{775E11EB-5F4C-D14D-99A6-061379D15D2E}"/>
                    </a:ext>
                  </a:extLst>
                </p:cNvPr>
                <p:cNvPicPr/>
                <p:nvPr/>
              </p:nvPicPr>
              <p:blipFill>
                <a:blip r:embed="rId247"/>
                <a:stretch>
                  <a:fillRect/>
                </a:stretch>
              </p:blipFill>
              <p:spPr>
                <a:xfrm>
                  <a:off x="3461617" y="6667316"/>
                  <a:ext cx="25560" cy="18000"/>
                </a:xfrm>
                <a:prstGeom prst="rect">
                  <a:avLst/>
                </a:prstGeom>
              </p:spPr>
            </p:pic>
          </mc:Fallback>
        </mc:AlternateContent>
      </p:grpSp>
      <p:grpSp>
        <p:nvGrpSpPr>
          <p:cNvPr id="184" name="Group 183">
            <a:extLst>
              <a:ext uri="{FF2B5EF4-FFF2-40B4-BE49-F238E27FC236}">
                <a16:creationId xmlns:a16="http://schemas.microsoft.com/office/drawing/2014/main" id="{1714DB33-459E-43BB-212A-93A159F2E10B}"/>
              </a:ext>
            </a:extLst>
          </p:cNvPr>
          <p:cNvGrpSpPr/>
          <p:nvPr/>
        </p:nvGrpSpPr>
        <p:grpSpPr>
          <a:xfrm>
            <a:off x="5004577" y="3834116"/>
            <a:ext cx="1482120" cy="397800"/>
            <a:chOff x="5004577" y="3834116"/>
            <a:chExt cx="1482120" cy="397800"/>
          </a:xfrm>
        </p:grpSpPr>
        <mc:AlternateContent xmlns:mc="http://schemas.openxmlformats.org/markup-compatibility/2006" xmlns:p14="http://schemas.microsoft.com/office/powerpoint/2010/main">
          <mc:Choice Requires="p14">
            <p:contentPart p14:bwMode="auto" r:id="rId248">
              <p14:nvContentPartPr>
                <p14:cNvPr id="177" name="Ink 176">
                  <a:extLst>
                    <a:ext uri="{FF2B5EF4-FFF2-40B4-BE49-F238E27FC236}">
                      <a16:creationId xmlns:a16="http://schemas.microsoft.com/office/drawing/2014/main" id="{3B026FC4-1844-3044-D7BC-96E8EEAC7FB1}"/>
                    </a:ext>
                  </a:extLst>
                </p14:cNvPr>
                <p14:cNvContentPartPr/>
                <p14:nvPr/>
              </p14:nvContentPartPr>
              <p14:xfrm>
                <a:off x="5004577" y="4054076"/>
                <a:ext cx="7920" cy="164880"/>
              </p14:xfrm>
            </p:contentPart>
          </mc:Choice>
          <mc:Fallback xmlns="">
            <p:pic>
              <p:nvPicPr>
                <p:cNvPr id="177" name="Ink 176">
                  <a:extLst>
                    <a:ext uri="{FF2B5EF4-FFF2-40B4-BE49-F238E27FC236}">
                      <a16:creationId xmlns:a16="http://schemas.microsoft.com/office/drawing/2014/main" id="{3B026FC4-1844-3044-D7BC-96E8EEAC7FB1}"/>
                    </a:ext>
                  </a:extLst>
                </p:cNvPr>
                <p:cNvPicPr/>
                <p:nvPr/>
              </p:nvPicPr>
              <p:blipFill>
                <a:blip r:embed="rId249"/>
                <a:stretch>
                  <a:fillRect/>
                </a:stretch>
              </p:blipFill>
              <p:spPr>
                <a:xfrm>
                  <a:off x="4995577" y="4045436"/>
                  <a:ext cx="255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78" name="Ink 177">
                  <a:extLst>
                    <a:ext uri="{FF2B5EF4-FFF2-40B4-BE49-F238E27FC236}">
                      <a16:creationId xmlns:a16="http://schemas.microsoft.com/office/drawing/2014/main" id="{0FA173E3-51FB-09D2-BBE9-B1A5E6B0FFCE}"/>
                    </a:ext>
                  </a:extLst>
                </p14:cNvPr>
                <p14:cNvContentPartPr/>
                <p14:nvPr/>
              </p14:nvContentPartPr>
              <p14:xfrm>
                <a:off x="5020417" y="3989636"/>
                <a:ext cx="139320" cy="236880"/>
              </p14:xfrm>
            </p:contentPart>
          </mc:Choice>
          <mc:Fallback xmlns="">
            <p:pic>
              <p:nvPicPr>
                <p:cNvPr id="178" name="Ink 177">
                  <a:extLst>
                    <a:ext uri="{FF2B5EF4-FFF2-40B4-BE49-F238E27FC236}">
                      <a16:creationId xmlns:a16="http://schemas.microsoft.com/office/drawing/2014/main" id="{0FA173E3-51FB-09D2-BBE9-B1A5E6B0FFCE}"/>
                    </a:ext>
                  </a:extLst>
                </p:cNvPr>
                <p:cNvPicPr/>
                <p:nvPr/>
              </p:nvPicPr>
              <p:blipFill>
                <a:blip r:embed="rId251"/>
                <a:stretch>
                  <a:fillRect/>
                </a:stretch>
              </p:blipFill>
              <p:spPr>
                <a:xfrm>
                  <a:off x="5011777" y="3980996"/>
                  <a:ext cx="15696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79" name="Ink 178">
                  <a:extLst>
                    <a:ext uri="{FF2B5EF4-FFF2-40B4-BE49-F238E27FC236}">
                      <a16:creationId xmlns:a16="http://schemas.microsoft.com/office/drawing/2014/main" id="{D78616F0-0970-3B1D-4BEA-2161A4A31E6A}"/>
                    </a:ext>
                  </a:extLst>
                </p14:cNvPr>
                <p14:cNvContentPartPr/>
                <p14:nvPr/>
              </p14:nvContentPartPr>
              <p14:xfrm>
                <a:off x="5192137" y="3834116"/>
                <a:ext cx="853560" cy="397800"/>
              </p14:xfrm>
            </p:contentPart>
          </mc:Choice>
          <mc:Fallback xmlns="">
            <p:pic>
              <p:nvPicPr>
                <p:cNvPr id="179" name="Ink 178">
                  <a:extLst>
                    <a:ext uri="{FF2B5EF4-FFF2-40B4-BE49-F238E27FC236}">
                      <a16:creationId xmlns:a16="http://schemas.microsoft.com/office/drawing/2014/main" id="{D78616F0-0970-3B1D-4BEA-2161A4A31E6A}"/>
                    </a:ext>
                  </a:extLst>
                </p:cNvPr>
                <p:cNvPicPr/>
                <p:nvPr/>
              </p:nvPicPr>
              <p:blipFill>
                <a:blip r:embed="rId253"/>
                <a:stretch>
                  <a:fillRect/>
                </a:stretch>
              </p:blipFill>
              <p:spPr>
                <a:xfrm>
                  <a:off x="5183137" y="3825476"/>
                  <a:ext cx="87120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80" name="Ink 179">
                  <a:extLst>
                    <a:ext uri="{FF2B5EF4-FFF2-40B4-BE49-F238E27FC236}">
                      <a16:creationId xmlns:a16="http://schemas.microsoft.com/office/drawing/2014/main" id="{6935D713-0758-AE39-A50B-23E033057F27}"/>
                    </a:ext>
                  </a:extLst>
                </p14:cNvPr>
                <p14:cNvContentPartPr/>
                <p14:nvPr/>
              </p14:nvContentPartPr>
              <p14:xfrm>
                <a:off x="5348737" y="3991436"/>
                <a:ext cx="291960" cy="360"/>
              </p14:xfrm>
            </p:contentPart>
          </mc:Choice>
          <mc:Fallback xmlns="">
            <p:pic>
              <p:nvPicPr>
                <p:cNvPr id="180" name="Ink 179">
                  <a:extLst>
                    <a:ext uri="{FF2B5EF4-FFF2-40B4-BE49-F238E27FC236}">
                      <a16:creationId xmlns:a16="http://schemas.microsoft.com/office/drawing/2014/main" id="{6935D713-0758-AE39-A50B-23E033057F27}"/>
                    </a:ext>
                  </a:extLst>
                </p:cNvPr>
                <p:cNvPicPr/>
                <p:nvPr/>
              </p:nvPicPr>
              <p:blipFill>
                <a:blip r:embed="rId255"/>
                <a:stretch>
                  <a:fillRect/>
                </a:stretch>
              </p:blipFill>
              <p:spPr>
                <a:xfrm>
                  <a:off x="5339737" y="3982796"/>
                  <a:ext cx="3096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82" name="Ink 181">
                  <a:extLst>
                    <a:ext uri="{FF2B5EF4-FFF2-40B4-BE49-F238E27FC236}">
                      <a16:creationId xmlns:a16="http://schemas.microsoft.com/office/drawing/2014/main" id="{19761FEE-A194-041C-DF9A-85328A50C4C8}"/>
                    </a:ext>
                  </a:extLst>
                </p14:cNvPr>
                <p14:cNvContentPartPr/>
                <p14:nvPr/>
              </p14:nvContentPartPr>
              <p14:xfrm>
                <a:off x="6192577" y="4060916"/>
                <a:ext cx="138240" cy="136440"/>
              </p14:xfrm>
            </p:contentPart>
          </mc:Choice>
          <mc:Fallback xmlns="">
            <p:pic>
              <p:nvPicPr>
                <p:cNvPr id="182" name="Ink 181">
                  <a:extLst>
                    <a:ext uri="{FF2B5EF4-FFF2-40B4-BE49-F238E27FC236}">
                      <a16:creationId xmlns:a16="http://schemas.microsoft.com/office/drawing/2014/main" id="{19761FEE-A194-041C-DF9A-85328A50C4C8}"/>
                    </a:ext>
                  </a:extLst>
                </p:cNvPr>
                <p:cNvPicPr/>
                <p:nvPr/>
              </p:nvPicPr>
              <p:blipFill>
                <a:blip r:embed="rId257"/>
                <a:stretch>
                  <a:fillRect/>
                </a:stretch>
              </p:blipFill>
              <p:spPr>
                <a:xfrm>
                  <a:off x="6183577" y="4051916"/>
                  <a:ext cx="15588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83" name="Ink 182">
                  <a:extLst>
                    <a:ext uri="{FF2B5EF4-FFF2-40B4-BE49-F238E27FC236}">
                      <a16:creationId xmlns:a16="http://schemas.microsoft.com/office/drawing/2014/main" id="{48FF12F8-A52F-02B3-F29F-998E19720819}"/>
                    </a:ext>
                  </a:extLst>
                </p14:cNvPr>
                <p14:cNvContentPartPr/>
                <p14:nvPr/>
              </p14:nvContentPartPr>
              <p14:xfrm>
                <a:off x="6421897" y="4067756"/>
                <a:ext cx="64800" cy="160200"/>
              </p14:xfrm>
            </p:contentPart>
          </mc:Choice>
          <mc:Fallback xmlns="">
            <p:pic>
              <p:nvPicPr>
                <p:cNvPr id="183" name="Ink 182">
                  <a:extLst>
                    <a:ext uri="{FF2B5EF4-FFF2-40B4-BE49-F238E27FC236}">
                      <a16:creationId xmlns:a16="http://schemas.microsoft.com/office/drawing/2014/main" id="{48FF12F8-A52F-02B3-F29F-998E19720819}"/>
                    </a:ext>
                  </a:extLst>
                </p:cNvPr>
                <p:cNvPicPr/>
                <p:nvPr/>
              </p:nvPicPr>
              <p:blipFill>
                <a:blip r:embed="rId259"/>
                <a:stretch>
                  <a:fillRect/>
                </a:stretch>
              </p:blipFill>
              <p:spPr>
                <a:xfrm>
                  <a:off x="6412897" y="4059116"/>
                  <a:ext cx="82440" cy="177840"/>
                </a:xfrm>
                <a:prstGeom prst="rect">
                  <a:avLst/>
                </a:prstGeom>
              </p:spPr>
            </p:pic>
          </mc:Fallback>
        </mc:AlternateContent>
      </p:grpSp>
      <p:grpSp>
        <p:nvGrpSpPr>
          <p:cNvPr id="196" name="Group 195">
            <a:extLst>
              <a:ext uri="{FF2B5EF4-FFF2-40B4-BE49-F238E27FC236}">
                <a16:creationId xmlns:a16="http://schemas.microsoft.com/office/drawing/2014/main" id="{CB70FB1D-1D11-5E49-4229-B286BFAD2706}"/>
              </a:ext>
            </a:extLst>
          </p:cNvPr>
          <p:cNvGrpSpPr/>
          <p:nvPr/>
        </p:nvGrpSpPr>
        <p:grpSpPr>
          <a:xfrm>
            <a:off x="6757777" y="3883796"/>
            <a:ext cx="902520" cy="289440"/>
            <a:chOff x="6757777" y="3883796"/>
            <a:chExt cx="902520" cy="289440"/>
          </a:xfrm>
        </p:grpSpPr>
        <mc:AlternateContent xmlns:mc="http://schemas.openxmlformats.org/markup-compatibility/2006" xmlns:p14="http://schemas.microsoft.com/office/powerpoint/2010/main">
          <mc:Choice Requires="p14">
            <p:contentPart p14:bwMode="auto" r:id="rId260">
              <p14:nvContentPartPr>
                <p14:cNvPr id="185" name="Ink 184">
                  <a:extLst>
                    <a:ext uri="{FF2B5EF4-FFF2-40B4-BE49-F238E27FC236}">
                      <a16:creationId xmlns:a16="http://schemas.microsoft.com/office/drawing/2014/main" id="{2186C67D-FF15-044E-BD16-0ED8B45E6149}"/>
                    </a:ext>
                  </a:extLst>
                </p14:cNvPr>
                <p14:cNvContentPartPr/>
                <p14:nvPr/>
              </p14:nvContentPartPr>
              <p14:xfrm>
                <a:off x="6757777" y="3938876"/>
                <a:ext cx="165600" cy="197280"/>
              </p14:xfrm>
            </p:contentPart>
          </mc:Choice>
          <mc:Fallback xmlns="">
            <p:pic>
              <p:nvPicPr>
                <p:cNvPr id="185" name="Ink 184">
                  <a:extLst>
                    <a:ext uri="{FF2B5EF4-FFF2-40B4-BE49-F238E27FC236}">
                      <a16:creationId xmlns:a16="http://schemas.microsoft.com/office/drawing/2014/main" id="{2186C67D-FF15-044E-BD16-0ED8B45E6149}"/>
                    </a:ext>
                  </a:extLst>
                </p:cNvPr>
                <p:cNvPicPr/>
                <p:nvPr/>
              </p:nvPicPr>
              <p:blipFill>
                <a:blip r:embed="rId261"/>
                <a:stretch>
                  <a:fillRect/>
                </a:stretch>
              </p:blipFill>
              <p:spPr>
                <a:xfrm>
                  <a:off x="6749137" y="3929876"/>
                  <a:ext cx="18324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86" name="Ink 185">
                  <a:extLst>
                    <a:ext uri="{FF2B5EF4-FFF2-40B4-BE49-F238E27FC236}">
                      <a16:creationId xmlns:a16="http://schemas.microsoft.com/office/drawing/2014/main" id="{A5D9BD2A-1039-B14D-14E1-D2A4BB9C0E77}"/>
                    </a:ext>
                  </a:extLst>
                </p14:cNvPr>
                <p14:cNvContentPartPr/>
                <p14:nvPr/>
              </p14:nvContentPartPr>
              <p14:xfrm>
                <a:off x="6991417" y="3883796"/>
                <a:ext cx="97560" cy="248760"/>
              </p14:xfrm>
            </p:contentPart>
          </mc:Choice>
          <mc:Fallback xmlns="">
            <p:pic>
              <p:nvPicPr>
                <p:cNvPr id="186" name="Ink 185">
                  <a:extLst>
                    <a:ext uri="{FF2B5EF4-FFF2-40B4-BE49-F238E27FC236}">
                      <a16:creationId xmlns:a16="http://schemas.microsoft.com/office/drawing/2014/main" id="{A5D9BD2A-1039-B14D-14E1-D2A4BB9C0E77}"/>
                    </a:ext>
                  </a:extLst>
                </p:cNvPr>
                <p:cNvPicPr/>
                <p:nvPr/>
              </p:nvPicPr>
              <p:blipFill>
                <a:blip r:embed="rId263"/>
                <a:stretch>
                  <a:fillRect/>
                </a:stretch>
              </p:blipFill>
              <p:spPr>
                <a:xfrm>
                  <a:off x="6982777" y="3874796"/>
                  <a:ext cx="11520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87" name="Ink 186">
                  <a:extLst>
                    <a:ext uri="{FF2B5EF4-FFF2-40B4-BE49-F238E27FC236}">
                      <a16:creationId xmlns:a16="http://schemas.microsoft.com/office/drawing/2014/main" id="{20E4A921-BF83-307B-8308-2FBA16A1A358}"/>
                    </a:ext>
                  </a:extLst>
                </p14:cNvPr>
                <p14:cNvContentPartPr/>
                <p14:nvPr/>
              </p14:nvContentPartPr>
              <p14:xfrm>
                <a:off x="7137937" y="4011596"/>
                <a:ext cx="21600" cy="123120"/>
              </p14:xfrm>
            </p:contentPart>
          </mc:Choice>
          <mc:Fallback xmlns="">
            <p:pic>
              <p:nvPicPr>
                <p:cNvPr id="187" name="Ink 186">
                  <a:extLst>
                    <a:ext uri="{FF2B5EF4-FFF2-40B4-BE49-F238E27FC236}">
                      <a16:creationId xmlns:a16="http://schemas.microsoft.com/office/drawing/2014/main" id="{20E4A921-BF83-307B-8308-2FBA16A1A358}"/>
                    </a:ext>
                  </a:extLst>
                </p:cNvPr>
                <p:cNvPicPr/>
                <p:nvPr/>
              </p:nvPicPr>
              <p:blipFill>
                <a:blip r:embed="rId265"/>
                <a:stretch>
                  <a:fillRect/>
                </a:stretch>
              </p:blipFill>
              <p:spPr>
                <a:xfrm>
                  <a:off x="7129297" y="4002596"/>
                  <a:ext cx="392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88" name="Ink 187">
                  <a:extLst>
                    <a:ext uri="{FF2B5EF4-FFF2-40B4-BE49-F238E27FC236}">
                      <a16:creationId xmlns:a16="http://schemas.microsoft.com/office/drawing/2014/main" id="{C191B18E-6CD6-191D-15A6-50E222D76B41}"/>
                    </a:ext>
                  </a:extLst>
                </p14:cNvPr>
                <p14:cNvContentPartPr/>
                <p14:nvPr/>
              </p14:nvContentPartPr>
              <p14:xfrm>
                <a:off x="7121017" y="3971996"/>
                <a:ext cx="135720" cy="191160"/>
              </p14:xfrm>
            </p:contentPart>
          </mc:Choice>
          <mc:Fallback xmlns="">
            <p:pic>
              <p:nvPicPr>
                <p:cNvPr id="188" name="Ink 187">
                  <a:extLst>
                    <a:ext uri="{FF2B5EF4-FFF2-40B4-BE49-F238E27FC236}">
                      <a16:creationId xmlns:a16="http://schemas.microsoft.com/office/drawing/2014/main" id="{C191B18E-6CD6-191D-15A6-50E222D76B41}"/>
                    </a:ext>
                  </a:extLst>
                </p:cNvPr>
                <p:cNvPicPr/>
                <p:nvPr/>
              </p:nvPicPr>
              <p:blipFill>
                <a:blip r:embed="rId267"/>
                <a:stretch>
                  <a:fillRect/>
                </a:stretch>
              </p:blipFill>
              <p:spPr>
                <a:xfrm>
                  <a:off x="7112017" y="3962996"/>
                  <a:ext cx="15336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89" name="Ink 188">
                  <a:extLst>
                    <a:ext uri="{FF2B5EF4-FFF2-40B4-BE49-F238E27FC236}">
                      <a16:creationId xmlns:a16="http://schemas.microsoft.com/office/drawing/2014/main" id="{F998A3E1-0030-4DE6-C3E6-EB20886E7F10}"/>
                    </a:ext>
                  </a:extLst>
                </p14:cNvPr>
                <p14:cNvContentPartPr/>
                <p14:nvPr/>
              </p14:nvContentPartPr>
              <p14:xfrm>
                <a:off x="7334857" y="3883796"/>
                <a:ext cx="60840" cy="289440"/>
              </p14:xfrm>
            </p:contentPart>
          </mc:Choice>
          <mc:Fallback xmlns="">
            <p:pic>
              <p:nvPicPr>
                <p:cNvPr id="189" name="Ink 188">
                  <a:extLst>
                    <a:ext uri="{FF2B5EF4-FFF2-40B4-BE49-F238E27FC236}">
                      <a16:creationId xmlns:a16="http://schemas.microsoft.com/office/drawing/2014/main" id="{F998A3E1-0030-4DE6-C3E6-EB20886E7F10}"/>
                    </a:ext>
                  </a:extLst>
                </p:cNvPr>
                <p:cNvPicPr/>
                <p:nvPr/>
              </p:nvPicPr>
              <p:blipFill>
                <a:blip r:embed="rId269"/>
                <a:stretch>
                  <a:fillRect/>
                </a:stretch>
              </p:blipFill>
              <p:spPr>
                <a:xfrm>
                  <a:off x="7326217" y="3874796"/>
                  <a:ext cx="7848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90" name="Ink 189">
                  <a:extLst>
                    <a:ext uri="{FF2B5EF4-FFF2-40B4-BE49-F238E27FC236}">
                      <a16:creationId xmlns:a16="http://schemas.microsoft.com/office/drawing/2014/main" id="{5EEF15EF-ECD4-3892-CECD-E4E459DC7C2C}"/>
                    </a:ext>
                  </a:extLst>
                </p14:cNvPr>
                <p14:cNvContentPartPr/>
                <p14:nvPr/>
              </p14:nvContentPartPr>
              <p14:xfrm>
                <a:off x="7560577" y="4013396"/>
                <a:ext cx="69120" cy="18000"/>
              </p14:xfrm>
            </p:contentPart>
          </mc:Choice>
          <mc:Fallback xmlns="">
            <p:pic>
              <p:nvPicPr>
                <p:cNvPr id="190" name="Ink 189">
                  <a:extLst>
                    <a:ext uri="{FF2B5EF4-FFF2-40B4-BE49-F238E27FC236}">
                      <a16:creationId xmlns:a16="http://schemas.microsoft.com/office/drawing/2014/main" id="{5EEF15EF-ECD4-3892-CECD-E4E459DC7C2C}"/>
                    </a:ext>
                  </a:extLst>
                </p:cNvPr>
                <p:cNvPicPr/>
                <p:nvPr/>
              </p:nvPicPr>
              <p:blipFill>
                <a:blip r:embed="rId271"/>
                <a:stretch>
                  <a:fillRect/>
                </a:stretch>
              </p:blipFill>
              <p:spPr>
                <a:xfrm>
                  <a:off x="7551937" y="4004396"/>
                  <a:ext cx="8676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91" name="Ink 190">
                  <a:extLst>
                    <a:ext uri="{FF2B5EF4-FFF2-40B4-BE49-F238E27FC236}">
                      <a16:creationId xmlns:a16="http://schemas.microsoft.com/office/drawing/2014/main" id="{512F269C-F24D-58FE-47FE-33272824A5A8}"/>
                    </a:ext>
                  </a:extLst>
                </p14:cNvPr>
                <p14:cNvContentPartPr/>
                <p14:nvPr/>
              </p14:nvContentPartPr>
              <p14:xfrm>
                <a:off x="7531417" y="4095836"/>
                <a:ext cx="128880" cy="4320"/>
              </p14:xfrm>
            </p:contentPart>
          </mc:Choice>
          <mc:Fallback xmlns="">
            <p:pic>
              <p:nvPicPr>
                <p:cNvPr id="191" name="Ink 190">
                  <a:extLst>
                    <a:ext uri="{FF2B5EF4-FFF2-40B4-BE49-F238E27FC236}">
                      <a16:creationId xmlns:a16="http://schemas.microsoft.com/office/drawing/2014/main" id="{512F269C-F24D-58FE-47FE-33272824A5A8}"/>
                    </a:ext>
                  </a:extLst>
                </p:cNvPr>
                <p:cNvPicPr/>
                <p:nvPr/>
              </p:nvPicPr>
              <p:blipFill>
                <a:blip r:embed="rId273"/>
                <a:stretch>
                  <a:fillRect/>
                </a:stretch>
              </p:blipFill>
              <p:spPr>
                <a:xfrm>
                  <a:off x="7522417" y="4087196"/>
                  <a:ext cx="146520" cy="21960"/>
                </a:xfrm>
                <a:prstGeom prst="rect">
                  <a:avLst/>
                </a:prstGeom>
              </p:spPr>
            </p:pic>
          </mc:Fallback>
        </mc:AlternateContent>
      </p:grpSp>
      <p:grpSp>
        <p:nvGrpSpPr>
          <p:cNvPr id="195" name="Group 194">
            <a:extLst>
              <a:ext uri="{FF2B5EF4-FFF2-40B4-BE49-F238E27FC236}">
                <a16:creationId xmlns:a16="http://schemas.microsoft.com/office/drawing/2014/main" id="{81AB80C7-74C0-7160-199E-3F30BFBD67AE}"/>
              </a:ext>
            </a:extLst>
          </p:cNvPr>
          <p:cNvGrpSpPr/>
          <p:nvPr/>
        </p:nvGrpSpPr>
        <p:grpSpPr>
          <a:xfrm>
            <a:off x="7846057" y="3688676"/>
            <a:ext cx="619560" cy="434160"/>
            <a:chOff x="7846057" y="3688676"/>
            <a:chExt cx="619560" cy="434160"/>
          </a:xfrm>
        </p:grpSpPr>
        <mc:AlternateContent xmlns:mc="http://schemas.openxmlformats.org/markup-compatibility/2006" xmlns:p14="http://schemas.microsoft.com/office/powerpoint/2010/main">
          <mc:Choice Requires="p14">
            <p:contentPart p14:bwMode="auto" r:id="rId274">
              <p14:nvContentPartPr>
                <p14:cNvPr id="192" name="Ink 191">
                  <a:extLst>
                    <a:ext uri="{FF2B5EF4-FFF2-40B4-BE49-F238E27FC236}">
                      <a16:creationId xmlns:a16="http://schemas.microsoft.com/office/drawing/2014/main" id="{DE6327C9-1583-1AFD-ACFE-64826BE5D054}"/>
                    </a:ext>
                  </a:extLst>
                </p14:cNvPr>
                <p14:cNvContentPartPr/>
                <p14:nvPr/>
              </p14:nvContentPartPr>
              <p14:xfrm>
                <a:off x="7846057" y="3932396"/>
                <a:ext cx="8280" cy="151200"/>
              </p14:xfrm>
            </p:contentPart>
          </mc:Choice>
          <mc:Fallback xmlns="">
            <p:pic>
              <p:nvPicPr>
                <p:cNvPr id="192" name="Ink 191">
                  <a:extLst>
                    <a:ext uri="{FF2B5EF4-FFF2-40B4-BE49-F238E27FC236}">
                      <a16:creationId xmlns:a16="http://schemas.microsoft.com/office/drawing/2014/main" id="{DE6327C9-1583-1AFD-ACFE-64826BE5D054}"/>
                    </a:ext>
                  </a:extLst>
                </p:cNvPr>
                <p:cNvPicPr/>
                <p:nvPr/>
              </p:nvPicPr>
              <p:blipFill>
                <a:blip r:embed="rId275"/>
                <a:stretch>
                  <a:fillRect/>
                </a:stretch>
              </p:blipFill>
              <p:spPr>
                <a:xfrm>
                  <a:off x="7837057" y="3923756"/>
                  <a:ext cx="2592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93" name="Ink 192">
                  <a:extLst>
                    <a:ext uri="{FF2B5EF4-FFF2-40B4-BE49-F238E27FC236}">
                      <a16:creationId xmlns:a16="http://schemas.microsoft.com/office/drawing/2014/main" id="{80691789-B15E-B9A0-9E6E-2E79CEB79AE8}"/>
                    </a:ext>
                  </a:extLst>
                </p14:cNvPr>
                <p14:cNvContentPartPr/>
                <p14:nvPr/>
              </p14:nvContentPartPr>
              <p14:xfrm>
                <a:off x="7962337" y="3911156"/>
                <a:ext cx="185760" cy="211680"/>
              </p14:xfrm>
            </p:contentPart>
          </mc:Choice>
          <mc:Fallback xmlns="">
            <p:pic>
              <p:nvPicPr>
                <p:cNvPr id="193" name="Ink 192">
                  <a:extLst>
                    <a:ext uri="{FF2B5EF4-FFF2-40B4-BE49-F238E27FC236}">
                      <a16:creationId xmlns:a16="http://schemas.microsoft.com/office/drawing/2014/main" id="{80691789-B15E-B9A0-9E6E-2E79CEB79AE8}"/>
                    </a:ext>
                  </a:extLst>
                </p:cNvPr>
                <p:cNvPicPr/>
                <p:nvPr/>
              </p:nvPicPr>
              <p:blipFill>
                <a:blip r:embed="rId277"/>
                <a:stretch>
                  <a:fillRect/>
                </a:stretch>
              </p:blipFill>
              <p:spPr>
                <a:xfrm>
                  <a:off x="7953697" y="3902516"/>
                  <a:ext cx="20340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94" name="Ink 193">
                  <a:extLst>
                    <a:ext uri="{FF2B5EF4-FFF2-40B4-BE49-F238E27FC236}">
                      <a16:creationId xmlns:a16="http://schemas.microsoft.com/office/drawing/2014/main" id="{E056FD9A-0548-D6A9-96E6-64BE23DDFC94}"/>
                    </a:ext>
                  </a:extLst>
                </p14:cNvPr>
                <p14:cNvContentPartPr/>
                <p14:nvPr/>
              </p14:nvContentPartPr>
              <p14:xfrm>
                <a:off x="8307217" y="3688676"/>
                <a:ext cx="158400" cy="402120"/>
              </p14:xfrm>
            </p:contentPart>
          </mc:Choice>
          <mc:Fallback xmlns="">
            <p:pic>
              <p:nvPicPr>
                <p:cNvPr id="194" name="Ink 193">
                  <a:extLst>
                    <a:ext uri="{FF2B5EF4-FFF2-40B4-BE49-F238E27FC236}">
                      <a16:creationId xmlns:a16="http://schemas.microsoft.com/office/drawing/2014/main" id="{E056FD9A-0548-D6A9-96E6-64BE23DDFC94}"/>
                    </a:ext>
                  </a:extLst>
                </p:cNvPr>
                <p:cNvPicPr/>
                <p:nvPr/>
              </p:nvPicPr>
              <p:blipFill>
                <a:blip r:embed="rId279"/>
                <a:stretch>
                  <a:fillRect/>
                </a:stretch>
              </p:blipFill>
              <p:spPr>
                <a:xfrm>
                  <a:off x="8298577" y="3679676"/>
                  <a:ext cx="176040" cy="419760"/>
                </a:xfrm>
                <a:prstGeom prst="rect">
                  <a:avLst/>
                </a:prstGeom>
              </p:spPr>
            </p:pic>
          </mc:Fallback>
        </mc:AlternateContent>
      </p:grpSp>
      <p:grpSp>
        <p:nvGrpSpPr>
          <p:cNvPr id="206" name="Group 205">
            <a:extLst>
              <a:ext uri="{FF2B5EF4-FFF2-40B4-BE49-F238E27FC236}">
                <a16:creationId xmlns:a16="http://schemas.microsoft.com/office/drawing/2014/main" id="{6ECD0C06-F987-682C-48E6-C9D68D313858}"/>
              </a:ext>
            </a:extLst>
          </p:cNvPr>
          <p:cNvGrpSpPr/>
          <p:nvPr/>
        </p:nvGrpSpPr>
        <p:grpSpPr>
          <a:xfrm>
            <a:off x="6789817" y="4247396"/>
            <a:ext cx="979200" cy="347040"/>
            <a:chOff x="6789817" y="4247396"/>
            <a:chExt cx="979200" cy="347040"/>
          </a:xfrm>
        </p:grpSpPr>
        <mc:AlternateContent xmlns:mc="http://schemas.openxmlformats.org/markup-compatibility/2006" xmlns:p14="http://schemas.microsoft.com/office/powerpoint/2010/main">
          <mc:Choice Requires="p14">
            <p:contentPart p14:bwMode="auto" r:id="rId280">
              <p14:nvContentPartPr>
                <p14:cNvPr id="197" name="Ink 196">
                  <a:extLst>
                    <a:ext uri="{FF2B5EF4-FFF2-40B4-BE49-F238E27FC236}">
                      <a16:creationId xmlns:a16="http://schemas.microsoft.com/office/drawing/2014/main" id="{064D2008-5B5B-8FFC-DE79-CCDA0258B85E}"/>
                    </a:ext>
                  </a:extLst>
                </p14:cNvPr>
                <p14:cNvContentPartPr/>
                <p14:nvPr/>
              </p14:nvContentPartPr>
              <p14:xfrm>
                <a:off x="6789817" y="4247396"/>
                <a:ext cx="152280" cy="212760"/>
              </p14:xfrm>
            </p:contentPart>
          </mc:Choice>
          <mc:Fallback xmlns="">
            <p:pic>
              <p:nvPicPr>
                <p:cNvPr id="197" name="Ink 196">
                  <a:extLst>
                    <a:ext uri="{FF2B5EF4-FFF2-40B4-BE49-F238E27FC236}">
                      <a16:creationId xmlns:a16="http://schemas.microsoft.com/office/drawing/2014/main" id="{064D2008-5B5B-8FFC-DE79-CCDA0258B85E}"/>
                    </a:ext>
                  </a:extLst>
                </p:cNvPr>
                <p:cNvPicPr/>
                <p:nvPr/>
              </p:nvPicPr>
              <p:blipFill>
                <a:blip r:embed="rId281"/>
                <a:stretch>
                  <a:fillRect/>
                </a:stretch>
              </p:blipFill>
              <p:spPr>
                <a:xfrm>
                  <a:off x="6780817" y="4238756"/>
                  <a:ext cx="16992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98" name="Ink 197">
                  <a:extLst>
                    <a:ext uri="{FF2B5EF4-FFF2-40B4-BE49-F238E27FC236}">
                      <a16:creationId xmlns:a16="http://schemas.microsoft.com/office/drawing/2014/main" id="{7DBE2C66-BD84-9A11-5AFD-107956022786}"/>
                    </a:ext>
                  </a:extLst>
                </p14:cNvPr>
                <p14:cNvContentPartPr/>
                <p14:nvPr/>
              </p14:nvContentPartPr>
              <p14:xfrm>
                <a:off x="7000057" y="4286636"/>
                <a:ext cx="79200" cy="205560"/>
              </p14:xfrm>
            </p:contentPart>
          </mc:Choice>
          <mc:Fallback xmlns="">
            <p:pic>
              <p:nvPicPr>
                <p:cNvPr id="198" name="Ink 197">
                  <a:extLst>
                    <a:ext uri="{FF2B5EF4-FFF2-40B4-BE49-F238E27FC236}">
                      <a16:creationId xmlns:a16="http://schemas.microsoft.com/office/drawing/2014/main" id="{7DBE2C66-BD84-9A11-5AFD-107956022786}"/>
                    </a:ext>
                  </a:extLst>
                </p:cNvPr>
                <p:cNvPicPr/>
                <p:nvPr/>
              </p:nvPicPr>
              <p:blipFill>
                <a:blip r:embed="rId283"/>
                <a:stretch>
                  <a:fillRect/>
                </a:stretch>
              </p:blipFill>
              <p:spPr>
                <a:xfrm>
                  <a:off x="6991417" y="4277636"/>
                  <a:ext cx="9684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99" name="Ink 198">
                  <a:extLst>
                    <a:ext uri="{FF2B5EF4-FFF2-40B4-BE49-F238E27FC236}">
                      <a16:creationId xmlns:a16="http://schemas.microsoft.com/office/drawing/2014/main" id="{556B7B0F-670E-7468-8A02-B73CE9959338}"/>
                    </a:ext>
                  </a:extLst>
                </p14:cNvPr>
                <p14:cNvContentPartPr/>
                <p14:nvPr/>
              </p14:nvContentPartPr>
              <p14:xfrm>
                <a:off x="7169257" y="4350356"/>
                <a:ext cx="183960" cy="147600"/>
              </p14:xfrm>
            </p:contentPart>
          </mc:Choice>
          <mc:Fallback xmlns="">
            <p:pic>
              <p:nvPicPr>
                <p:cNvPr id="199" name="Ink 198">
                  <a:extLst>
                    <a:ext uri="{FF2B5EF4-FFF2-40B4-BE49-F238E27FC236}">
                      <a16:creationId xmlns:a16="http://schemas.microsoft.com/office/drawing/2014/main" id="{556B7B0F-670E-7468-8A02-B73CE9959338}"/>
                    </a:ext>
                  </a:extLst>
                </p:cNvPr>
                <p:cNvPicPr/>
                <p:nvPr/>
              </p:nvPicPr>
              <p:blipFill>
                <a:blip r:embed="rId285"/>
                <a:stretch>
                  <a:fillRect/>
                </a:stretch>
              </p:blipFill>
              <p:spPr>
                <a:xfrm>
                  <a:off x="7160257" y="4341356"/>
                  <a:ext cx="20160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200" name="Ink 199">
                  <a:extLst>
                    <a:ext uri="{FF2B5EF4-FFF2-40B4-BE49-F238E27FC236}">
                      <a16:creationId xmlns:a16="http://schemas.microsoft.com/office/drawing/2014/main" id="{C0CFAC79-3BB0-CA72-A85A-4146481ED750}"/>
                    </a:ext>
                  </a:extLst>
                </p14:cNvPr>
                <p14:cNvContentPartPr/>
                <p14:nvPr/>
              </p14:nvContentPartPr>
              <p14:xfrm>
                <a:off x="7423057" y="4334876"/>
                <a:ext cx="69840" cy="259560"/>
              </p14:xfrm>
            </p:contentPart>
          </mc:Choice>
          <mc:Fallback xmlns="">
            <p:pic>
              <p:nvPicPr>
                <p:cNvPr id="200" name="Ink 199">
                  <a:extLst>
                    <a:ext uri="{FF2B5EF4-FFF2-40B4-BE49-F238E27FC236}">
                      <a16:creationId xmlns:a16="http://schemas.microsoft.com/office/drawing/2014/main" id="{C0CFAC79-3BB0-CA72-A85A-4146481ED750}"/>
                    </a:ext>
                  </a:extLst>
                </p:cNvPr>
                <p:cNvPicPr/>
                <p:nvPr/>
              </p:nvPicPr>
              <p:blipFill>
                <a:blip r:embed="rId287"/>
                <a:stretch>
                  <a:fillRect/>
                </a:stretch>
              </p:blipFill>
              <p:spPr>
                <a:xfrm>
                  <a:off x="7414417" y="4326236"/>
                  <a:ext cx="87480" cy="27720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201" name="Ink 200">
                  <a:extLst>
                    <a:ext uri="{FF2B5EF4-FFF2-40B4-BE49-F238E27FC236}">
                      <a16:creationId xmlns:a16="http://schemas.microsoft.com/office/drawing/2014/main" id="{879B5380-D854-22A8-FF2F-858209982619}"/>
                    </a:ext>
                  </a:extLst>
                </p14:cNvPr>
                <p14:cNvContentPartPr/>
                <p14:nvPr/>
              </p14:nvContentPartPr>
              <p14:xfrm>
                <a:off x="7639777" y="4453316"/>
                <a:ext cx="92880" cy="10440"/>
              </p14:xfrm>
            </p:contentPart>
          </mc:Choice>
          <mc:Fallback xmlns="">
            <p:pic>
              <p:nvPicPr>
                <p:cNvPr id="201" name="Ink 200">
                  <a:extLst>
                    <a:ext uri="{FF2B5EF4-FFF2-40B4-BE49-F238E27FC236}">
                      <a16:creationId xmlns:a16="http://schemas.microsoft.com/office/drawing/2014/main" id="{879B5380-D854-22A8-FF2F-858209982619}"/>
                    </a:ext>
                  </a:extLst>
                </p:cNvPr>
                <p:cNvPicPr/>
                <p:nvPr/>
              </p:nvPicPr>
              <p:blipFill>
                <a:blip r:embed="rId289"/>
                <a:stretch>
                  <a:fillRect/>
                </a:stretch>
              </p:blipFill>
              <p:spPr>
                <a:xfrm>
                  <a:off x="7630777" y="4444676"/>
                  <a:ext cx="1105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202" name="Ink 201">
                  <a:extLst>
                    <a:ext uri="{FF2B5EF4-FFF2-40B4-BE49-F238E27FC236}">
                      <a16:creationId xmlns:a16="http://schemas.microsoft.com/office/drawing/2014/main" id="{123FA4CD-E00F-2943-D017-6B182C08089E}"/>
                    </a:ext>
                  </a:extLst>
                </p14:cNvPr>
                <p14:cNvContentPartPr/>
                <p14:nvPr/>
              </p14:nvContentPartPr>
              <p14:xfrm>
                <a:off x="7649497" y="4502996"/>
                <a:ext cx="119520" cy="360"/>
              </p14:xfrm>
            </p:contentPart>
          </mc:Choice>
          <mc:Fallback xmlns="">
            <p:pic>
              <p:nvPicPr>
                <p:cNvPr id="202" name="Ink 201">
                  <a:extLst>
                    <a:ext uri="{FF2B5EF4-FFF2-40B4-BE49-F238E27FC236}">
                      <a16:creationId xmlns:a16="http://schemas.microsoft.com/office/drawing/2014/main" id="{123FA4CD-E00F-2943-D017-6B182C08089E}"/>
                    </a:ext>
                  </a:extLst>
                </p:cNvPr>
                <p:cNvPicPr/>
                <p:nvPr/>
              </p:nvPicPr>
              <p:blipFill>
                <a:blip r:embed="rId291"/>
                <a:stretch>
                  <a:fillRect/>
                </a:stretch>
              </p:blipFill>
              <p:spPr>
                <a:xfrm>
                  <a:off x="7640497" y="4493996"/>
                  <a:ext cx="137160" cy="18000"/>
                </a:xfrm>
                <a:prstGeom prst="rect">
                  <a:avLst/>
                </a:prstGeom>
              </p:spPr>
            </p:pic>
          </mc:Fallback>
        </mc:AlternateContent>
      </p:grpSp>
      <p:grpSp>
        <p:nvGrpSpPr>
          <p:cNvPr id="205" name="Group 204">
            <a:extLst>
              <a:ext uri="{FF2B5EF4-FFF2-40B4-BE49-F238E27FC236}">
                <a16:creationId xmlns:a16="http://schemas.microsoft.com/office/drawing/2014/main" id="{333E6DE7-0078-68F0-4F49-BA83C6A12991}"/>
              </a:ext>
            </a:extLst>
          </p:cNvPr>
          <p:cNvGrpSpPr/>
          <p:nvPr/>
        </p:nvGrpSpPr>
        <p:grpSpPr>
          <a:xfrm>
            <a:off x="7993657" y="4324796"/>
            <a:ext cx="256680" cy="190080"/>
            <a:chOff x="7993657" y="4324796"/>
            <a:chExt cx="256680" cy="190080"/>
          </a:xfrm>
        </p:grpSpPr>
        <mc:AlternateContent xmlns:mc="http://schemas.openxmlformats.org/markup-compatibility/2006" xmlns:p14="http://schemas.microsoft.com/office/powerpoint/2010/main">
          <mc:Choice Requires="p14">
            <p:contentPart p14:bwMode="auto" r:id="rId292">
              <p14:nvContentPartPr>
                <p14:cNvPr id="203" name="Ink 202">
                  <a:extLst>
                    <a:ext uri="{FF2B5EF4-FFF2-40B4-BE49-F238E27FC236}">
                      <a16:creationId xmlns:a16="http://schemas.microsoft.com/office/drawing/2014/main" id="{733AC5D9-6568-2F2D-066A-23E315A49563}"/>
                    </a:ext>
                  </a:extLst>
                </p14:cNvPr>
                <p14:cNvContentPartPr/>
                <p14:nvPr/>
              </p14:nvContentPartPr>
              <p14:xfrm>
                <a:off x="7993657" y="4349636"/>
                <a:ext cx="20160" cy="151200"/>
              </p14:xfrm>
            </p:contentPart>
          </mc:Choice>
          <mc:Fallback xmlns="">
            <p:pic>
              <p:nvPicPr>
                <p:cNvPr id="203" name="Ink 202">
                  <a:extLst>
                    <a:ext uri="{FF2B5EF4-FFF2-40B4-BE49-F238E27FC236}">
                      <a16:creationId xmlns:a16="http://schemas.microsoft.com/office/drawing/2014/main" id="{733AC5D9-6568-2F2D-066A-23E315A49563}"/>
                    </a:ext>
                  </a:extLst>
                </p:cNvPr>
                <p:cNvPicPr/>
                <p:nvPr/>
              </p:nvPicPr>
              <p:blipFill>
                <a:blip r:embed="rId293"/>
                <a:stretch>
                  <a:fillRect/>
                </a:stretch>
              </p:blipFill>
              <p:spPr>
                <a:xfrm>
                  <a:off x="7984657" y="4340636"/>
                  <a:ext cx="37800" cy="168840"/>
                </a:xfrm>
                <a:prstGeom prst="rect">
                  <a:avLst/>
                </a:prstGeom>
              </p:spPr>
            </p:pic>
          </mc:Fallback>
        </mc:AlternateContent>
        <mc:AlternateContent xmlns:mc="http://schemas.openxmlformats.org/markup-compatibility/2006" xmlns:p14="http://schemas.microsoft.com/office/powerpoint/2010/main">
          <mc:Choice Requires="p14">
            <p:contentPart p14:bwMode="auto" r:id="rId294">
              <p14:nvContentPartPr>
                <p14:cNvPr id="204" name="Ink 203">
                  <a:extLst>
                    <a:ext uri="{FF2B5EF4-FFF2-40B4-BE49-F238E27FC236}">
                      <a16:creationId xmlns:a16="http://schemas.microsoft.com/office/drawing/2014/main" id="{7884260A-249A-C5DE-A6CD-9822EFC67BBB}"/>
                    </a:ext>
                  </a:extLst>
                </p14:cNvPr>
                <p14:cNvContentPartPr/>
                <p14:nvPr/>
              </p14:nvContentPartPr>
              <p14:xfrm>
                <a:off x="8126857" y="4324796"/>
                <a:ext cx="123480" cy="190080"/>
              </p14:xfrm>
            </p:contentPart>
          </mc:Choice>
          <mc:Fallback xmlns="">
            <p:pic>
              <p:nvPicPr>
                <p:cNvPr id="204" name="Ink 203">
                  <a:extLst>
                    <a:ext uri="{FF2B5EF4-FFF2-40B4-BE49-F238E27FC236}">
                      <a16:creationId xmlns:a16="http://schemas.microsoft.com/office/drawing/2014/main" id="{7884260A-249A-C5DE-A6CD-9822EFC67BBB}"/>
                    </a:ext>
                  </a:extLst>
                </p:cNvPr>
                <p:cNvPicPr/>
                <p:nvPr/>
              </p:nvPicPr>
              <p:blipFill>
                <a:blip r:embed="rId295"/>
                <a:stretch>
                  <a:fillRect/>
                </a:stretch>
              </p:blipFill>
              <p:spPr>
                <a:xfrm>
                  <a:off x="8118217" y="4315796"/>
                  <a:ext cx="141120" cy="207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6">
            <p14:nvContentPartPr>
              <p14:cNvPr id="207" name="Ink 206">
                <a:extLst>
                  <a:ext uri="{FF2B5EF4-FFF2-40B4-BE49-F238E27FC236}">
                    <a16:creationId xmlns:a16="http://schemas.microsoft.com/office/drawing/2014/main" id="{1736D555-B57C-6D01-63C0-CD89EEC8823E}"/>
                  </a:ext>
                </a:extLst>
              </p14:cNvPr>
              <p14:cNvContentPartPr/>
              <p14:nvPr/>
            </p14:nvContentPartPr>
            <p14:xfrm>
              <a:off x="4036537" y="2673836"/>
              <a:ext cx="390240" cy="20520"/>
            </p14:xfrm>
          </p:contentPart>
        </mc:Choice>
        <mc:Fallback xmlns="">
          <p:pic>
            <p:nvPicPr>
              <p:cNvPr id="207" name="Ink 206">
                <a:extLst>
                  <a:ext uri="{FF2B5EF4-FFF2-40B4-BE49-F238E27FC236}">
                    <a16:creationId xmlns:a16="http://schemas.microsoft.com/office/drawing/2014/main" id="{1736D555-B57C-6D01-63C0-CD89EEC8823E}"/>
                  </a:ext>
                </a:extLst>
              </p:cNvPr>
              <p:cNvPicPr/>
              <p:nvPr/>
            </p:nvPicPr>
            <p:blipFill>
              <a:blip r:embed="rId297"/>
              <a:stretch>
                <a:fillRect/>
              </a:stretch>
            </p:blipFill>
            <p:spPr>
              <a:xfrm>
                <a:off x="4027897" y="2664836"/>
                <a:ext cx="4078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298">
            <p14:nvContentPartPr>
              <p14:cNvPr id="208" name="Ink 207">
                <a:extLst>
                  <a:ext uri="{FF2B5EF4-FFF2-40B4-BE49-F238E27FC236}">
                    <a16:creationId xmlns:a16="http://schemas.microsoft.com/office/drawing/2014/main" id="{9D3DCC00-CA39-33A6-27E2-4F576C4A3B94}"/>
                  </a:ext>
                </a:extLst>
              </p14:cNvPr>
              <p14:cNvContentPartPr/>
              <p14:nvPr/>
            </p14:nvContentPartPr>
            <p14:xfrm>
              <a:off x="1357417" y="2240756"/>
              <a:ext cx="480960" cy="10800"/>
            </p14:xfrm>
          </p:contentPart>
        </mc:Choice>
        <mc:Fallback xmlns="">
          <p:pic>
            <p:nvPicPr>
              <p:cNvPr id="208" name="Ink 207">
                <a:extLst>
                  <a:ext uri="{FF2B5EF4-FFF2-40B4-BE49-F238E27FC236}">
                    <a16:creationId xmlns:a16="http://schemas.microsoft.com/office/drawing/2014/main" id="{9D3DCC00-CA39-33A6-27E2-4F576C4A3B94}"/>
                  </a:ext>
                </a:extLst>
              </p:cNvPr>
              <p:cNvPicPr/>
              <p:nvPr/>
            </p:nvPicPr>
            <p:blipFill>
              <a:blip r:embed="rId299"/>
              <a:stretch>
                <a:fillRect/>
              </a:stretch>
            </p:blipFill>
            <p:spPr>
              <a:xfrm>
                <a:off x="1348777" y="2232116"/>
                <a:ext cx="4986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209" name="Ink 208">
                <a:extLst>
                  <a:ext uri="{FF2B5EF4-FFF2-40B4-BE49-F238E27FC236}">
                    <a16:creationId xmlns:a16="http://schemas.microsoft.com/office/drawing/2014/main" id="{1DF582B1-6AB4-9501-B6AE-30D4A9EF9A38}"/>
                  </a:ext>
                </a:extLst>
              </p14:cNvPr>
              <p14:cNvContentPartPr/>
              <p14:nvPr/>
            </p14:nvContentPartPr>
            <p14:xfrm>
              <a:off x="2621017" y="6114716"/>
              <a:ext cx="405360" cy="40320"/>
            </p14:xfrm>
          </p:contentPart>
        </mc:Choice>
        <mc:Fallback xmlns="">
          <p:pic>
            <p:nvPicPr>
              <p:cNvPr id="209" name="Ink 208">
                <a:extLst>
                  <a:ext uri="{FF2B5EF4-FFF2-40B4-BE49-F238E27FC236}">
                    <a16:creationId xmlns:a16="http://schemas.microsoft.com/office/drawing/2014/main" id="{1DF582B1-6AB4-9501-B6AE-30D4A9EF9A38}"/>
                  </a:ext>
                </a:extLst>
              </p:cNvPr>
              <p:cNvPicPr/>
              <p:nvPr/>
            </p:nvPicPr>
            <p:blipFill>
              <a:blip r:embed="rId301"/>
              <a:stretch>
                <a:fillRect/>
              </a:stretch>
            </p:blipFill>
            <p:spPr>
              <a:xfrm>
                <a:off x="2612377" y="6106076"/>
                <a:ext cx="4230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210" name="Ink 209">
                <a:extLst>
                  <a:ext uri="{FF2B5EF4-FFF2-40B4-BE49-F238E27FC236}">
                    <a16:creationId xmlns:a16="http://schemas.microsoft.com/office/drawing/2014/main" id="{A6AA895C-19FB-FA1C-4F81-9B1B4CAE7931}"/>
                  </a:ext>
                </a:extLst>
              </p14:cNvPr>
              <p14:cNvContentPartPr/>
              <p14:nvPr/>
            </p14:nvContentPartPr>
            <p14:xfrm>
              <a:off x="2219617" y="2319956"/>
              <a:ext cx="661320" cy="445680"/>
            </p14:xfrm>
          </p:contentPart>
        </mc:Choice>
        <mc:Fallback xmlns="">
          <p:pic>
            <p:nvPicPr>
              <p:cNvPr id="210" name="Ink 209">
                <a:extLst>
                  <a:ext uri="{FF2B5EF4-FFF2-40B4-BE49-F238E27FC236}">
                    <a16:creationId xmlns:a16="http://schemas.microsoft.com/office/drawing/2014/main" id="{A6AA895C-19FB-FA1C-4F81-9B1B4CAE7931}"/>
                  </a:ext>
                </a:extLst>
              </p:cNvPr>
              <p:cNvPicPr/>
              <p:nvPr/>
            </p:nvPicPr>
            <p:blipFill>
              <a:blip r:embed="rId303"/>
              <a:stretch>
                <a:fillRect/>
              </a:stretch>
            </p:blipFill>
            <p:spPr>
              <a:xfrm>
                <a:off x="2210977" y="2311316"/>
                <a:ext cx="678960" cy="46332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211" name="Ink 210">
                <a:extLst>
                  <a:ext uri="{FF2B5EF4-FFF2-40B4-BE49-F238E27FC236}">
                    <a16:creationId xmlns:a16="http://schemas.microsoft.com/office/drawing/2014/main" id="{99C78957-2B9F-3964-A2CA-72B2B67FFEB3}"/>
                  </a:ext>
                </a:extLst>
              </p14:cNvPr>
              <p14:cNvContentPartPr/>
              <p14:nvPr/>
            </p14:nvContentPartPr>
            <p14:xfrm>
              <a:off x="3529297" y="6026516"/>
              <a:ext cx="631800" cy="425520"/>
            </p14:xfrm>
          </p:contentPart>
        </mc:Choice>
        <mc:Fallback xmlns="">
          <p:pic>
            <p:nvPicPr>
              <p:cNvPr id="211" name="Ink 210">
                <a:extLst>
                  <a:ext uri="{FF2B5EF4-FFF2-40B4-BE49-F238E27FC236}">
                    <a16:creationId xmlns:a16="http://schemas.microsoft.com/office/drawing/2014/main" id="{99C78957-2B9F-3964-A2CA-72B2B67FFEB3}"/>
                  </a:ext>
                </a:extLst>
              </p:cNvPr>
              <p:cNvPicPr/>
              <p:nvPr/>
            </p:nvPicPr>
            <p:blipFill>
              <a:blip r:embed="rId305"/>
              <a:stretch>
                <a:fillRect/>
              </a:stretch>
            </p:blipFill>
            <p:spPr>
              <a:xfrm>
                <a:off x="3520297" y="6017516"/>
                <a:ext cx="649440" cy="443160"/>
              </a:xfrm>
              <a:prstGeom prst="rect">
                <a:avLst/>
              </a:prstGeom>
            </p:spPr>
          </p:pic>
        </mc:Fallback>
      </mc:AlternateContent>
      <mc:AlternateContent xmlns:mc="http://schemas.openxmlformats.org/markup-compatibility/2006" xmlns:p14="http://schemas.microsoft.com/office/powerpoint/2010/main">
        <mc:Choice Requires="p14">
          <p:contentPart p14:bwMode="auto" r:id="rId306">
            <p14:nvContentPartPr>
              <p14:cNvPr id="212" name="Ink 211">
                <a:extLst>
                  <a:ext uri="{FF2B5EF4-FFF2-40B4-BE49-F238E27FC236}">
                    <a16:creationId xmlns:a16="http://schemas.microsoft.com/office/drawing/2014/main" id="{D2915AD8-3599-A3E3-B7A1-BFEAF3073D91}"/>
                  </a:ext>
                </a:extLst>
              </p14:cNvPr>
              <p14:cNvContentPartPr/>
              <p14:nvPr/>
            </p14:nvContentPartPr>
            <p14:xfrm>
              <a:off x="5560057" y="2289356"/>
              <a:ext cx="802800" cy="682560"/>
            </p14:xfrm>
          </p:contentPart>
        </mc:Choice>
        <mc:Fallback xmlns="">
          <p:pic>
            <p:nvPicPr>
              <p:cNvPr id="212" name="Ink 211">
                <a:extLst>
                  <a:ext uri="{FF2B5EF4-FFF2-40B4-BE49-F238E27FC236}">
                    <a16:creationId xmlns:a16="http://schemas.microsoft.com/office/drawing/2014/main" id="{D2915AD8-3599-A3E3-B7A1-BFEAF3073D91}"/>
                  </a:ext>
                </a:extLst>
              </p:cNvPr>
              <p:cNvPicPr/>
              <p:nvPr/>
            </p:nvPicPr>
            <p:blipFill>
              <a:blip r:embed="rId307"/>
              <a:stretch>
                <a:fillRect/>
              </a:stretch>
            </p:blipFill>
            <p:spPr>
              <a:xfrm>
                <a:off x="5551057" y="2280356"/>
                <a:ext cx="820440" cy="700200"/>
              </a:xfrm>
              <a:prstGeom prst="rect">
                <a:avLst/>
              </a:prstGeom>
            </p:spPr>
          </p:pic>
        </mc:Fallback>
      </mc:AlternateContent>
      <mc:AlternateContent xmlns:mc="http://schemas.openxmlformats.org/markup-compatibility/2006" xmlns:p14="http://schemas.microsoft.com/office/powerpoint/2010/main">
        <mc:Choice Requires="p14">
          <p:contentPart p14:bwMode="auto" r:id="rId308">
            <p14:nvContentPartPr>
              <p14:cNvPr id="213" name="Ink 212">
                <a:extLst>
                  <a:ext uri="{FF2B5EF4-FFF2-40B4-BE49-F238E27FC236}">
                    <a16:creationId xmlns:a16="http://schemas.microsoft.com/office/drawing/2014/main" id="{E061142C-8447-878E-2A5E-F334F34CC15F}"/>
                  </a:ext>
                </a:extLst>
              </p14:cNvPr>
              <p14:cNvContentPartPr/>
              <p14:nvPr/>
            </p14:nvContentPartPr>
            <p14:xfrm>
              <a:off x="1925857" y="1120796"/>
              <a:ext cx="693000" cy="492840"/>
            </p14:xfrm>
          </p:contentPart>
        </mc:Choice>
        <mc:Fallback xmlns="">
          <p:pic>
            <p:nvPicPr>
              <p:cNvPr id="213" name="Ink 212">
                <a:extLst>
                  <a:ext uri="{FF2B5EF4-FFF2-40B4-BE49-F238E27FC236}">
                    <a16:creationId xmlns:a16="http://schemas.microsoft.com/office/drawing/2014/main" id="{E061142C-8447-878E-2A5E-F334F34CC15F}"/>
                  </a:ext>
                </a:extLst>
              </p:cNvPr>
              <p:cNvPicPr/>
              <p:nvPr/>
            </p:nvPicPr>
            <p:blipFill>
              <a:blip r:embed="rId309"/>
              <a:stretch>
                <a:fillRect/>
              </a:stretch>
            </p:blipFill>
            <p:spPr>
              <a:xfrm>
                <a:off x="1916857" y="1112156"/>
                <a:ext cx="710640" cy="510480"/>
              </a:xfrm>
              <a:prstGeom prst="rect">
                <a:avLst/>
              </a:prstGeom>
            </p:spPr>
          </p:pic>
        </mc:Fallback>
      </mc:AlternateContent>
      <mc:AlternateContent xmlns:mc="http://schemas.openxmlformats.org/markup-compatibility/2006" xmlns:p14="http://schemas.microsoft.com/office/powerpoint/2010/main">
        <mc:Choice Requires="p14">
          <p:contentPart p14:bwMode="auto" r:id="rId310">
            <p14:nvContentPartPr>
              <p14:cNvPr id="214" name="Ink 213">
                <a:extLst>
                  <a:ext uri="{FF2B5EF4-FFF2-40B4-BE49-F238E27FC236}">
                    <a16:creationId xmlns:a16="http://schemas.microsoft.com/office/drawing/2014/main" id="{BE8BCFCB-3D5C-AFE4-6B4B-71BC732A340E}"/>
                  </a:ext>
                </a:extLst>
              </p14:cNvPr>
              <p14:cNvContentPartPr/>
              <p14:nvPr/>
            </p14:nvContentPartPr>
            <p14:xfrm>
              <a:off x="6713497" y="1364516"/>
              <a:ext cx="830880" cy="672120"/>
            </p14:xfrm>
          </p:contentPart>
        </mc:Choice>
        <mc:Fallback xmlns="">
          <p:pic>
            <p:nvPicPr>
              <p:cNvPr id="214" name="Ink 213">
                <a:extLst>
                  <a:ext uri="{FF2B5EF4-FFF2-40B4-BE49-F238E27FC236}">
                    <a16:creationId xmlns:a16="http://schemas.microsoft.com/office/drawing/2014/main" id="{BE8BCFCB-3D5C-AFE4-6B4B-71BC732A340E}"/>
                  </a:ext>
                </a:extLst>
              </p:cNvPr>
              <p:cNvPicPr/>
              <p:nvPr/>
            </p:nvPicPr>
            <p:blipFill>
              <a:blip r:embed="rId311"/>
              <a:stretch>
                <a:fillRect/>
              </a:stretch>
            </p:blipFill>
            <p:spPr>
              <a:xfrm>
                <a:off x="6704497" y="1355516"/>
                <a:ext cx="848520" cy="689760"/>
              </a:xfrm>
              <a:prstGeom prst="rect">
                <a:avLst/>
              </a:prstGeom>
            </p:spPr>
          </p:pic>
        </mc:Fallback>
      </mc:AlternateContent>
      <mc:AlternateContent xmlns:mc="http://schemas.openxmlformats.org/markup-compatibility/2006" xmlns:p14="http://schemas.microsoft.com/office/powerpoint/2010/main">
        <mc:Choice Requires="p14">
          <p:contentPart p14:bwMode="auto" r:id="rId312">
            <p14:nvContentPartPr>
              <p14:cNvPr id="215" name="Ink 214">
                <a:extLst>
                  <a:ext uri="{FF2B5EF4-FFF2-40B4-BE49-F238E27FC236}">
                    <a16:creationId xmlns:a16="http://schemas.microsoft.com/office/drawing/2014/main" id="{78ED0566-ED97-B2AF-4F5B-E7D271B80318}"/>
                  </a:ext>
                </a:extLst>
              </p14:cNvPr>
              <p14:cNvContentPartPr/>
              <p14:nvPr/>
            </p14:nvContentPartPr>
            <p14:xfrm>
              <a:off x="5483737" y="4964156"/>
              <a:ext cx="938520" cy="720360"/>
            </p14:xfrm>
          </p:contentPart>
        </mc:Choice>
        <mc:Fallback xmlns="">
          <p:pic>
            <p:nvPicPr>
              <p:cNvPr id="215" name="Ink 214">
                <a:extLst>
                  <a:ext uri="{FF2B5EF4-FFF2-40B4-BE49-F238E27FC236}">
                    <a16:creationId xmlns:a16="http://schemas.microsoft.com/office/drawing/2014/main" id="{78ED0566-ED97-B2AF-4F5B-E7D271B80318}"/>
                  </a:ext>
                </a:extLst>
              </p:cNvPr>
              <p:cNvPicPr/>
              <p:nvPr/>
            </p:nvPicPr>
            <p:blipFill>
              <a:blip r:embed="rId313"/>
              <a:stretch>
                <a:fillRect/>
              </a:stretch>
            </p:blipFill>
            <p:spPr>
              <a:xfrm>
                <a:off x="5474737" y="4955156"/>
                <a:ext cx="956160" cy="738000"/>
              </a:xfrm>
              <a:prstGeom prst="rect">
                <a:avLst/>
              </a:prstGeom>
            </p:spPr>
          </p:pic>
        </mc:Fallback>
      </mc:AlternateContent>
    </p:spTree>
    <p:extLst>
      <p:ext uri="{BB962C8B-B14F-4D97-AF65-F5344CB8AC3E}">
        <p14:creationId xmlns:p14="http://schemas.microsoft.com/office/powerpoint/2010/main" val="3814959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7800E-555E-8EA7-61EF-E6DA6A8832B4}"/>
              </a:ext>
            </a:extLst>
          </p:cNvPr>
          <p:cNvSpPr>
            <a:spLocks noGrp="1"/>
          </p:cNvSpPr>
          <p:nvPr>
            <p:ph type="title"/>
          </p:nvPr>
        </p:nvSpPr>
        <p:spPr>
          <a:xfrm>
            <a:off x="228600" y="228600"/>
            <a:ext cx="7696200" cy="693737"/>
          </a:xfrm>
        </p:spPr>
        <p:txBody>
          <a:bodyPr/>
          <a:lstStyle/>
          <a:p>
            <a:r>
              <a:rPr lang="en-US" dirty="0"/>
              <a:t>Example – 8-Queens Problem</a:t>
            </a:r>
          </a:p>
        </p:txBody>
      </p:sp>
      <p:sp>
        <p:nvSpPr>
          <p:cNvPr id="3" name="Content Placeholder 2">
            <a:extLst>
              <a:ext uri="{FF2B5EF4-FFF2-40B4-BE49-F238E27FC236}">
                <a16:creationId xmlns:a16="http://schemas.microsoft.com/office/drawing/2014/main" id="{87494379-5063-51DB-91A0-6D6C730B4849}"/>
              </a:ext>
            </a:extLst>
          </p:cNvPr>
          <p:cNvSpPr>
            <a:spLocks noGrp="1"/>
          </p:cNvSpPr>
          <p:nvPr>
            <p:ph idx="1"/>
          </p:nvPr>
        </p:nvSpPr>
        <p:spPr>
          <a:xfrm>
            <a:off x="200608" y="1066800"/>
            <a:ext cx="8305800" cy="4953000"/>
          </a:xfrm>
        </p:spPr>
        <p:txBody>
          <a:bodyPr>
            <a:normAutofit fontScale="77500" lnSpcReduction="20000"/>
          </a:bodyPr>
          <a:lstStyle/>
          <a:p>
            <a:endParaRPr lang="en-US" dirty="0"/>
          </a:p>
          <a:p>
            <a:r>
              <a:rPr lang="en-US" dirty="0"/>
              <a:t>The 8 queens problem is a classic computer science and artificial intelligence puzzle</a:t>
            </a:r>
          </a:p>
          <a:p>
            <a:r>
              <a:rPr lang="en-US" dirty="0"/>
              <a:t>Definition:</a:t>
            </a:r>
          </a:p>
          <a:p>
            <a:r>
              <a:rPr lang="en-US" dirty="0"/>
              <a:t>Place 8 queens on a standard 8×8 chessboard </a:t>
            </a:r>
            <a:r>
              <a:rPr lang="en-US" dirty="0">
                <a:solidFill>
                  <a:srgbClr val="C00000"/>
                </a:solidFill>
              </a:rPr>
              <a:t>such that no two queens attack each other. </a:t>
            </a:r>
          </a:p>
          <a:p>
            <a:r>
              <a:rPr lang="en-US" dirty="0"/>
              <a:t>This means:</a:t>
            </a:r>
          </a:p>
          <a:p>
            <a:r>
              <a:rPr lang="en-US" dirty="0"/>
              <a:t>-    No two queens are on the same row,</a:t>
            </a:r>
          </a:p>
          <a:p>
            <a:pPr marL="502920" indent="-457200">
              <a:buFontTx/>
              <a:buChar char="-"/>
            </a:pPr>
            <a:r>
              <a:rPr lang="en-US" dirty="0"/>
              <a:t>No two queens are on the same column,</a:t>
            </a:r>
          </a:p>
          <a:p>
            <a:pPr marL="502920" indent="-457200">
              <a:buFontTx/>
              <a:buChar char="-"/>
            </a:pPr>
            <a:r>
              <a:rPr lang="en-US" dirty="0"/>
              <a:t>No two queens are on the same diagonal.</a:t>
            </a:r>
          </a:p>
          <a:p>
            <a:pPr marL="502920" indent="-457200">
              <a:buFontTx/>
              <a:buChar char="-"/>
            </a:pPr>
            <a:r>
              <a:rPr lang="en-US" dirty="0" err="1"/>
              <a:t>Goal:Find</a:t>
            </a:r>
            <a:r>
              <a:rPr lang="en-US" dirty="0"/>
              <a:t> all possible arrangements (or at least one) that</a:t>
            </a:r>
          </a:p>
          <a:p>
            <a:r>
              <a:rPr lang="en-US" dirty="0"/>
              <a:t>satisfy the above constraints</a:t>
            </a:r>
          </a:p>
          <a:p>
            <a:endParaRPr lang="en-US" dirty="0"/>
          </a:p>
          <a:p>
            <a:pPr marL="502920" indent="-457200">
              <a:buFontTx/>
              <a:buChar char="-"/>
            </a:pPr>
            <a:r>
              <a:rPr lang="en-US" dirty="0">
                <a:hlinkClick r:id="rId2" action="ppaction://hlinkfile"/>
              </a:rPr>
              <a:t>8-queens using hill climbing.txt</a:t>
            </a:r>
            <a:endParaRPr lang="en-US" dirty="0"/>
          </a:p>
          <a:p>
            <a:pPr marL="502920" indent="-457200">
              <a:buFontTx/>
              <a:buChar char="-"/>
            </a:pPr>
            <a:r>
              <a:rPr lang="en-US" dirty="0">
                <a:hlinkClick r:id="rId3" action="ppaction://hlinkfile"/>
              </a:rPr>
              <a:t> 8-queens.txt</a:t>
            </a:r>
            <a:endParaRPr lang="en-US" dirty="0"/>
          </a:p>
        </p:txBody>
      </p:sp>
      <p:sp>
        <p:nvSpPr>
          <p:cNvPr id="4" name="Slide Number Placeholder 3">
            <a:extLst>
              <a:ext uri="{FF2B5EF4-FFF2-40B4-BE49-F238E27FC236}">
                <a16:creationId xmlns:a16="http://schemas.microsoft.com/office/drawing/2014/main" id="{F9B1703B-3462-42A8-1FCF-C941BA62CA07}"/>
              </a:ext>
            </a:extLst>
          </p:cNvPr>
          <p:cNvSpPr>
            <a:spLocks noGrp="1"/>
          </p:cNvSpPr>
          <p:nvPr>
            <p:ph type="sldNum" sz="quarter" idx="12"/>
          </p:nvPr>
        </p:nvSpPr>
        <p:spPr/>
        <p:txBody>
          <a:bodyPr/>
          <a:lstStyle/>
          <a:p>
            <a:fld id="{71C6F290-D301-4864-9490-340EF11588D9}" type="slidenum">
              <a:rPr lang="en-US" altLang="en-US" smtClean="0"/>
              <a:pPr/>
              <a:t>21</a:t>
            </a:fld>
            <a:endParaRPr lang="en-US" altLang="en-US" dirty="0"/>
          </a:p>
        </p:txBody>
      </p:sp>
    </p:spTree>
    <p:extLst>
      <p:ext uri="{BB962C8B-B14F-4D97-AF65-F5344CB8AC3E}">
        <p14:creationId xmlns:p14="http://schemas.microsoft.com/office/powerpoint/2010/main" val="202847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9F9B1-6191-2B5B-68F7-1C86E94EDB3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41648E-302C-695F-1ED0-9EC2B437F6C4}"/>
              </a:ext>
            </a:extLst>
          </p:cNvPr>
          <p:cNvSpPr>
            <a:spLocks noGrp="1"/>
          </p:cNvSpPr>
          <p:nvPr>
            <p:ph type="sldNum" sz="quarter" idx="12"/>
          </p:nvPr>
        </p:nvSpPr>
        <p:spPr/>
        <p:txBody>
          <a:bodyPr/>
          <a:lstStyle/>
          <a:p>
            <a:fld id="{71C6F290-D301-4864-9490-340EF11588D9}" type="slidenum">
              <a:rPr lang="en-US" altLang="en-US" smtClean="0"/>
              <a:pPr/>
              <a:t>22</a:t>
            </a:fld>
            <a:endParaRPr lang="en-US" altLang="en-US" dirty="0"/>
          </a:p>
        </p:txBody>
      </p:sp>
      <p:pic>
        <p:nvPicPr>
          <p:cNvPr id="8" name="Picture 7" descr="A blue and white checkered pattern&#10;&#10;AI-generated content may be incorrect.">
            <a:extLst>
              <a:ext uri="{FF2B5EF4-FFF2-40B4-BE49-F238E27FC236}">
                <a16:creationId xmlns:a16="http://schemas.microsoft.com/office/drawing/2014/main" id="{A5598050-2523-9EA8-05BE-9BCA9A9C25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5792" y="472792"/>
            <a:ext cx="5912416" cy="5912416"/>
          </a:xfrm>
          <a:prstGeom prst="rect">
            <a:avLst/>
          </a:prstGeom>
        </p:spPr>
      </p:pic>
    </p:spTree>
    <p:extLst>
      <p:ext uri="{BB962C8B-B14F-4D97-AF65-F5344CB8AC3E}">
        <p14:creationId xmlns:p14="http://schemas.microsoft.com/office/powerpoint/2010/main" val="2896243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E595C-89B2-459A-C9D2-5B812BED5FDF}"/>
              </a:ext>
            </a:extLst>
          </p:cNvPr>
          <p:cNvSpPr>
            <a:spLocks noGrp="1"/>
          </p:cNvSpPr>
          <p:nvPr>
            <p:ph type="title"/>
          </p:nvPr>
        </p:nvSpPr>
        <p:spPr/>
        <p:txBody>
          <a:bodyPr/>
          <a:lstStyle/>
          <a:p>
            <a:r>
              <a:rPr lang="en-US" dirty="0">
                <a:solidFill>
                  <a:srgbClr val="C00000"/>
                </a:solidFill>
              </a:rPr>
              <a:t>What is Genetic Algorithms</a:t>
            </a:r>
          </a:p>
        </p:txBody>
      </p:sp>
      <p:sp>
        <p:nvSpPr>
          <p:cNvPr id="3" name="Content Placeholder 2">
            <a:extLst>
              <a:ext uri="{FF2B5EF4-FFF2-40B4-BE49-F238E27FC236}">
                <a16:creationId xmlns:a16="http://schemas.microsoft.com/office/drawing/2014/main" id="{12744786-5933-1938-07AC-6EED1B4EDA93}"/>
              </a:ext>
            </a:extLst>
          </p:cNvPr>
          <p:cNvSpPr>
            <a:spLocks noGrp="1"/>
          </p:cNvSpPr>
          <p:nvPr>
            <p:ph idx="1"/>
          </p:nvPr>
        </p:nvSpPr>
        <p:spPr>
          <a:xfrm>
            <a:off x="628650" y="2226469"/>
            <a:ext cx="7886700" cy="3335517"/>
          </a:xfrm>
        </p:spPr>
        <p:txBody>
          <a:bodyPr/>
          <a:lstStyle/>
          <a:p>
            <a:pPr algn="just"/>
            <a:r>
              <a:rPr lang="en-US" sz="2400" dirty="0"/>
              <a:t>Genetic Algorithms (GA) are search algorithms which are based on the mechanics of selection and natural genetics. They employ the survival of the fittest strategy among string structures with a structural yet randomized information exchange to form a search algorithm with some of the innovative flair of human search.</a:t>
            </a:r>
          </a:p>
          <a:p>
            <a:endParaRPr lang="en-US" dirty="0"/>
          </a:p>
        </p:txBody>
      </p:sp>
    </p:spTree>
    <p:extLst>
      <p:ext uri="{BB962C8B-B14F-4D97-AF65-F5344CB8AC3E}">
        <p14:creationId xmlns:p14="http://schemas.microsoft.com/office/powerpoint/2010/main" val="615070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CEBB1-C523-5177-1E5A-59056D614977}"/>
              </a:ext>
            </a:extLst>
          </p:cNvPr>
          <p:cNvSpPr>
            <a:spLocks noGrp="1"/>
          </p:cNvSpPr>
          <p:nvPr>
            <p:ph type="title"/>
          </p:nvPr>
        </p:nvSpPr>
        <p:spPr>
          <a:xfrm>
            <a:off x="228600" y="228600"/>
            <a:ext cx="7696200" cy="990600"/>
          </a:xfrm>
        </p:spPr>
        <p:txBody>
          <a:bodyPr/>
          <a:lstStyle/>
          <a:p>
            <a:r>
              <a:rPr lang="en-US" dirty="0">
                <a:solidFill>
                  <a:srgbClr val="C00000"/>
                </a:solidFill>
              </a:rPr>
              <a:t>Genetic Algorithms</a:t>
            </a:r>
          </a:p>
        </p:txBody>
      </p:sp>
      <p:sp>
        <p:nvSpPr>
          <p:cNvPr id="3" name="Content Placeholder 2">
            <a:extLst>
              <a:ext uri="{FF2B5EF4-FFF2-40B4-BE49-F238E27FC236}">
                <a16:creationId xmlns:a16="http://schemas.microsoft.com/office/drawing/2014/main" id="{1768B615-58BB-489E-965A-84245A5AF20B}"/>
              </a:ext>
            </a:extLst>
          </p:cNvPr>
          <p:cNvSpPr>
            <a:spLocks noGrp="1"/>
          </p:cNvSpPr>
          <p:nvPr>
            <p:ph idx="1"/>
          </p:nvPr>
        </p:nvSpPr>
        <p:spPr>
          <a:xfrm>
            <a:off x="577031" y="1447800"/>
            <a:ext cx="7886700" cy="4114800"/>
          </a:xfrm>
        </p:spPr>
        <p:txBody>
          <a:bodyPr>
            <a:normAutofit fontScale="92500" lnSpcReduction="20000"/>
          </a:bodyPr>
          <a:lstStyle/>
          <a:p>
            <a:pPr marL="0"/>
            <a:r>
              <a:rPr lang="en-US" dirty="0"/>
              <a:t> </a:t>
            </a:r>
          </a:p>
          <a:p>
            <a:pPr marL="0"/>
            <a:r>
              <a:rPr lang="en-US" dirty="0">
                <a:solidFill>
                  <a:srgbClr val="C00000"/>
                </a:solidFill>
              </a:rPr>
              <a:t>phonotype : </a:t>
            </a:r>
            <a:r>
              <a:rPr lang="en-US" dirty="0"/>
              <a:t>the characteristics of the genes such as blood color, hair color,….</a:t>
            </a:r>
          </a:p>
          <a:p>
            <a:pPr marL="0"/>
            <a:r>
              <a:rPr lang="en-US" dirty="0">
                <a:solidFill>
                  <a:srgbClr val="C00000"/>
                </a:solidFill>
              </a:rPr>
              <a:t>Allele: </a:t>
            </a:r>
            <a:r>
              <a:rPr lang="en-US" dirty="0"/>
              <a:t>The values that can be used for the genes. </a:t>
            </a:r>
          </a:p>
          <a:p>
            <a:pPr marL="0"/>
            <a:r>
              <a:rPr lang="en-US" dirty="0">
                <a:solidFill>
                  <a:srgbClr val="C00000"/>
                </a:solidFill>
              </a:rPr>
              <a:t>Genotype : </a:t>
            </a:r>
            <a:r>
              <a:rPr lang="en-US" dirty="0"/>
              <a:t>the combination of alleles such as 00.</a:t>
            </a:r>
          </a:p>
          <a:p>
            <a:r>
              <a:rPr lang="en-US" dirty="0"/>
              <a:t>                      Genotype                phenotype</a:t>
            </a:r>
          </a:p>
          <a:p>
            <a:pPr lvl="0"/>
            <a:r>
              <a:rPr lang="en-US" dirty="0"/>
              <a:t>                          00                               O</a:t>
            </a:r>
          </a:p>
          <a:p>
            <a:r>
              <a:rPr lang="en-US" dirty="0"/>
              <a:t>                          10 or 11                      A</a:t>
            </a:r>
          </a:p>
          <a:p>
            <a:r>
              <a:rPr lang="en-US" dirty="0"/>
              <a:t>                          20 or 22                      B</a:t>
            </a:r>
          </a:p>
          <a:p>
            <a:r>
              <a:rPr lang="en-US" dirty="0"/>
              <a:t>                          21                               AB</a:t>
            </a:r>
          </a:p>
          <a:p>
            <a:endParaRPr lang="en-US" dirty="0"/>
          </a:p>
        </p:txBody>
      </p:sp>
    </p:spTree>
    <p:extLst>
      <p:ext uri="{BB962C8B-B14F-4D97-AF65-F5344CB8AC3E}">
        <p14:creationId xmlns:p14="http://schemas.microsoft.com/office/powerpoint/2010/main" val="1732211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181D9-4483-196A-8B7C-C8D1705DDA2D}"/>
              </a:ext>
            </a:extLst>
          </p:cNvPr>
          <p:cNvSpPr>
            <a:spLocks noGrp="1"/>
          </p:cNvSpPr>
          <p:nvPr>
            <p:ph type="title"/>
          </p:nvPr>
        </p:nvSpPr>
        <p:spPr>
          <a:xfrm>
            <a:off x="515272" y="304800"/>
            <a:ext cx="7886700" cy="765917"/>
          </a:xfrm>
        </p:spPr>
        <p:txBody>
          <a:bodyPr/>
          <a:lstStyle/>
          <a:p>
            <a:r>
              <a:rPr lang="en-US" dirty="0">
                <a:solidFill>
                  <a:srgbClr val="C00000"/>
                </a:solidFill>
              </a:rPr>
              <a:t>GA</a:t>
            </a:r>
          </a:p>
        </p:txBody>
      </p:sp>
      <p:sp>
        <p:nvSpPr>
          <p:cNvPr id="3" name="Content Placeholder 2">
            <a:extLst>
              <a:ext uri="{FF2B5EF4-FFF2-40B4-BE49-F238E27FC236}">
                <a16:creationId xmlns:a16="http://schemas.microsoft.com/office/drawing/2014/main" id="{6F7498E2-FEEA-1D9C-E2D3-2EE97FD09D99}"/>
              </a:ext>
            </a:extLst>
          </p:cNvPr>
          <p:cNvSpPr>
            <a:spLocks noGrp="1"/>
          </p:cNvSpPr>
          <p:nvPr>
            <p:ph idx="1"/>
          </p:nvPr>
        </p:nvSpPr>
        <p:spPr>
          <a:xfrm>
            <a:off x="628650" y="1219200"/>
            <a:ext cx="7659944" cy="4648200"/>
          </a:xfrm>
        </p:spPr>
        <p:txBody>
          <a:bodyPr/>
          <a:lstStyle/>
          <a:p>
            <a:pPr lvl="0"/>
            <a:r>
              <a:rPr lang="en-US" dirty="0"/>
              <a:t>Gas work with a coding of the parameters set, not with the parameters themselves.</a:t>
            </a:r>
          </a:p>
          <a:p>
            <a:pPr lvl="0"/>
            <a:endParaRPr lang="en-US" dirty="0"/>
          </a:p>
          <a:p>
            <a:pPr lvl="0"/>
            <a:r>
              <a:rPr lang="en-US" dirty="0"/>
              <a:t>Gas are based on the survival of the fittest.</a:t>
            </a:r>
          </a:p>
          <a:p>
            <a:pPr marL="0"/>
            <a:endParaRPr lang="en-US" dirty="0"/>
          </a:p>
          <a:p>
            <a:pPr lvl="0"/>
            <a:r>
              <a:rPr lang="en-US" dirty="0"/>
              <a:t>Gas are based on genetic operators.</a:t>
            </a:r>
          </a:p>
          <a:p>
            <a:pPr lvl="0"/>
            <a:endParaRPr lang="en-US" dirty="0"/>
          </a:p>
          <a:p>
            <a:endParaRPr lang="en-US" dirty="0"/>
          </a:p>
        </p:txBody>
      </p:sp>
    </p:spTree>
    <p:extLst>
      <p:ext uri="{BB962C8B-B14F-4D97-AF65-F5344CB8AC3E}">
        <p14:creationId xmlns:p14="http://schemas.microsoft.com/office/powerpoint/2010/main" val="277264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0CF33-AEBC-D5A0-B87F-178F53976A82}"/>
              </a:ext>
            </a:extLst>
          </p:cNvPr>
          <p:cNvSpPr>
            <a:spLocks noGrp="1"/>
          </p:cNvSpPr>
          <p:nvPr>
            <p:ph type="title"/>
          </p:nvPr>
        </p:nvSpPr>
        <p:spPr/>
        <p:txBody>
          <a:bodyPr/>
          <a:lstStyle/>
          <a:p>
            <a:r>
              <a:rPr lang="en-US" dirty="0">
                <a:solidFill>
                  <a:srgbClr val="C00000"/>
                </a:solidFill>
              </a:rPr>
              <a:t>Genetic Operators</a:t>
            </a:r>
          </a:p>
        </p:txBody>
      </p:sp>
      <p:sp>
        <p:nvSpPr>
          <p:cNvPr id="3" name="Content Placeholder 2">
            <a:extLst>
              <a:ext uri="{FF2B5EF4-FFF2-40B4-BE49-F238E27FC236}">
                <a16:creationId xmlns:a16="http://schemas.microsoft.com/office/drawing/2014/main" id="{A5550909-9826-3CEC-5A00-A7E813DD204C}"/>
              </a:ext>
            </a:extLst>
          </p:cNvPr>
          <p:cNvSpPr>
            <a:spLocks noGrp="1"/>
          </p:cNvSpPr>
          <p:nvPr>
            <p:ph idx="1"/>
          </p:nvPr>
        </p:nvSpPr>
        <p:spPr/>
        <p:txBody>
          <a:bodyPr/>
          <a:lstStyle/>
          <a:p>
            <a:r>
              <a:rPr lang="en-US" dirty="0"/>
              <a:t>There are three main genetic operators that are well known with Gas. These operators are adopted from biological genetics:</a:t>
            </a:r>
          </a:p>
          <a:p>
            <a:r>
              <a:rPr lang="en-US" dirty="0"/>
              <a:t>1. Reproduction    2. Crossover      3. Mutation</a:t>
            </a:r>
          </a:p>
          <a:p>
            <a:endParaRPr lang="en-US" dirty="0"/>
          </a:p>
        </p:txBody>
      </p:sp>
    </p:spTree>
    <p:extLst>
      <p:ext uri="{BB962C8B-B14F-4D97-AF65-F5344CB8AC3E}">
        <p14:creationId xmlns:p14="http://schemas.microsoft.com/office/powerpoint/2010/main" val="28246020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84B42-9F9F-D131-0BEF-1581BA02B4F5}"/>
              </a:ext>
            </a:extLst>
          </p:cNvPr>
          <p:cNvSpPr>
            <a:spLocks noGrp="1"/>
          </p:cNvSpPr>
          <p:nvPr>
            <p:ph type="title"/>
          </p:nvPr>
        </p:nvSpPr>
        <p:spPr/>
        <p:txBody>
          <a:bodyPr/>
          <a:lstStyle/>
          <a:p>
            <a:r>
              <a:rPr lang="en-US" b="1" dirty="0">
                <a:solidFill>
                  <a:srgbClr val="C00000"/>
                </a:solidFill>
              </a:rPr>
              <a:t>Reproduction</a:t>
            </a:r>
            <a:br>
              <a:rPr lang="en-US" dirty="0"/>
            </a:br>
            <a:endParaRPr lang="en-US" dirty="0"/>
          </a:p>
        </p:txBody>
      </p:sp>
      <p:graphicFrame>
        <p:nvGraphicFramePr>
          <p:cNvPr id="8" name="Content Placeholder 7">
            <a:extLst>
              <a:ext uri="{FF2B5EF4-FFF2-40B4-BE49-F238E27FC236}">
                <a16:creationId xmlns:a16="http://schemas.microsoft.com/office/drawing/2014/main" id="{779E07EB-9F3F-497B-435C-8DD744182742}"/>
              </a:ext>
            </a:extLst>
          </p:cNvPr>
          <p:cNvGraphicFramePr>
            <a:graphicFrameLocks noGrp="1"/>
          </p:cNvGraphicFramePr>
          <p:nvPr>
            <p:ph idx="1"/>
          </p:nvPr>
        </p:nvGraphicFramePr>
        <p:xfrm>
          <a:off x="1231490" y="1758907"/>
          <a:ext cx="5058697" cy="1965720"/>
        </p:xfrm>
        <a:graphic>
          <a:graphicData uri="http://schemas.openxmlformats.org/drawingml/2006/table">
            <a:tbl>
              <a:tblPr firstRow="1" firstCol="1" lastRow="1" lastCol="1" bandRow="1" bandCol="1"/>
              <a:tblGrid>
                <a:gridCol w="572784">
                  <a:extLst>
                    <a:ext uri="{9D8B030D-6E8A-4147-A177-3AD203B41FA5}">
                      <a16:colId xmlns:a16="http://schemas.microsoft.com/office/drawing/2014/main" val="3716694888"/>
                    </a:ext>
                  </a:extLst>
                </a:gridCol>
                <a:gridCol w="1725351">
                  <a:extLst>
                    <a:ext uri="{9D8B030D-6E8A-4147-A177-3AD203B41FA5}">
                      <a16:colId xmlns:a16="http://schemas.microsoft.com/office/drawing/2014/main" val="3209888629"/>
                    </a:ext>
                  </a:extLst>
                </a:gridCol>
                <a:gridCol w="1726162">
                  <a:extLst>
                    <a:ext uri="{9D8B030D-6E8A-4147-A177-3AD203B41FA5}">
                      <a16:colId xmlns:a16="http://schemas.microsoft.com/office/drawing/2014/main" val="1614068261"/>
                    </a:ext>
                  </a:extLst>
                </a:gridCol>
                <a:gridCol w="1034400">
                  <a:extLst>
                    <a:ext uri="{9D8B030D-6E8A-4147-A177-3AD203B41FA5}">
                      <a16:colId xmlns:a16="http://schemas.microsoft.com/office/drawing/2014/main" val="1983812697"/>
                    </a:ext>
                  </a:extLst>
                </a:gridCol>
              </a:tblGrid>
              <a:tr h="756380">
                <a:tc>
                  <a:txBody>
                    <a:bodyPr/>
                    <a:lstStyle/>
                    <a:p>
                      <a:pPr marL="0" marR="0" algn="justLow" rtl="0">
                        <a:lnSpc>
                          <a:spcPct val="107000"/>
                        </a:lnSpc>
                        <a:buNone/>
                        <a:tabLst>
                          <a:tab pos="942975" algn="l"/>
                        </a:tabLst>
                      </a:pPr>
                      <a:r>
                        <a:rPr lang="en-US" sz="2400" b="1">
                          <a:effectLst/>
                          <a:latin typeface="Times New Roman" panose="02020603050405020304" pitchFamily="18" charset="0"/>
                          <a:ea typeface="Times New Roman" panose="02020603050405020304" pitchFamily="18" charset="0"/>
                          <a:cs typeface="Arial" panose="020B0604020202020204" pitchFamily="34" charset="0"/>
                        </a:rPr>
                        <a:t>No.</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2400" b="1">
                          <a:effectLst/>
                          <a:latin typeface="Times New Roman" panose="02020603050405020304" pitchFamily="18" charset="0"/>
                          <a:ea typeface="Times New Roman" panose="02020603050405020304" pitchFamily="18" charset="0"/>
                          <a:cs typeface="Arial" panose="020B0604020202020204" pitchFamily="34" charset="0"/>
                        </a:rPr>
                        <a:t>String</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Fitness</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2400" b="1" dirty="0">
                          <a:effectLst/>
                          <a:latin typeface="Times New Roman" panose="02020603050405020304" pitchFamily="18" charset="0"/>
                          <a:ea typeface="Times New Roman" panose="02020603050405020304" pitchFamily="18" charset="0"/>
                          <a:cs typeface="Arial" panose="020B0604020202020204" pitchFamily="34" charset="0"/>
                        </a:rPr>
                        <a:t>%of total</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31258535"/>
                  </a:ext>
                </a:extLst>
              </a:tr>
              <a:tr h="241868">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1</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01101</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13</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20.3</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2549573"/>
                  </a:ext>
                </a:extLst>
              </a:tr>
              <a:tr h="241868">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2</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11000</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24</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37.5</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20815327"/>
                  </a:ext>
                </a:extLst>
              </a:tr>
              <a:tr h="241868">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3</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01000</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8</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12.5</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36365489"/>
                  </a:ext>
                </a:extLst>
              </a:tr>
              <a:tr h="241868">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4</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10011</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19</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29.7</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65105284"/>
                  </a:ext>
                </a:extLst>
              </a:tr>
              <a:tr h="241868">
                <a:tc gridSpan="2">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Total</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a:txBody>
                    <a:bodyPr/>
                    <a:lstStyle/>
                    <a:p>
                      <a:pPr marL="0" marR="0" algn="justLow" rtl="0">
                        <a:lnSpc>
                          <a:spcPct val="107000"/>
                        </a:lnSpc>
                        <a:buNone/>
                        <a:tabLst>
                          <a:tab pos="942975" algn="l"/>
                        </a:tabLst>
                      </a:pPr>
                      <a:r>
                        <a:rPr lang="en-US" sz="1200">
                          <a:effectLst/>
                          <a:latin typeface="Times New Roman" panose="02020603050405020304" pitchFamily="18" charset="0"/>
                          <a:ea typeface="Times New Roman" panose="02020603050405020304" pitchFamily="18" charset="0"/>
                          <a:cs typeface="Arial" panose="020B0604020202020204" pitchFamily="34" charset="0"/>
                        </a:rPr>
                        <a:t>64</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justLow" rtl="0">
                        <a:lnSpc>
                          <a:spcPct val="107000"/>
                        </a:lnSpc>
                        <a:buNone/>
                        <a:tabLst>
                          <a:tab pos="942975" algn="l"/>
                        </a:tabLst>
                      </a:pPr>
                      <a:r>
                        <a:rPr lang="en-US" sz="1200" dirty="0">
                          <a:effectLst/>
                          <a:latin typeface="Times New Roman" panose="02020603050405020304" pitchFamily="18" charset="0"/>
                          <a:ea typeface="Times New Roman" panose="02020603050405020304" pitchFamily="18" charset="0"/>
                          <a:cs typeface="Arial" panose="020B0604020202020204" pitchFamily="34" charset="0"/>
                        </a:rPr>
                        <a:t>100</a:t>
                      </a:r>
                    </a:p>
                  </a:txBody>
                  <a:tcPr marL="51435" marR="51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40756170"/>
                  </a:ext>
                </a:extLst>
              </a:tr>
            </a:tbl>
          </a:graphicData>
        </a:graphic>
      </p:graphicFrame>
      <p:pic>
        <p:nvPicPr>
          <p:cNvPr id="9" name="Picture 8">
            <a:extLst>
              <a:ext uri="{FF2B5EF4-FFF2-40B4-BE49-F238E27FC236}">
                <a16:creationId xmlns:a16="http://schemas.microsoft.com/office/drawing/2014/main" id="{B77BE975-9DF0-DC2A-4301-1828AE57D7EC}"/>
              </a:ext>
            </a:extLst>
          </p:cNvPr>
          <p:cNvPicPr>
            <a:picLocks noChangeAspect="1"/>
          </p:cNvPicPr>
          <p:nvPr/>
        </p:nvPicPr>
        <p:blipFill>
          <a:blip r:embed="rId2"/>
          <a:stretch>
            <a:fillRect/>
          </a:stretch>
        </p:blipFill>
        <p:spPr>
          <a:xfrm>
            <a:off x="1231490" y="3777431"/>
            <a:ext cx="5058697" cy="2131143"/>
          </a:xfrm>
          <a:prstGeom prst="rect">
            <a:avLst/>
          </a:prstGeom>
        </p:spPr>
      </p:pic>
    </p:spTree>
    <p:extLst>
      <p:ext uri="{BB962C8B-B14F-4D97-AF65-F5344CB8AC3E}">
        <p14:creationId xmlns:p14="http://schemas.microsoft.com/office/powerpoint/2010/main" val="37929763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BC16F-5E1D-A190-D7A3-9895099F3893}"/>
              </a:ext>
            </a:extLst>
          </p:cNvPr>
          <p:cNvSpPr>
            <a:spLocks noGrp="1"/>
          </p:cNvSpPr>
          <p:nvPr>
            <p:ph type="title"/>
          </p:nvPr>
        </p:nvSpPr>
        <p:spPr>
          <a:xfrm>
            <a:off x="628650" y="1013107"/>
            <a:ext cx="7886700" cy="633182"/>
          </a:xfrm>
        </p:spPr>
        <p:txBody>
          <a:bodyPr>
            <a:normAutofit fontScale="90000"/>
          </a:bodyPr>
          <a:lstStyle/>
          <a:p>
            <a:r>
              <a:rPr lang="en-US" dirty="0">
                <a:solidFill>
                  <a:srgbClr val="C00000"/>
                </a:solidFill>
              </a:rPr>
              <a:t>Crossover</a:t>
            </a:r>
            <a:br>
              <a:rPr lang="en-US" dirty="0"/>
            </a:br>
            <a:endParaRPr lang="en-US" dirty="0"/>
          </a:p>
        </p:txBody>
      </p:sp>
      <p:sp>
        <p:nvSpPr>
          <p:cNvPr id="3" name="Content Placeholder 2">
            <a:extLst>
              <a:ext uri="{FF2B5EF4-FFF2-40B4-BE49-F238E27FC236}">
                <a16:creationId xmlns:a16="http://schemas.microsoft.com/office/drawing/2014/main" id="{87EEF7E6-6EE4-0F64-7963-3DF12F97E527}"/>
              </a:ext>
            </a:extLst>
          </p:cNvPr>
          <p:cNvSpPr>
            <a:spLocks noGrp="1"/>
          </p:cNvSpPr>
          <p:nvPr>
            <p:ph idx="1"/>
          </p:nvPr>
        </p:nvSpPr>
        <p:spPr>
          <a:xfrm>
            <a:off x="628650" y="1402941"/>
            <a:ext cx="7886700" cy="4195916"/>
          </a:xfrm>
        </p:spPr>
        <p:txBody>
          <a:bodyPr>
            <a:normAutofit fontScale="77500" lnSpcReduction="20000"/>
          </a:bodyPr>
          <a:lstStyle/>
          <a:p>
            <a:pPr marL="0"/>
            <a:endParaRPr lang="en-US" dirty="0"/>
          </a:p>
          <a:p>
            <a:pPr marL="0"/>
            <a:r>
              <a:rPr lang="en-US" dirty="0"/>
              <a:t>1.	Members of the newly reproduced strings in the mating pool are mated at random.</a:t>
            </a:r>
          </a:p>
          <a:p>
            <a:pPr marL="0"/>
            <a:r>
              <a:rPr lang="en-US" dirty="0"/>
              <a:t>2.	Each pair of strings undergoes crossing over, an integer position k along the string is selected at random between 1 and the string length less one, i.e., (1,l-1).</a:t>
            </a:r>
          </a:p>
          <a:p>
            <a:pPr marL="0"/>
            <a:r>
              <a:rPr lang="en-US" dirty="0"/>
              <a:t>3.	Two new strings are created by swapping all characters between position k+1 and L inclusively.</a:t>
            </a:r>
          </a:p>
          <a:p>
            <a:pPr marL="0"/>
            <a:r>
              <a:rPr lang="en-US" b="1" dirty="0">
                <a:solidFill>
                  <a:srgbClr val="C00000"/>
                </a:solidFill>
              </a:rPr>
              <a:t>Example</a:t>
            </a:r>
          </a:p>
          <a:p>
            <a:r>
              <a:rPr lang="en-US" dirty="0"/>
              <a:t>Apply crossover for the given two chromosomes. Assume k=2</a:t>
            </a:r>
          </a:p>
          <a:p>
            <a:endParaRPr lang="en-US" dirty="0"/>
          </a:p>
          <a:p>
            <a:pPr marL="0"/>
            <a:r>
              <a:rPr lang="en-US" dirty="0"/>
              <a:t>              A1 =  10  110               A'1 = 10011</a:t>
            </a:r>
          </a:p>
          <a:p>
            <a:pPr marL="0"/>
            <a:r>
              <a:rPr lang="en-US" dirty="0"/>
              <a:t>               A2 =  01  011               A'2 = 01110</a:t>
            </a:r>
          </a:p>
          <a:p>
            <a:endParaRPr lang="en-US" dirty="0"/>
          </a:p>
        </p:txBody>
      </p:sp>
      <p:cxnSp>
        <p:nvCxnSpPr>
          <p:cNvPr id="12" name="Straight Connector 11">
            <a:extLst>
              <a:ext uri="{FF2B5EF4-FFF2-40B4-BE49-F238E27FC236}">
                <a16:creationId xmlns:a16="http://schemas.microsoft.com/office/drawing/2014/main" id="{5CEFDFDD-CB35-2D44-6CF3-F059E4BEBFBC}"/>
              </a:ext>
            </a:extLst>
          </p:cNvPr>
          <p:cNvCxnSpPr/>
          <p:nvPr/>
        </p:nvCxnSpPr>
        <p:spPr>
          <a:xfrm>
            <a:off x="2895600" y="4724400"/>
            <a:ext cx="0" cy="67842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8400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8210A-9DB2-D3BB-F1F4-8B7C71D6AA89}"/>
              </a:ext>
            </a:extLst>
          </p:cNvPr>
          <p:cNvSpPr>
            <a:spLocks noGrp="1"/>
          </p:cNvSpPr>
          <p:nvPr>
            <p:ph type="title"/>
          </p:nvPr>
        </p:nvSpPr>
        <p:spPr/>
        <p:txBody>
          <a:bodyPr/>
          <a:lstStyle/>
          <a:p>
            <a:r>
              <a:rPr lang="en-US" dirty="0">
                <a:solidFill>
                  <a:srgbClr val="C00000"/>
                </a:solidFill>
              </a:rPr>
              <a:t>Mutation</a:t>
            </a:r>
            <a:br>
              <a:rPr lang="en-US" dirty="0"/>
            </a:br>
            <a:endParaRPr lang="en-US" dirty="0"/>
          </a:p>
        </p:txBody>
      </p:sp>
      <p:sp>
        <p:nvSpPr>
          <p:cNvPr id="3" name="Content Placeholder 2">
            <a:extLst>
              <a:ext uri="{FF2B5EF4-FFF2-40B4-BE49-F238E27FC236}">
                <a16:creationId xmlns:a16="http://schemas.microsoft.com/office/drawing/2014/main" id="{D1E493A5-0496-3AE3-D5E9-6A8A2956C386}"/>
              </a:ext>
            </a:extLst>
          </p:cNvPr>
          <p:cNvSpPr>
            <a:spLocks noGrp="1"/>
          </p:cNvSpPr>
          <p:nvPr>
            <p:ph idx="1"/>
          </p:nvPr>
        </p:nvSpPr>
        <p:spPr>
          <a:xfrm>
            <a:off x="457200" y="1219200"/>
            <a:ext cx="7886700" cy="3755193"/>
          </a:xfrm>
        </p:spPr>
        <p:txBody>
          <a:bodyPr/>
          <a:lstStyle/>
          <a:p>
            <a:endParaRPr lang="en-US" dirty="0"/>
          </a:p>
          <a:p>
            <a:r>
              <a:rPr lang="en-US" dirty="0"/>
              <a:t>It simply means changing a 1 to a 0 and vice versa. Certain location within the string is selected at random and flipped.</a:t>
            </a:r>
          </a:p>
          <a:p>
            <a:r>
              <a:rPr lang="en-US" dirty="0"/>
              <a:t>Example: Apply mutation for the given string assuming that the selected location is 4.</a:t>
            </a:r>
          </a:p>
          <a:p>
            <a:r>
              <a:rPr lang="en-US" dirty="0"/>
              <a:t>A=10011    </a:t>
            </a:r>
            <a:r>
              <a:rPr lang="en-US" dirty="0">
                <a:sym typeface="Wingdings" panose="05000000000000000000" pitchFamily="2" charset="2"/>
              </a:rPr>
              <a:t></a:t>
            </a:r>
            <a:r>
              <a:rPr lang="en-US" dirty="0"/>
              <a:t>     A' = 10001</a:t>
            </a:r>
          </a:p>
          <a:p>
            <a:endParaRPr lang="en-US" dirty="0"/>
          </a:p>
        </p:txBody>
      </p:sp>
    </p:spTree>
    <p:extLst>
      <p:ext uri="{BB962C8B-B14F-4D97-AF65-F5344CB8AC3E}">
        <p14:creationId xmlns:p14="http://schemas.microsoft.com/office/powerpoint/2010/main" val="16235264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BF870-1E63-3478-33C0-16BB1ACC524A}"/>
              </a:ext>
            </a:extLst>
          </p:cNvPr>
          <p:cNvSpPr>
            <a:spLocks noGrp="1"/>
          </p:cNvSpPr>
          <p:nvPr>
            <p:ph type="title"/>
          </p:nvPr>
        </p:nvSpPr>
        <p:spPr>
          <a:xfrm>
            <a:off x="462731" y="318796"/>
            <a:ext cx="7886700" cy="367711"/>
          </a:xfrm>
        </p:spPr>
        <p:txBody>
          <a:bodyPr>
            <a:normAutofit fontScale="90000"/>
          </a:bodyPr>
          <a:lstStyle/>
          <a:p>
            <a:r>
              <a:rPr lang="en-US" dirty="0">
                <a:solidFill>
                  <a:srgbClr val="C00000"/>
                </a:solidFill>
              </a:rPr>
              <a:t>GA </a:t>
            </a:r>
            <a:r>
              <a:rPr lang="en-US" dirty="0" err="1">
                <a:solidFill>
                  <a:srgbClr val="C00000"/>
                </a:solidFill>
              </a:rPr>
              <a:t>FlowChart</a:t>
            </a:r>
            <a:endParaRPr lang="en-US" dirty="0">
              <a:solidFill>
                <a:srgbClr val="C00000"/>
              </a:solidFill>
            </a:endParaRPr>
          </a:p>
        </p:txBody>
      </p:sp>
      <p:sp>
        <p:nvSpPr>
          <p:cNvPr id="3" name="Content Placeholder 2">
            <a:extLst>
              <a:ext uri="{FF2B5EF4-FFF2-40B4-BE49-F238E27FC236}">
                <a16:creationId xmlns:a16="http://schemas.microsoft.com/office/drawing/2014/main" id="{326A18FC-2763-8778-EED9-83A37D428E03}"/>
              </a:ext>
            </a:extLst>
          </p:cNvPr>
          <p:cNvSpPr>
            <a:spLocks noGrp="1"/>
          </p:cNvSpPr>
          <p:nvPr>
            <p:ph idx="1"/>
          </p:nvPr>
        </p:nvSpPr>
        <p:spPr>
          <a:xfrm>
            <a:off x="628650" y="686507"/>
            <a:ext cx="7886700" cy="6019093"/>
          </a:xfrm>
        </p:spPr>
        <p:txBody>
          <a:bodyPr/>
          <a:lstStyle/>
          <a:p>
            <a:endParaRPr lang="en-US" dirty="0"/>
          </a:p>
        </p:txBody>
      </p:sp>
      <p:graphicFrame>
        <p:nvGraphicFramePr>
          <p:cNvPr id="4" name="Object 3">
            <a:extLst>
              <a:ext uri="{FF2B5EF4-FFF2-40B4-BE49-F238E27FC236}">
                <a16:creationId xmlns:a16="http://schemas.microsoft.com/office/drawing/2014/main" id="{45B0D0B9-63B1-8A83-E81F-0CAF77F4A5AF}"/>
              </a:ext>
            </a:extLst>
          </p:cNvPr>
          <p:cNvGraphicFramePr>
            <a:graphicFrameLocks noChangeAspect="1"/>
          </p:cNvGraphicFramePr>
          <p:nvPr>
            <p:extLst>
              <p:ext uri="{D42A27DB-BD31-4B8C-83A1-F6EECF244321}">
                <p14:modId xmlns:p14="http://schemas.microsoft.com/office/powerpoint/2010/main" val="3151129855"/>
              </p:ext>
            </p:extLst>
          </p:nvPr>
        </p:nvGraphicFramePr>
        <p:xfrm>
          <a:off x="838200" y="914400"/>
          <a:ext cx="7511231" cy="5638800"/>
        </p:xfrm>
        <a:graphic>
          <a:graphicData uri="http://schemas.openxmlformats.org/presentationml/2006/ole">
            <mc:AlternateContent xmlns:mc="http://schemas.openxmlformats.org/markup-compatibility/2006">
              <mc:Choice xmlns:v="urn:schemas-microsoft-com:vml" Requires="v">
                <p:oleObj name="Bitmap Image" r:id="rId2" imgW="7652039" imgH="8117185" progId="Paint.Picture.1">
                  <p:embed/>
                </p:oleObj>
              </mc:Choice>
              <mc:Fallback>
                <p:oleObj name="Bitmap Image" r:id="rId2" imgW="7652039" imgH="8117185" progId="Paint.Picture.1">
                  <p:embed/>
                  <p:pic>
                    <p:nvPicPr>
                      <p:cNvPr id="4" name="Object 3">
                        <a:extLst>
                          <a:ext uri="{FF2B5EF4-FFF2-40B4-BE49-F238E27FC236}">
                            <a16:creationId xmlns:a16="http://schemas.microsoft.com/office/drawing/2014/main" id="{45B0D0B9-63B1-8A83-E81F-0CAF77F4A5AF}"/>
                          </a:ext>
                        </a:extLst>
                      </p:cNvPr>
                      <p:cNvPicPr/>
                      <p:nvPr/>
                    </p:nvPicPr>
                    <p:blipFill>
                      <a:blip r:embed="rId3"/>
                      <a:stretch>
                        <a:fillRect/>
                      </a:stretch>
                    </p:blipFill>
                    <p:spPr>
                      <a:xfrm>
                        <a:off x="838200" y="914400"/>
                        <a:ext cx="7511231" cy="5638800"/>
                      </a:xfrm>
                      <a:prstGeom prst="rect">
                        <a:avLst/>
                      </a:prstGeom>
                    </p:spPr>
                  </p:pic>
                </p:oleObj>
              </mc:Fallback>
            </mc:AlternateContent>
          </a:graphicData>
        </a:graphic>
      </p:graphicFrame>
    </p:spTree>
    <p:extLst>
      <p:ext uri="{BB962C8B-B14F-4D97-AF65-F5344CB8AC3E}">
        <p14:creationId xmlns:p14="http://schemas.microsoft.com/office/powerpoint/2010/main" val="3811480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92737-6E4E-8A2B-0C6E-05EAAED17BAB}"/>
              </a:ext>
            </a:extLst>
          </p:cNvPr>
          <p:cNvSpPr>
            <a:spLocks noGrp="1"/>
          </p:cNvSpPr>
          <p:nvPr>
            <p:ph type="title"/>
          </p:nvPr>
        </p:nvSpPr>
        <p:spPr>
          <a:xfrm>
            <a:off x="628650" y="1131094"/>
            <a:ext cx="7886700" cy="577754"/>
          </a:xfrm>
        </p:spPr>
        <p:txBody>
          <a:bodyPr/>
          <a:lstStyle/>
          <a:p>
            <a:r>
              <a:rPr lang="en-US" dirty="0">
                <a:solidFill>
                  <a:srgbClr val="C00000"/>
                </a:solidFill>
              </a:rPr>
              <a:t>Traveling Sales Problem with GA</a:t>
            </a:r>
          </a:p>
        </p:txBody>
      </p:sp>
      <p:pic>
        <p:nvPicPr>
          <p:cNvPr id="4" name="Content Placeholder 3">
            <a:extLst>
              <a:ext uri="{FF2B5EF4-FFF2-40B4-BE49-F238E27FC236}">
                <a16:creationId xmlns:a16="http://schemas.microsoft.com/office/drawing/2014/main" id="{71D5C195-F606-4E22-9278-A6C5F6941898}"/>
              </a:ext>
            </a:extLst>
          </p:cNvPr>
          <p:cNvPicPr>
            <a:picLocks noGrp="1" noChangeAspect="1"/>
          </p:cNvPicPr>
          <p:nvPr>
            <p:ph idx="1"/>
          </p:nvPr>
        </p:nvPicPr>
        <p:blipFill>
          <a:blip r:embed="rId2"/>
          <a:stretch>
            <a:fillRect/>
          </a:stretch>
        </p:blipFill>
        <p:spPr>
          <a:xfrm>
            <a:off x="399423" y="1784210"/>
            <a:ext cx="8448151" cy="4069583"/>
          </a:xfrm>
          <a:prstGeom prst="rect">
            <a:avLst/>
          </a:prstGeom>
        </p:spPr>
      </p:pic>
    </p:spTree>
    <p:extLst>
      <p:ext uri="{BB962C8B-B14F-4D97-AF65-F5344CB8AC3E}">
        <p14:creationId xmlns:p14="http://schemas.microsoft.com/office/powerpoint/2010/main" val="6700691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0507B-8C45-7F6E-9DC6-EAC9FF674171}"/>
              </a:ext>
            </a:extLst>
          </p:cNvPr>
          <p:cNvSpPr>
            <a:spLocks noGrp="1"/>
          </p:cNvSpPr>
          <p:nvPr>
            <p:ph type="title"/>
          </p:nvPr>
        </p:nvSpPr>
        <p:spPr/>
        <p:txBody>
          <a:bodyPr/>
          <a:lstStyle/>
          <a:p>
            <a:r>
              <a:rPr lang="en-US" dirty="0">
                <a:solidFill>
                  <a:srgbClr val="C00000"/>
                </a:solidFill>
              </a:rPr>
              <a:t>TSP-GA Fitness Function</a:t>
            </a:r>
          </a:p>
        </p:txBody>
      </p:sp>
      <p:sp>
        <p:nvSpPr>
          <p:cNvPr id="3" name="Content Placeholder 2">
            <a:extLst>
              <a:ext uri="{FF2B5EF4-FFF2-40B4-BE49-F238E27FC236}">
                <a16:creationId xmlns:a16="http://schemas.microsoft.com/office/drawing/2014/main" id="{4E569A3D-6921-BD47-310E-CB14A38F2C0E}"/>
              </a:ext>
            </a:extLst>
          </p:cNvPr>
          <p:cNvSpPr>
            <a:spLocks noGrp="1"/>
          </p:cNvSpPr>
          <p:nvPr>
            <p:ph idx="1"/>
          </p:nvPr>
        </p:nvSpPr>
        <p:spPr>
          <a:xfrm>
            <a:off x="628650" y="2125267"/>
            <a:ext cx="7886700" cy="3495713"/>
          </a:xfrm>
        </p:spPr>
        <p:txBody>
          <a:bodyPr>
            <a:normAutofit fontScale="92500" lnSpcReduction="20000"/>
          </a:bodyPr>
          <a:lstStyle/>
          <a:p>
            <a:pPr algn="just"/>
            <a:r>
              <a:rPr lang="en-US" dirty="0"/>
              <a:t>Our objective here is to minimize the total distance of each tour. Hence, it is natural to choose a fitness function to reflect this objective, i.e., the lesser the total distance s, the more the fitness f.</a:t>
            </a:r>
          </a:p>
          <a:p>
            <a:pPr marL="0" algn="just"/>
            <a:r>
              <a:rPr lang="en-US" dirty="0"/>
              <a:t> </a:t>
            </a:r>
          </a:p>
          <a:p>
            <a:pPr algn="just"/>
            <a:r>
              <a:rPr lang="en-US" dirty="0"/>
              <a:t>Many functions we can have  f=1/s , f=1/s2  or  f = k-s, where k is a positive constant that makes f &gt;= 0. The better is the fitness function, the less is the total number of iterations required to find an optimal solution.</a:t>
            </a:r>
          </a:p>
          <a:p>
            <a:endParaRPr lang="en-US" dirty="0"/>
          </a:p>
        </p:txBody>
      </p:sp>
    </p:spTree>
    <p:extLst>
      <p:ext uri="{BB962C8B-B14F-4D97-AF65-F5344CB8AC3E}">
        <p14:creationId xmlns:p14="http://schemas.microsoft.com/office/powerpoint/2010/main" val="496638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972A7-8A8E-F24A-12B9-40684CF89A58}"/>
              </a:ext>
            </a:extLst>
          </p:cNvPr>
          <p:cNvSpPr>
            <a:spLocks noGrp="1"/>
          </p:cNvSpPr>
          <p:nvPr>
            <p:ph type="title"/>
          </p:nvPr>
        </p:nvSpPr>
        <p:spPr>
          <a:xfrm>
            <a:off x="628650" y="1131094"/>
            <a:ext cx="7886700" cy="611060"/>
          </a:xfrm>
        </p:spPr>
        <p:txBody>
          <a:bodyPr/>
          <a:lstStyle/>
          <a:p>
            <a:r>
              <a:rPr lang="en-US" dirty="0">
                <a:solidFill>
                  <a:srgbClr val="C00000"/>
                </a:solidFill>
              </a:rPr>
              <a:t>TSP-GA Crossover </a:t>
            </a:r>
          </a:p>
        </p:txBody>
      </p:sp>
      <p:sp>
        <p:nvSpPr>
          <p:cNvPr id="3" name="Content Placeholder 2">
            <a:extLst>
              <a:ext uri="{FF2B5EF4-FFF2-40B4-BE49-F238E27FC236}">
                <a16:creationId xmlns:a16="http://schemas.microsoft.com/office/drawing/2014/main" id="{4717BE63-C549-5244-82E8-0DBDEEDD1EF1}"/>
              </a:ext>
            </a:extLst>
          </p:cNvPr>
          <p:cNvSpPr>
            <a:spLocks noGrp="1"/>
          </p:cNvSpPr>
          <p:nvPr>
            <p:ph idx="1"/>
          </p:nvPr>
        </p:nvSpPr>
        <p:spPr>
          <a:xfrm>
            <a:off x="628650" y="1897011"/>
            <a:ext cx="7886700" cy="3687097"/>
          </a:xfrm>
        </p:spPr>
        <p:txBody>
          <a:bodyPr>
            <a:normAutofit fontScale="92500" lnSpcReduction="10000"/>
          </a:bodyPr>
          <a:lstStyle/>
          <a:p>
            <a:pPr marL="0" algn="just"/>
            <a:r>
              <a:rPr lang="en-US" dirty="0"/>
              <a:t>Crossover operations:</a:t>
            </a:r>
          </a:p>
          <a:p>
            <a:pPr algn="just"/>
            <a:endParaRPr lang="en-US" dirty="0"/>
          </a:p>
          <a:p>
            <a:pPr algn="just"/>
            <a:r>
              <a:rPr lang="en-US" dirty="0"/>
              <a:t>A1     A D E  B C               A  D  </a:t>
            </a:r>
            <a:r>
              <a:rPr lang="en-US" dirty="0">
                <a:solidFill>
                  <a:srgbClr val="C00000"/>
                </a:solidFill>
              </a:rPr>
              <a:t>E  </a:t>
            </a:r>
            <a:r>
              <a:rPr lang="en-US" dirty="0" err="1">
                <a:solidFill>
                  <a:srgbClr val="C00000"/>
                </a:solidFill>
              </a:rPr>
              <a:t>E</a:t>
            </a:r>
            <a:r>
              <a:rPr lang="en-US" dirty="0"/>
              <a:t>  B</a:t>
            </a:r>
          </a:p>
          <a:p>
            <a:pPr algn="just"/>
            <a:r>
              <a:rPr lang="en-US" dirty="0"/>
              <a:t>A2     A D C  E B               A  D  </a:t>
            </a:r>
            <a:r>
              <a:rPr lang="en-US" dirty="0">
                <a:solidFill>
                  <a:srgbClr val="C00000"/>
                </a:solidFill>
              </a:rPr>
              <a:t>C</a:t>
            </a:r>
            <a:r>
              <a:rPr lang="en-US" dirty="0"/>
              <a:t>  B  </a:t>
            </a:r>
            <a:r>
              <a:rPr lang="en-US" dirty="0">
                <a:solidFill>
                  <a:srgbClr val="C00000"/>
                </a:solidFill>
              </a:rPr>
              <a:t>C</a:t>
            </a:r>
          </a:p>
          <a:p>
            <a:pPr algn="just"/>
            <a:endParaRPr lang="en-US" dirty="0"/>
          </a:p>
          <a:p>
            <a:pPr algn="just"/>
            <a:r>
              <a:rPr lang="en-US" dirty="0"/>
              <a:t>The ordinary method used for crossover can not be applicable here because many a city can be repeated within the new generation. This means a special method for crossover is to be used.</a:t>
            </a:r>
          </a:p>
          <a:p>
            <a:endParaRPr lang="en-US" dirty="0"/>
          </a:p>
          <a:p>
            <a:endParaRPr lang="en-US" dirty="0"/>
          </a:p>
        </p:txBody>
      </p:sp>
      <p:cxnSp>
        <p:nvCxnSpPr>
          <p:cNvPr id="11" name="Straight Arrow Connector 10">
            <a:extLst>
              <a:ext uri="{FF2B5EF4-FFF2-40B4-BE49-F238E27FC236}">
                <a16:creationId xmlns:a16="http://schemas.microsoft.com/office/drawing/2014/main" id="{1D9DE133-452D-5C84-6786-40EB03E409FA}"/>
              </a:ext>
            </a:extLst>
          </p:cNvPr>
          <p:cNvCxnSpPr/>
          <p:nvPr/>
        </p:nvCxnSpPr>
        <p:spPr>
          <a:xfrm flipV="1">
            <a:off x="3374923" y="3070136"/>
            <a:ext cx="737419" cy="44982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F70B9BB-2103-D2FD-1287-9B27D42D7713}"/>
              </a:ext>
            </a:extLst>
          </p:cNvPr>
          <p:cNvCxnSpPr/>
          <p:nvPr/>
        </p:nvCxnSpPr>
        <p:spPr>
          <a:xfrm>
            <a:off x="3352800" y="3070136"/>
            <a:ext cx="759542" cy="4572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22454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696-5884-C211-434C-69C801FC84C6}"/>
              </a:ext>
            </a:extLst>
          </p:cNvPr>
          <p:cNvSpPr>
            <a:spLocks noGrp="1"/>
          </p:cNvSpPr>
          <p:nvPr>
            <p:ph type="title"/>
          </p:nvPr>
        </p:nvSpPr>
        <p:spPr>
          <a:xfrm>
            <a:off x="628650" y="943918"/>
            <a:ext cx="7886700" cy="333662"/>
          </a:xfrm>
        </p:spPr>
        <p:txBody>
          <a:bodyPr>
            <a:normAutofit fontScale="90000"/>
          </a:bodyPr>
          <a:lstStyle/>
          <a:p>
            <a:r>
              <a:rPr lang="en-US" dirty="0">
                <a:solidFill>
                  <a:srgbClr val="C00000"/>
                </a:solidFill>
              </a:rPr>
              <a:t>TSP-GA Crossover </a:t>
            </a:r>
          </a:p>
        </p:txBody>
      </p:sp>
      <p:pic>
        <p:nvPicPr>
          <p:cNvPr id="4" name="Content Placeholder 3">
            <a:extLst>
              <a:ext uri="{FF2B5EF4-FFF2-40B4-BE49-F238E27FC236}">
                <a16:creationId xmlns:a16="http://schemas.microsoft.com/office/drawing/2014/main" id="{AA903CCB-72CD-F74F-59E2-B7EA25E3EE16}"/>
              </a:ext>
            </a:extLst>
          </p:cNvPr>
          <p:cNvPicPr>
            <a:picLocks noGrp="1" noChangeAspect="1"/>
          </p:cNvPicPr>
          <p:nvPr>
            <p:ph idx="1"/>
          </p:nvPr>
        </p:nvPicPr>
        <p:blipFill>
          <a:blip r:embed="rId2"/>
          <a:stretch>
            <a:fillRect/>
          </a:stretch>
        </p:blipFill>
        <p:spPr>
          <a:xfrm>
            <a:off x="459712" y="1462087"/>
            <a:ext cx="7325249" cy="4451996"/>
          </a:xfrm>
          <a:prstGeom prst="rect">
            <a:avLst/>
          </a:prstGeom>
        </p:spPr>
      </p:pic>
    </p:spTree>
    <p:extLst>
      <p:ext uri="{BB962C8B-B14F-4D97-AF65-F5344CB8AC3E}">
        <p14:creationId xmlns:p14="http://schemas.microsoft.com/office/powerpoint/2010/main" val="12667540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82FC-76A2-9F35-B3A8-7D03479118FF}"/>
              </a:ext>
            </a:extLst>
          </p:cNvPr>
          <p:cNvSpPr>
            <a:spLocks noGrp="1"/>
          </p:cNvSpPr>
          <p:nvPr>
            <p:ph type="title"/>
          </p:nvPr>
        </p:nvSpPr>
        <p:spPr>
          <a:xfrm>
            <a:off x="628650" y="1131095"/>
            <a:ext cx="7886700" cy="434079"/>
          </a:xfrm>
        </p:spPr>
        <p:txBody>
          <a:bodyPr>
            <a:normAutofit fontScale="90000"/>
          </a:bodyPr>
          <a:lstStyle/>
          <a:p>
            <a:r>
              <a:rPr lang="en-US" dirty="0">
                <a:solidFill>
                  <a:srgbClr val="C00000"/>
                </a:solidFill>
              </a:rPr>
              <a:t>TSP-GA-Crossover</a:t>
            </a:r>
          </a:p>
        </p:txBody>
      </p:sp>
      <p:pic>
        <p:nvPicPr>
          <p:cNvPr id="4" name="Content Placeholder 3">
            <a:extLst>
              <a:ext uri="{FF2B5EF4-FFF2-40B4-BE49-F238E27FC236}">
                <a16:creationId xmlns:a16="http://schemas.microsoft.com/office/drawing/2014/main" id="{D42AB40A-5235-F9A9-30CB-CAEB9BB6CD36}"/>
              </a:ext>
            </a:extLst>
          </p:cNvPr>
          <p:cNvPicPr>
            <a:picLocks noGrp="1" noChangeAspect="1"/>
          </p:cNvPicPr>
          <p:nvPr>
            <p:ph idx="1"/>
          </p:nvPr>
        </p:nvPicPr>
        <p:blipFill>
          <a:blip r:embed="rId2"/>
          <a:stretch>
            <a:fillRect/>
          </a:stretch>
        </p:blipFill>
        <p:spPr>
          <a:xfrm>
            <a:off x="628650" y="1678703"/>
            <a:ext cx="8015444" cy="4182626"/>
          </a:xfrm>
          <a:prstGeom prst="rect">
            <a:avLst/>
          </a:prstGeom>
        </p:spPr>
      </p:pic>
    </p:spTree>
    <p:extLst>
      <p:ext uri="{BB962C8B-B14F-4D97-AF65-F5344CB8AC3E}">
        <p14:creationId xmlns:p14="http://schemas.microsoft.com/office/powerpoint/2010/main" val="16806590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320B2-C252-0C16-5C31-3CF40E3B5E68}"/>
              </a:ext>
            </a:extLst>
          </p:cNvPr>
          <p:cNvSpPr>
            <a:spLocks noGrp="1"/>
          </p:cNvSpPr>
          <p:nvPr>
            <p:ph type="title"/>
          </p:nvPr>
        </p:nvSpPr>
        <p:spPr>
          <a:xfrm>
            <a:off x="628650" y="1131094"/>
            <a:ext cx="7886700" cy="397208"/>
          </a:xfrm>
        </p:spPr>
        <p:txBody>
          <a:bodyPr>
            <a:normAutofit fontScale="90000"/>
          </a:bodyPr>
          <a:lstStyle/>
          <a:p>
            <a:r>
              <a:rPr lang="en-US" dirty="0">
                <a:solidFill>
                  <a:srgbClr val="C00000"/>
                </a:solidFill>
              </a:rPr>
              <a:t>TSP-GA-Crossover + Mutation</a:t>
            </a:r>
            <a:endParaRPr lang="en-US" dirty="0"/>
          </a:p>
        </p:txBody>
      </p:sp>
      <p:pic>
        <p:nvPicPr>
          <p:cNvPr id="4" name="Content Placeholder 3">
            <a:extLst>
              <a:ext uri="{FF2B5EF4-FFF2-40B4-BE49-F238E27FC236}">
                <a16:creationId xmlns:a16="http://schemas.microsoft.com/office/drawing/2014/main" id="{8205A3F3-F8BC-D9F0-4E78-2774DFAAA7D6}"/>
              </a:ext>
            </a:extLst>
          </p:cNvPr>
          <p:cNvPicPr>
            <a:picLocks noGrp="1" noChangeAspect="1"/>
          </p:cNvPicPr>
          <p:nvPr>
            <p:ph idx="1"/>
          </p:nvPr>
        </p:nvPicPr>
        <p:blipFill>
          <a:blip r:embed="rId2"/>
          <a:stretch>
            <a:fillRect/>
          </a:stretch>
        </p:blipFill>
        <p:spPr>
          <a:xfrm>
            <a:off x="628650" y="1602043"/>
            <a:ext cx="7886700" cy="4018936"/>
          </a:xfrm>
          <a:prstGeom prst="rect">
            <a:avLst/>
          </a:prstGeom>
        </p:spPr>
      </p:pic>
    </p:spTree>
    <p:extLst>
      <p:ext uri="{BB962C8B-B14F-4D97-AF65-F5344CB8AC3E}">
        <p14:creationId xmlns:p14="http://schemas.microsoft.com/office/powerpoint/2010/main" val="3805325326"/>
      </p:ext>
    </p:extLst>
  </p:cSld>
  <p:clrMapOvr>
    <a:masterClrMapping/>
  </p:clrMapOvr>
</p:sld>
</file>

<file path=ppt/theme/theme1.xml><?xml version="1.0" encoding="utf-8"?>
<a:theme xmlns:a="http://schemas.openxmlformats.org/drawingml/2006/main" name="Sales training presentation">
  <a:themeElements>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Sales Training_final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692150" marR="0" indent="-347663" algn="l" defTabSz="914400" rtl="0" eaLnBrk="1" fontAlgn="base" latinLnBrk="0" hangingPunct="1">
          <a:lnSpc>
            <a:spcPct val="100000"/>
          </a:lnSpc>
          <a:spcBef>
            <a:spcPct val="20000"/>
          </a:spcBef>
          <a:spcAft>
            <a:spcPct val="0"/>
          </a:spcAft>
          <a:buClr>
            <a:schemeClr val="accent2"/>
          </a:buClr>
          <a:buSzPct val="70000"/>
          <a:buFont typeface="Wingdings" pitchFamily="2" charset="2"/>
          <a:buChar char="l"/>
          <a:tabLst/>
          <a:defRPr kumimoji="0" lang="en-US" sz="2600" b="0" i="0" u="none" strike="noStrike" cap="none" normalizeH="0" baseline="0" smtClean="0">
            <a:ln>
              <a:noFill/>
            </a:ln>
            <a:solidFill>
              <a:schemeClr val="tx1"/>
            </a:solidFill>
            <a:effectLst/>
            <a:latin typeface="Arial" charset="0"/>
          </a:defRPr>
        </a:defPPr>
      </a:lstStyle>
    </a:lnDef>
  </a:objectDefaults>
  <a:extraClrSchemeLst>
    <a:extraClrScheme>
      <a:clrScheme name="Sales Training_final2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Sales Training_final2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Sales Training_final2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Sales Training_final2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Sales Training_final2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Sales Training_final2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Sales Training_final2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Sales Training_final2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Sales Training_final2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Sales Training_final2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Sales training presentation.potx" id="{3181A242-BAE2-485E-97E8-919259126601}" vid="{819B686A-E690-42F4-91DA-6D012EEA393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e069c64-97de-41b1-b6a5-363c07bccaa3}" enabled="1" method="Standard" siteId="{026137b5-e313-46d1-9b2f-026ecb50c842}" contentBits="0" removed="0"/>
</clbl:labelList>
</file>

<file path=docProps/app.xml><?xml version="1.0" encoding="utf-8"?>
<Properties xmlns="http://schemas.openxmlformats.org/officeDocument/2006/extended-properties" xmlns:vt="http://schemas.openxmlformats.org/officeDocument/2006/docPropsVTypes">
  <Template>Sales training slides</Template>
  <TotalTime>1681</TotalTime>
  <Words>1828</Words>
  <Application>Microsoft Office PowerPoint</Application>
  <PresentationFormat>On-screen Show (4:3)</PresentationFormat>
  <Paragraphs>294</Paragraphs>
  <Slides>36</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44" baseType="lpstr">
      <vt:lpstr>Arial</vt:lpstr>
      <vt:lpstr>Cambria</vt:lpstr>
      <vt:lpstr>Courier New</vt:lpstr>
      <vt:lpstr>source-serif-pro</vt:lpstr>
      <vt:lpstr>Times New Roman</vt:lpstr>
      <vt:lpstr>Wingdings</vt:lpstr>
      <vt:lpstr>Sales training presentation</vt:lpstr>
      <vt:lpstr>Bitmap Image</vt:lpstr>
      <vt:lpstr>Chapter 4</vt:lpstr>
      <vt:lpstr>Local Search and Optimization Problems</vt:lpstr>
      <vt:lpstr>Searching algorithms</vt:lpstr>
      <vt:lpstr>Hill Climbing Algorithm</vt:lpstr>
      <vt:lpstr>Hill climbing algorithm </vt:lpstr>
      <vt:lpstr>HC Example</vt:lpstr>
      <vt:lpstr>HC Example</vt:lpstr>
      <vt:lpstr>PowerPoint Presentation</vt:lpstr>
      <vt:lpstr>Hill Climbing Algorithm</vt:lpstr>
      <vt:lpstr>PowerPoint Presentation</vt:lpstr>
      <vt:lpstr>PowerPoint Presentation</vt:lpstr>
      <vt:lpstr>Hill Climbing Algorithm</vt:lpstr>
      <vt:lpstr>Hill Climbing Algorithm</vt:lpstr>
      <vt:lpstr>Hill Climbing Algorithm</vt:lpstr>
      <vt:lpstr>Hill Climbing Algorithm</vt:lpstr>
      <vt:lpstr>Simulated Annealing</vt:lpstr>
      <vt:lpstr>Simulated Annealing</vt:lpstr>
      <vt:lpstr>SA example</vt:lpstr>
      <vt:lpstr>Simulated annealing</vt:lpstr>
      <vt:lpstr>PowerPoint Presentation</vt:lpstr>
      <vt:lpstr>Example – 8-Queens Problem</vt:lpstr>
      <vt:lpstr>PowerPoint Presentation</vt:lpstr>
      <vt:lpstr>What is Genetic Algorithms</vt:lpstr>
      <vt:lpstr>Genetic Algorithms</vt:lpstr>
      <vt:lpstr>GA</vt:lpstr>
      <vt:lpstr>Genetic Operators</vt:lpstr>
      <vt:lpstr>Reproduction </vt:lpstr>
      <vt:lpstr>Crossover </vt:lpstr>
      <vt:lpstr>Mutation </vt:lpstr>
      <vt:lpstr>GA FlowChart</vt:lpstr>
      <vt:lpstr>Traveling Sales Problem with GA</vt:lpstr>
      <vt:lpstr>TSP-GA Fitness Function</vt:lpstr>
      <vt:lpstr>TSP-GA Crossover </vt:lpstr>
      <vt:lpstr>TSP-GA Crossover </vt:lpstr>
      <vt:lpstr>TSP-GA-Crossover</vt:lpstr>
      <vt:lpstr>TSP-GA-Crossover + Mutation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Ahmed Darwish</dc:creator>
  <cp:lastModifiedBy>Dr. NABIL M. A. HEWAHI</cp:lastModifiedBy>
  <cp:revision>403</cp:revision>
  <dcterms:created xsi:type="dcterms:W3CDTF">2025-04-22T07:31:40Z</dcterms:created>
  <dcterms:modified xsi:type="dcterms:W3CDTF">2026-03-14T12:11:37Z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