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notesMasterIdLst>
    <p:notesMasterId r:id="rId30"/>
  </p:notesMasterIdLst>
  <p:handoutMasterIdLst>
    <p:handoutMasterId r:id="rId31"/>
  </p:handoutMasterIdLst>
  <p:sldIdLst>
    <p:sldId id="349" r:id="rId2"/>
    <p:sldId id="350" r:id="rId3"/>
    <p:sldId id="351" r:id="rId4"/>
    <p:sldId id="412" r:id="rId5"/>
    <p:sldId id="413" r:id="rId6"/>
    <p:sldId id="369" r:id="rId7"/>
    <p:sldId id="414" r:id="rId8"/>
    <p:sldId id="415" r:id="rId9"/>
    <p:sldId id="416" r:id="rId10"/>
    <p:sldId id="409" r:id="rId11"/>
    <p:sldId id="417" r:id="rId12"/>
    <p:sldId id="418" r:id="rId13"/>
    <p:sldId id="419" r:id="rId14"/>
    <p:sldId id="420" r:id="rId15"/>
    <p:sldId id="421" r:id="rId16"/>
    <p:sldId id="437" r:id="rId17"/>
    <p:sldId id="422" r:id="rId18"/>
    <p:sldId id="538" r:id="rId19"/>
    <p:sldId id="427" r:id="rId20"/>
    <p:sldId id="428" r:id="rId21"/>
    <p:sldId id="429" r:id="rId22"/>
    <p:sldId id="430" r:id="rId23"/>
    <p:sldId id="431" r:id="rId24"/>
    <p:sldId id="432" r:id="rId25"/>
    <p:sldId id="433" r:id="rId26"/>
    <p:sldId id="434" r:id="rId27"/>
    <p:sldId id="435" r:id="rId28"/>
    <p:sldId id="436"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8"/>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09CAD-246C-4A95-8F29-B02AA8BC14F4}" v="64" dt="2024-02-13T09:21:30.993"/>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24" autoAdjust="0"/>
    <p:restoredTop sz="94238" autoAdjust="0"/>
  </p:normalViewPr>
  <p:slideViewPr>
    <p:cSldViewPr>
      <p:cViewPr varScale="1">
        <p:scale>
          <a:sx n="52" d="100"/>
          <a:sy n="52" d="100"/>
        </p:scale>
        <p:origin x="84" y="420"/>
      </p:cViewPr>
      <p:guideLst>
        <p:guide orient="horz" pos="2160"/>
        <p:guide pos="2880"/>
      </p:guideLst>
    </p:cSldViewPr>
  </p:slideViewPr>
  <p:outlineViewPr>
    <p:cViewPr>
      <p:scale>
        <a:sx n="33" d="100"/>
        <a:sy n="33" d="100"/>
      </p:scale>
      <p:origin x="0" y="-21876"/>
    </p:cViewPr>
  </p:outlineViewPr>
  <p:notesTextViewPr>
    <p:cViewPr>
      <p:scale>
        <a:sx n="1" d="1"/>
        <a:sy n="1" d="1"/>
      </p:scale>
      <p:origin x="0" y="0"/>
    </p:cViewPr>
  </p:notesTextViewPr>
  <p:sorterViewPr>
    <p:cViewPr>
      <p:scale>
        <a:sx n="100" d="100"/>
        <a:sy n="100" d="100"/>
      </p:scale>
      <p:origin x="0" y="-4099"/>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 FRYAD HENARI" userId="2fb9e235-c2d7-409a-bfcd-eb21f7492d83" providerId="ADAL" clId="{D4909CAD-246C-4A95-8F29-B02AA8BC14F4}"/>
    <pc:docChg chg="undo redo custSel addSld delSld modSld modMainMaster">
      <pc:chgData name="TARA FRYAD HENARI" userId="2fb9e235-c2d7-409a-bfcd-eb21f7492d83" providerId="ADAL" clId="{D4909CAD-246C-4A95-8F29-B02AA8BC14F4}" dt="2024-02-13T09:26:59.552" v="548" actId="27636"/>
      <pc:docMkLst>
        <pc:docMk/>
      </pc:docMkLst>
      <pc:sldChg chg="addSp delSp modSp mod">
        <pc:chgData name="TARA FRYAD HENARI" userId="2fb9e235-c2d7-409a-bfcd-eb21f7492d83" providerId="ADAL" clId="{D4909CAD-246C-4A95-8F29-B02AA8BC14F4}" dt="2024-02-12T09:22:55.206" v="66" actId="14100"/>
        <pc:sldMkLst>
          <pc:docMk/>
          <pc:sldMk cId="0" sldId="349"/>
        </pc:sldMkLst>
        <pc:spChg chg="add del mod">
          <ac:chgData name="TARA FRYAD HENARI" userId="2fb9e235-c2d7-409a-bfcd-eb21f7492d83" providerId="ADAL" clId="{D4909CAD-246C-4A95-8F29-B02AA8BC14F4}" dt="2024-02-12T09:21:23.116" v="49" actId="478"/>
          <ac:spMkLst>
            <pc:docMk/>
            <pc:sldMk cId="0" sldId="349"/>
            <ac:spMk id="3" creationId="{EEC762AB-9B8A-B828-0571-D2A6445214EA}"/>
          </ac:spMkLst>
        </pc:spChg>
        <pc:spChg chg="add del">
          <ac:chgData name="TARA FRYAD HENARI" userId="2fb9e235-c2d7-409a-bfcd-eb21f7492d83" providerId="ADAL" clId="{D4909CAD-246C-4A95-8F29-B02AA8BC14F4}" dt="2024-02-12T09:22:32.798" v="62" actId="22"/>
          <ac:spMkLst>
            <pc:docMk/>
            <pc:sldMk cId="0" sldId="349"/>
            <ac:spMk id="5" creationId="{DE66DE20-051B-460C-FEC6-4BB22B8DB093}"/>
          </ac:spMkLst>
        </pc:spChg>
        <pc:spChg chg="mod">
          <ac:chgData name="TARA FRYAD HENARI" userId="2fb9e235-c2d7-409a-bfcd-eb21f7492d83" providerId="ADAL" clId="{D4909CAD-246C-4A95-8F29-B02AA8BC14F4}" dt="2024-02-12T09:21:03.750" v="32"/>
          <ac:spMkLst>
            <pc:docMk/>
            <pc:sldMk cId="0" sldId="349"/>
            <ac:spMk id="8194" creationId="{D4863741-BF68-480D-A073-C55DD0CA6F50}"/>
          </ac:spMkLst>
        </pc:spChg>
        <pc:spChg chg="del">
          <ac:chgData name="TARA FRYAD HENARI" userId="2fb9e235-c2d7-409a-bfcd-eb21f7492d83" providerId="ADAL" clId="{D4909CAD-246C-4A95-8F29-B02AA8BC14F4}" dt="2024-02-12T09:21:19.772" v="48" actId="478"/>
          <ac:spMkLst>
            <pc:docMk/>
            <pc:sldMk cId="0" sldId="349"/>
            <ac:spMk id="8195" creationId="{ADFC5788-DE86-4766-B960-0A3675F9B1DC}"/>
          </ac:spMkLst>
        </pc:spChg>
        <pc:spChg chg="mod">
          <ac:chgData name="TARA FRYAD HENARI" userId="2fb9e235-c2d7-409a-bfcd-eb21f7492d83" providerId="ADAL" clId="{D4909CAD-246C-4A95-8F29-B02AA8BC14F4}" dt="2024-02-12T09:21:36.681" v="53" actId="20577"/>
          <ac:spMkLst>
            <pc:docMk/>
            <pc:sldMk cId="0" sldId="349"/>
            <ac:spMk id="8196" creationId="{0D43255D-D8B7-41BF-A47B-A4CCA6FAD9FF}"/>
          </ac:spMkLst>
        </pc:spChg>
        <pc:spChg chg="mod">
          <ac:chgData name="TARA FRYAD HENARI" userId="2fb9e235-c2d7-409a-bfcd-eb21f7492d83" providerId="ADAL" clId="{D4909CAD-246C-4A95-8F29-B02AA8BC14F4}" dt="2024-02-12T09:21:32.716" v="52" actId="1076"/>
          <ac:spMkLst>
            <pc:docMk/>
            <pc:sldMk cId="0" sldId="349"/>
            <ac:spMk id="8197" creationId="{D0710012-3260-47FF-874C-20C756904865}"/>
          </ac:spMkLst>
        </pc:spChg>
        <pc:picChg chg="del">
          <ac:chgData name="TARA FRYAD HENARI" userId="2fb9e235-c2d7-409a-bfcd-eb21f7492d83" providerId="ADAL" clId="{D4909CAD-246C-4A95-8F29-B02AA8BC14F4}" dt="2024-02-12T09:21:18.285" v="47" actId="478"/>
          <ac:picMkLst>
            <pc:docMk/>
            <pc:sldMk cId="0" sldId="349"/>
            <ac:picMk id="6" creationId="{50E36633-6ED4-4149-B7AE-3791023EFEF9}"/>
          </ac:picMkLst>
        </pc:picChg>
        <pc:picChg chg="add del mod">
          <ac:chgData name="TARA FRYAD HENARI" userId="2fb9e235-c2d7-409a-bfcd-eb21f7492d83" providerId="ADAL" clId="{D4909CAD-246C-4A95-8F29-B02AA8BC14F4}" dt="2024-02-12T09:22:30.139" v="60" actId="478"/>
          <ac:picMkLst>
            <pc:docMk/>
            <pc:sldMk cId="0" sldId="349"/>
            <ac:picMk id="1026" creationId="{A9DE4522-5966-DD10-ED40-B0B7C442EFE3}"/>
          </ac:picMkLst>
        </pc:picChg>
        <pc:picChg chg="add mod">
          <ac:chgData name="TARA FRYAD HENARI" userId="2fb9e235-c2d7-409a-bfcd-eb21f7492d83" providerId="ADAL" clId="{D4909CAD-246C-4A95-8F29-B02AA8BC14F4}" dt="2024-02-12T09:22:55.206" v="66" actId="14100"/>
          <ac:picMkLst>
            <pc:docMk/>
            <pc:sldMk cId="0" sldId="349"/>
            <ac:picMk id="1028" creationId="{2D54BA3C-8F5D-7453-3B23-2C618D7CB463}"/>
          </ac:picMkLst>
        </pc:picChg>
      </pc:sldChg>
      <pc:sldChg chg="modSp mod">
        <pc:chgData name="TARA FRYAD HENARI" userId="2fb9e235-c2d7-409a-bfcd-eb21f7492d83" providerId="ADAL" clId="{D4909CAD-246C-4A95-8F29-B02AA8BC14F4}" dt="2024-02-12T09:23:24.255" v="69" actId="20577"/>
        <pc:sldMkLst>
          <pc:docMk/>
          <pc:sldMk cId="0" sldId="350"/>
        </pc:sldMkLst>
        <pc:spChg chg="mod">
          <ac:chgData name="TARA FRYAD HENARI" userId="2fb9e235-c2d7-409a-bfcd-eb21f7492d83" providerId="ADAL" clId="{D4909CAD-246C-4A95-8F29-B02AA8BC14F4}" dt="2024-02-12T09:23:14.782" v="67" actId="207"/>
          <ac:spMkLst>
            <pc:docMk/>
            <pc:sldMk cId="0" sldId="350"/>
            <ac:spMk id="9218" creationId="{963A03CF-1D7C-4339-B30E-2D8EB9C25AA9}"/>
          </ac:spMkLst>
        </pc:spChg>
        <pc:spChg chg="mod">
          <ac:chgData name="TARA FRYAD HENARI" userId="2fb9e235-c2d7-409a-bfcd-eb21f7492d83" providerId="ADAL" clId="{D4909CAD-246C-4A95-8F29-B02AA8BC14F4}" dt="2024-02-12T09:23:24.255" v="69" actId="20577"/>
          <ac:spMkLst>
            <pc:docMk/>
            <pc:sldMk cId="0" sldId="350"/>
            <ac:spMk id="9219" creationId="{4591FA84-6C81-48AF-ADF5-A9A7B766CA5B}"/>
          </ac:spMkLst>
        </pc:spChg>
      </pc:sldChg>
      <pc:sldChg chg="modSp mod">
        <pc:chgData name="TARA FRYAD HENARI" userId="2fb9e235-c2d7-409a-bfcd-eb21f7492d83" providerId="ADAL" clId="{D4909CAD-246C-4A95-8F29-B02AA8BC14F4}" dt="2024-02-12T09:24:29.808" v="77" actId="15"/>
        <pc:sldMkLst>
          <pc:docMk/>
          <pc:sldMk cId="0" sldId="351"/>
        </pc:sldMkLst>
        <pc:spChg chg="mod">
          <ac:chgData name="TARA FRYAD HENARI" userId="2fb9e235-c2d7-409a-bfcd-eb21f7492d83" providerId="ADAL" clId="{D4909CAD-246C-4A95-8F29-B02AA8BC14F4}" dt="2024-02-12T09:21:03.924" v="33" actId="27636"/>
          <ac:spMkLst>
            <pc:docMk/>
            <pc:sldMk cId="0" sldId="351"/>
            <ac:spMk id="18434" creationId="{4D067A9C-2EE4-44E6-90B5-4FBC713E243F}"/>
          </ac:spMkLst>
        </pc:spChg>
        <pc:spChg chg="mod">
          <ac:chgData name="TARA FRYAD HENARI" userId="2fb9e235-c2d7-409a-bfcd-eb21f7492d83" providerId="ADAL" clId="{D4909CAD-246C-4A95-8F29-B02AA8BC14F4}" dt="2024-02-12T09:24:29.808" v="77" actId="15"/>
          <ac:spMkLst>
            <pc:docMk/>
            <pc:sldMk cId="0" sldId="351"/>
            <ac:spMk id="18435" creationId="{0E3FB116-1BC1-47A3-8197-83E0E71F3F25}"/>
          </ac:spMkLst>
        </pc:spChg>
      </pc:sldChg>
      <pc:sldChg chg="modSp del mod">
        <pc:chgData name="TARA FRYAD HENARI" userId="2fb9e235-c2d7-409a-bfcd-eb21f7492d83" providerId="ADAL" clId="{D4909CAD-246C-4A95-8F29-B02AA8BC14F4}" dt="2024-02-12T09:23:29.394" v="71" actId="47"/>
        <pc:sldMkLst>
          <pc:docMk/>
          <pc:sldMk cId="0" sldId="355"/>
        </pc:sldMkLst>
        <pc:spChg chg="mod">
          <ac:chgData name="TARA FRYAD HENARI" userId="2fb9e235-c2d7-409a-bfcd-eb21f7492d83" providerId="ADAL" clId="{D4909CAD-246C-4A95-8F29-B02AA8BC14F4}" dt="2024-02-12T09:21:03.750" v="32"/>
          <ac:spMkLst>
            <pc:docMk/>
            <pc:sldMk cId="0" sldId="355"/>
            <ac:spMk id="13314" creationId="{40158719-9815-4999-9439-04950E3974ED}"/>
          </ac:spMkLst>
        </pc:spChg>
        <pc:spChg chg="mod">
          <ac:chgData name="TARA FRYAD HENARI" userId="2fb9e235-c2d7-409a-bfcd-eb21f7492d83" providerId="ADAL" clId="{D4909CAD-246C-4A95-8F29-B02AA8BC14F4}" dt="2024-02-12T09:21:04.049" v="45" actId="27636"/>
          <ac:spMkLst>
            <pc:docMk/>
            <pc:sldMk cId="0" sldId="355"/>
            <ac:spMk id="13315" creationId="{D6A15882-4532-43C7-AB5E-2857D4BD537C}"/>
          </ac:spMkLst>
        </pc:spChg>
      </pc:sldChg>
      <pc:sldChg chg="addSp delSp modSp mod">
        <pc:chgData name="TARA FRYAD HENARI" userId="2fb9e235-c2d7-409a-bfcd-eb21f7492d83" providerId="ADAL" clId="{D4909CAD-246C-4A95-8F29-B02AA8BC14F4}" dt="2024-02-12T09:26:13.443" v="93" actId="1076"/>
        <pc:sldMkLst>
          <pc:docMk/>
          <pc:sldMk cId="0" sldId="369"/>
        </pc:sldMkLst>
        <pc:spChg chg="mod">
          <ac:chgData name="TARA FRYAD HENARI" userId="2fb9e235-c2d7-409a-bfcd-eb21f7492d83" providerId="ADAL" clId="{D4909CAD-246C-4A95-8F29-B02AA8BC14F4}" dt="2024-02-12T09:26:06.280" v="89" actId="207"/>
          <ac:spMkLst>
            <pc:docMk/>
            <pc:sldMk cId="0" sldId="369"/>
            <ac:spMk id="24578" creationId="{F5EB300A-E410-4F4F-8913-E39FD8C8ABB9}"/>
          </ac:spMkLst>
        </pc:spChg>
        <pc:spChg chg="del">
          <ac:chgData name="TARA FRYAD HENARI" userId="2fb9e235-c2d7-409a-bfcd-eb21f7492d83" providerId="ADAL" clId="{D4909CAD-246C-4A95-8F29-B02AA8BC14F4}" dt="2024-02-12T09:25:55.184" v="86" actId="478"/>
          <ac:spMkLst>
            <pc:docMk/>
            <pc:sldMk cId="0" sldId="369"/>
            <ac:spMk id="24580" creationId="{24CAF03B-F685-4C42-81B5-0D622540D9DD}"/>
          </ac:spMkLst>
        </pc:spChg>
        <pc:picChg chg="add mod">
          <ac:chgData name="TARA FRYAD HENARI" userId="2fb9e235-c2d7-409a-bfcd-eb21f7492d83" providerId="ADAL" clId="{D4909CAD-246C-4A95-8F29-B02AA8BC14F4}" dt="2024-02-12T09:26:13.443" v="93" actId="1076"/>
          <ac:picMkLst>
            <pc:docMk/>
            <pc:sldMk cId="0" sldId="369"/>
            <ac:picMk id="2" creationId="{ACFCA63A-C1D5-7745-2545-914843114551}"/>
          </ac:picMkLst>
        </pc:picChg>
        <pc:picChg chg="del">
          <ac:chgData name="TARA FRYAD HENARI" userId="2fb9e235-c2d7-409a-bfcd-eb21f7492d83" providerId="ADAL" clId="{D4909CAD-246C-4A95-8F29-B02AA8BC14F4}" dt="2024-02-12T09:25:47.569" v="82" actId="478"/>
          <ac:picMkLst>
            <pc:docMk/>
            <pc:sldMk cId="0" sldId="369"/>
            <ac:picMk id="24579" creationId="{AFA581FC-E216-446A-94C2-956B76E1BDF9}"/>
          </ac:picMkLst>
        </pc:picChg>
      </pc:sldChg>
      <pc:sldChg chg="modSp del mod">
        <pc:chgData name="TARA FRYAD HENARI" userId="2fb9e235-c2d7-409a-bfcd-eb21f7492d83" providerId="ADAL" clId="{D4909CAD-246C-4A95-8F29-B02AA8BC14F4}" dt="2024-02-12T09:23:25.568" v="70" actId="47"/>
        <pc:sldMkLst>
          <pc:docMk/>
          <pc:sldMk cId="0" sldId="376"/>
        </pc:sldMkLst>
        <pc:spChg chg="mod">
          <ac:chgData name="TARA FRYAD HENARI" userId="2fb9e235-c2d7-409a-bfcd-eb21f7492d83" providerId="ADAL" clId="{D4909CAD-246C-4A95-8F29-B02AA8BC14F4}" dt="2024-02-12T09:21:03.750" v="32"/>
          <ac:spMkLst>
            <pc:docMk/>
            <pc:sldMk cId="0" sldId="376"/>
            <ac:spMk id="11266" creationId="{92CA39A0-F7D7-4078-9828-A905A75F8AE4}"/>
          </ac:spMkLst>
        </pc:spChg>
        <pc:spChg chg="mod">
          <ac:chgData name="TARA FRYAD HENARI" userId="2fb9e235-c2d7-409a-bfcd-eb21f7492d83" providerId="ADAL" clId="{D4909CAD-246C-4A95-8F29-B02AA8BC14F4}" dt="2024-02-12T09:21:03.750" v="32"/>
          <ac:spMkLst>
            <pc:docMk/>
            <pc:sldMk cId="0" sldId="376"/>
            <ac:spMk id="11267" creationId="{A421C4FA-802F-4A8B-806B-E71C2C2E16A4}"/>
          </ac:spMkLst>
        </pc:spChg>
      </pc:sldChg>
      <pc:sldChg chg="modSp del mod">
        <pc:chgData name="TARA FRYAD HENARI" userId="2fb9e235-c2d7-409a-bfcd-eb21f7492d83" providerId="ADAL" clId="{D4909CAD-246C-4A95-8F29-B02AA8BC14F4}" dt="2024-02-12T09:23:30.400" v="72" actId="47"/>
        <pc:sldMkLst>
          <pc:docMk/>
          <pc:sldMk cId="0" sldId="377"/>
        </pc:sldMkLst>
        <pc:spChg chg="mod">
          <ac:chgData name="TARA FRYAD HENARI" userId="2fb9e235-c2d7-409a-bfcd-eb21f7492d83" providerId="ADAL" clId="{D4909CAD-246C-4A95-8F29-B02AA8BC14F4}" dt="2024-02-12T09:21:03.750" v="32"/>
          <ac:spMkLst>
            <pc:docMk/>
            <pc:sldMk cId="0" sldId="377"/>
            <ac:spMk id="15362" creationId="{EEA49363-EE40-41D3-9DEC-30D66E9CCE6F}"/>
          </ac:spMkLst>
        </pc:spChg>
        <pc:spChg chg="mod">
          <ac:chgData name="TARA FRYAD HENARI" userId="2fb9e235-c2d7-409a-bfcd-eb21f7492d83" providerId="ADAL" clId="{D4909CAD-246C-4A95-8F29-B02AA8BC14F4}" dt="2024-02-12T09:21:04.049" v="46" actId="27636"/>
          <ac:spMkLst>
            <pc:docMk/>
            <pc:sldMk cId="0" sldId="377"/>
            <ac:spMk id="15363" creationId="{08C2B92E-86E1-4D08-9E67-C4EAC6230B03}"/>
          </ac:spMkLst>
        </pc:spChg>
      </pc:sldChg>
      <pc:sldChg chg="modSp del mod">
        <pc:chgData name="TARA FRYAD HENARI" userId="2fb9e235-c2d7-409a-bfcd-eb21f7492d83" providerId="ADAL" clId="{D4909CAD-246C-4A95-8F29-B02AA8BC14F4}" dt="2024-02-13T09:21:39.549" v="543" actId="2696"/>
        <pc:sldMkLst>
          <pc:docMk/>
          <pc:sldMk cId="0" sldId="408"/>
        </pc:sldMkLst>
        <pc:spChg chg="mod">
          <ac:chgData name="TARA FRYAD HENARI" userId="2fb9e235-c2d7-409a-bfcd-eb21f7492d83" providerId="ADAL" clId="{D4909CAD-246C-4A95-8F29-B02AA8BC14F4}" dt="2024-02-12T09:21:03.750" v="32"/>
          <ac:spMkLst>
            <pc:docMk/>
            <pc:sldMk cId="0" sldId="408"/>
            <ac:spMk id="77826" creationId="{E5151736-7559-4164-99F0-26B9DCCF77E2}"/>
          </ac:spMkLst>
        </pc:spChg>
      </pc:sldChg>
      <pc:sldChg chg="addSp delSp modSp mod">
        <pc:chgData name="TARA FRYAD HENARI" userId="2fb9e235-c2d7-409a-bfcd-eb21f7492d83" providerId="ADAL" clId="{D4909CAD-246C-4A95-8F29-B02AA8BC14F4}" dt="2024-02-12T09:31:48.126" v="160" actId="1076"/>
        <pc:sldMkLst>
          <pc:docMk/>
          <pc:sldMk cId="0" sldId="409"/>
        </pc:sldMkLst>
        <pc:spChg chg="mod">
          <ac:chgData name="TARA FRYAD HENARI" userId="2fb9e235-c2d7-409a-bfcd-eb21f7492d83" providerId="ADAL" clId="{D4909CAD-246C-4A95-8F29-B02AA8BC14F4}" dt="2024-02-12T09:31:34.827" v="158" actId="207"/>
          <ac:spMkLst>
            <pc:docMk/>
            <pc:sldMk cId="0" sldId="409"/>
            <ac:spMk id="32770" creationId="{5815ED97-DEF4-434D-AF32-D61C57A7B5EB}"/>
          </ac:spMkLst>
        </pc:spChg>
        <pc:picChg chg="add mod">
          <ac:chgData name="TARA FRYAD HENARI" userId="2fb9e235-c2d7-409a-bfcd-eb21f7492d83" providerId="ADAL" clId="{D4909CAD-246C-4A95-8F29-B02AA8BC14F4}" dt="2024-02-12T09:31:48.126" v="160" actId="1076"/>
          <ac:picMkLst>
            <pc:docMk/>
            <pc:sldMk cId="0" sldId="409"/>
            <ac:picMk id="2" creationId="{F7E2ACF5-D3C6-524E-CC7C-ECB067BB3833}"/>
          </ac:picMkLst>
        </pc:picChg>
        <pc:picChg chg="del">
          <ac:chgData name="TARA FRYAD HENARI" userId="2fb9e235-c2d7-409a-bfcd-eb21f7492d83" providerId="ADAL" clId="{D4909CAD-246C-4A95-8F29-B02AA8BC14F4}" dt="2024-02-12T09:31:20.530" v="153" actId="478"/>
          <ac:picMkLst>
            <pc:docMk/>
            <pc:sldMk cId="0" sldId="409"/>
            <ac:picMk id="32771" creationId="{E0EC1DA7-62F7-417E-810B-1BF1DCA3E70C}"/>
          </ac:picMkLst>
        </pc:picChg>
      </pc:sldChg>
      <pc:sldChg chg="modSp del mod">
        <pc:chgData name="TARA FRYAD HENARI" userId="2fb9e235-c2d7-409a-bfcd-eb21f7492d83" providerId="ADAL" clId="{D4909CAD-246C-4A95-8F29-B02AA8BC14F4}" dt="2024-02-13T06:48:22.047" v="293" actId="2696"/>
        <pc:sldMkLst>
          <pc:docMk/>
          <pc:sldMk cId="0" sldId="410"/>
        </pc:sldMkLst>
        <pc:spChg chg="mod">
          <ac:chgData name="TARA FRYAD HENARI" userId="2fb9e235-c2d7-409a-bfcd-eb21f7492d83" providerId="ADAL" clId="{D4909CAD-246C-4A95-8F29-B02AA8BC14F4}" dt="2024-02-12T09:21:04.002" v="43" actId="27636"/>
          <ac:spMkLst>
            <pc:docMk/>
            <pc:sldMk cId="0" sldId="410"/>
            <ac:spMk id="57346" creationId="{B8AF240A-46EF-424E-84A3-2E0EB4FA9B02}"/>
          </ac:spMkLst>
        </pc:spChg>
      </pc:sldChg>
      <pc:sldChg chg="modSp del mod">
        <pc:chgData name="TARA FRYAD HENARI" userId="2fb9e235-c2d7-409a-bfcd-eb21f7492d83" providerId="ADAL" clId="{D4909CAD-246C-4A95-8F29-B02AA8BC14F4}" dt="2024-02-13T09:21:36.114" v="542" actId="2696"/>
        <pc:sldMkLst>
          <pc:docMk/>
          <pc:sldMk cId="0" sldId="411"/>
        </pc:sldMkLst>
        <pc:spChg chg="mod">
          <ac:chgData name="TARA FRYAD HENARI" userId="2fb9e235-c2d7-409a-bfcd-eb21f7492d83" providerId="ADAL" clId="{D4909CAD-246C-4A95-8F29-B02AA8BC14F4}" dt="2024-02-12T09:21:03.750" v="32"/>
          <ac:spMkLst>
            <pc:docMk/>
            <pc:sldMk cId="0" sldId="411"/>
            <ac:spMk id="75778" creationId="{EB8054E0-1645-4C0C-90D2-B9B601653DC7}"/>
          </ac:spMkLst>
        </pc:spChg>
      </pc:sldChg>
      <pc:sldChg chg="modSp mod modNotesTx">
        <pc:chgData name="TARA FRYAD HENARI" userId="2fb9e235-c2d7-409a-bfcd-eb21f7492d83" providerId="ADAL" clId="{D4909CAD-246C-4A95-8F29-B02AA8BC14F4}" dt="2024-02-12T09:25:09.575" v="81" actId="20577"/>
        <pc:sldMkLst>
          <pc:docMk/>
          <pc:sldMk cId="0" sldId="412"/>
        </pc:sldMkLst>
        <pc:spChg chg="mod">
          <ac:chgData name="TARA FRYAD HENARI" userId="2fb9e235-c2d7-409a-bfcd-eb21f7492d83" providerId="ADAL" clId="{D4909CAD-246C-4A95-8F29-B02AA8BC14F4}" dt="2024-02-12T09:25:05.066" v="80" actId="403"/>
          <ac:spMkLst>
            <pc:docMk/>
            <pc:sldMk cId="0" sldId="412"/>
            <ac:spMk id="12291" creationId="{12271592-F11D-4255-A78C-D7C3E2BF90B6}"/>
          </ac:spMkLst>
        </pc:spChg>
        <pc:spChg chg="mod">
          <ac:chgData name="TARA FRYAD HENARI" userId="2fb9e235-c2d7-409a-bfcd-eb21f7492d83" providerId="ADAL" clId="{D4909CAD-246C-4A95-8F29-B02AA8BC14F4}" dt="2024-02-12T09:21:03.924" v="34" actId="27636"/>
          <ac:spMkLst>
            <pc:docMk/>
            <pc:sldMk cId="0" sldId="412"/>
            <ac:spMk id="20482" creationId="{ED762B6C-0E6D-451F-96B5-E9D1E7D73610}"/>
          </ac:spMkLst>
        </pc:spChg>
      </pc:sldChg>
      <pc:sldChg chg="modSp mod">
        <pc:chgData name="TARA FRYAD HENARI" userId="2fb9e235-c2d7-409a-bfcd-eb21f7492d83" providerId="ADAL" clId="{D4909CAD-246C-4A95-8F29-B02AA8BC14F4}" dt="2024-02-12T09:21:03.940" v="35" actId="27636"/>
        <pc:sldMkLst>
          <pc:docMk/>
          <pc:sldMk cId="0" sldId="413"/>
        </pc:sldMkLst>
        <pc:spChg chg="mod">
          <ac:chgData name="TARA FRYAD HENARI" userId="2fb9e235-c2d7-409a-bfcd-eb21f7492d83" providerId="ADAL" clId="{D4909CAD-246C-4A95-8F29-B02AA8BC14F4}" dt="2024-02-12T09:21:03.940" v="35" actId="27636"/>
          <ac:spMkLst>
            <pc:docMk/>
            <pc:sldMk cId="0" sldId="413"/>
            <ac:spMk id="22530" creationId="{EEB2B546-2D96-454B-A886-7CF5E46FA007}"/>
          </ac:spMkLst>
        </pc:spChg>
        <pc:spChg chg="mod">
          <ac:chgData name="TARA FRYAD HENARI" userId="2fb9e235-c2d7-409a-bfcd-eb21f7492d83" providerId="ADAL" clId="{D4909CAD-246C-4A95-8F29-B02AA8BC14F4}" dt="2024-02-12T09:21:03.750" v="32"/>
          <ac:spMkLst>
            <pc:docMk/>
            <pc:sldMk cId="0" sldId="413"/>
            <ac:spMk id="22531" creationId="{33E780B8-A007-4FB7-BDB0-C9892672964C}"/>
          </ac:spMkLst>
        </pc:spChg>
      </pc:sldChg>
      <pc:sldChg chg="modSp mod modNotesTx">
        <pc:chgData name="TARA FRYAD HENARI" userId="2fb9e235-c2d7-409a-bfcd-eb21f7492d83" providerId="ADAL" clId="{D4909CAD-246C-4A95-8F29-B02AA8BC14F4}" dt="2024-02-12T09:27:09.296" v="107" actId="20577"/>
        <pc:sldMkLst>
          <pc:docMk/>
          <pc:sldMk cId="0" sldId="414"/>
        </pc:sldMkLst>
        <pc:spChg chg="mod">
          <ac:chgData name="TARA FRYAD HENARI" userId="2fb9e235-c2d7-409a-bfcd-eb21f7492d83" providerId="ADAL" clId="{D4909CAD-246C-4A95-8F29-B02AA8BC14F4}" dt="2024-02-12T09:21:03.750" v="32"/>
          <ac:spMkLst>
            <pc:docMk/>
            <pc:sldMk cId="0" sldId="414"/>
            <ac:spMk id="26626" creationId="{BDBDA7DF-9100-45FA-A95F-DE52696FFAE8}"/>
          </ac:spMkLst>
        </pc:spChg>
        <pc:spChg chg="mod">
          <ac:chgData name="TARA FRYAD HENARI" userId="2fb9e235-c2d7-409a-bfcd-eb21f7492d83" providerId="ADAL" clId="{D4909CAD-246C-4A95-8F29-B02AA8BC14F4}" dt="2024-02-12T09:26:47.363" v="106" actId="27636"/>
          <ac:spMkLst>
            <pc:docMk/>
            <pc:sldMk cId="0" sldId="414"/>
            <ac:spMk id="26627" creationId="{51F0C088-905A-4729-83C6-D0A2B6218ED1}"/>
          </ac:spMkLst>
        </pc:spChg>
      </pc:sldChg>
      <pc:sldChg chg="modSp mod">
        <pc:chgData name="TARA FRYAD HENARI" userId="2fb9e235-c2d7-409a-bfcd-eb21f7492d83" providerId="ADAL" clId="{D4909CAD-246C-4A95-8F29-B02AA8BC14F4}" dt="2024-02-12T09:30:34.704" v="140" actId="404"/>
        <pc:sldMkLst>
          <pc:docMk/>
          <pc:sldMk cId="0" sldId="415"/>
        </pc:sldMkLst>
        <pc:spChg chg="mod">
          <ac:chgData name="TARA FRYAD HENARI" userId="2fb9e235-c2d7-409a-bfcd-eb21f7492d83" providerId="ADAL" clId="{D4909CAD-246C-4A95-8F29-B02AA8BC14F4}" dt="2024-02-12T09:21:03.750" v="32"/>
          <ac:spMkLst>
            <pc:docMk/>
            <pc:sldMk cId="0" sldId="415"/>
            <ac:spMk id="28674" creationId="{210E1081-3A6A-491E-8191-A005A096776C}"/>
          </ac:spMkLst>
        </pc:spChg>
        <pc:spChg chg="mod">
          <ac:chgData name="TARA FRYAD HENARI" userId="2fb9e235-c2d7-409a-bfcd-eb21f7492d83" providerId="ADAL" clId="{D4909CAD-246C-4A95-8F29-B02AA8BC14F4}" dt="2024-02-12T09:30:34.704" v="140" actId="404"/>
          <ac:spMkLst>
            <pc:docMk/>
            <pc:sldMk cId="0" sldId="415"/>
            <ac:spMk id="28675" creationId="{0F0AEC15-3489-451B-A941-EC590C3CE90C}"/>
          </ac:spMkLst>
        </pc:spChg>
      </pc:sldChg>
      <pc:sldChg chg="modSp mod modNotesTx">
        <pc:chgData name="TARA FRYAD HENARI" userId="2fb9e235-c2d7-409a-bfcd-eb21f7492d83" providerId="ADAL" clId="{D4909CAD-246C-4A95-8F29-B02AA8BC14F4}" dt="2024-02-12T09:31:10.411" v="152" actId="20577"/>
        <pc:sldMkLst>
          <pc:docMk/>
          <pc:sldMk cId="0" sldId="416"/>
        </pc:sldMkLst>
        <pc:spChg chg="mod">
          <ac:chgData name="TARA FRYAD HENARI" userId="2fb9e235-c2d7-409a-bfcd-eb21f7492d83" providerId="ADAL" clId="{D4909CAD-246C-4A95-8F29-B02AA8BC14F4}" dt="2024-02-12T09:21:03.750" v="32"/>
          <ac:spMkLst>
            <pc:docMk/>
            <pc:sldMk cId="0" sldId="416"/>
            <ac:spMk id="30722" creationId="{98BFAA86-2A3F-4733-93ED-84998AA38108}"/>
          </ac:spMkLst>
        </pc:spChg>
        <pc:spChg chg="mod">
          <ac:chgData name="TARA FRYAD HENARI" userId="2fb9e235-c2d7-409a-bfcd-eb21f7492d83" providerId="ADAL" clId="{D4909CAD-246C-4A95-8F29-B02AA8BC14F4}" dt="2024-02-12T09:31:05.848" v="151" actId="27636"/>
          <ac:spMkLst>
            <pc:docMk/>
            <pc:sldMk cId="0" sldId="416"/>
            <ac:spMk id="30723" creationId="{68AF9D67-DACC-4840-BFA4-D74DA3F77BB5}"/>
          </ac:spMkLst>
        </pc:spChg>
      </pc:sldChg>
      <pc:sldChg chg="modSp mod">
        <pc:chgData name="TARA FRYAD HENARI" userId="2fb9e235-c2d7-409a-bfcd-eb21f7492d83" providerId="ADAL" clId="{D4909CAD-246C-4A95-8F29-B02AA8BC14F4}" dt="2024-02-12T09:32:36.795" v="171" actId="27636"/>
        <pc:sldMkLst>
          <pc:docMk/>
          <pc:sldMk cId="0" sldId="417"/>
        </pc:sldMkLst>
        <pc:spChg chg="mod">
          <ac:chgData name="TARA FRYAD HENARI" userId="2fb9e235-c2d7-409a-bfcd-eb21f7492d83" providerId="ADAL" clId="{D4909CAD-246C-4A95-8F29-B02AA8BC14F4}" dt="2024-02-12T09:21:03.955" v="39" actId="27636"/>
          <ac:spMkLst>
            <pc:docMk/>
            <pc:sldMk cId="0" sldId="417"/>
            <ac:spMk id="35842" creationId="{5AD60B51-FA05-4BC0-88DF-8629D0B93D0A}"/>
          </ac:spMkLst>
        </pc:spChg>
        <pc:spChg chg="mod">
          <ac:chgData name="TARA FRYAD HENARI" userId="2fb9e235-c2d7-409a-bfcd-eb21f7492d83" providerId="ADAL" clId="{D4909CAD-246C-4A95-8F29-B02AA8BC14F4}" dt="2024-02-12T09:32:36.795" v="171" actId="27636"/>
          <ac:spMkLst>
            <pc:docMk/>
            <pc:sldMk cId="0" sldId="417"/>
            <ac:spMk id="35843" creationId="{5077C0C3-7043-410B-AA22-E4F35770F08B}"/>
          </ac:spMkLst>
        </pc:spChg>
      </pc:sldChg>
      <pc:sldChg chg="delSp modSp mod">
        <pc:chgData name="TARA FRYAD HENARI" userId="2fb9e235-c2d7-409a-bfcd-eb21f7492d83" providerId="ADAL" clId="{D4909CAD-246C-4A95-8F29-B02AA8BC14F4}" dt="2024-02-12T09:33:21.611" v="190" actId="478"/>
        <pc:sldMkLst>
          <pc:docMk/>
          <pc:sldMk cId="0" sldId="418"/>
        </pc:sldMkLst>
        <pc:spChg chg="mod">
          <ac:chgData name="TARA FRYAD HENARI" userId="2fb9e235-c2d7-409a-bfcd-eb21f7492d83" providerId="ADAL" clId="{D4909CAD-246C-4A95-8F29-B02AA8BC14F4}" dt="2024-02-12T09:21:03.750" v="32"/>
          <ac:spMkLst>
            <pc:docMk/>
            <pc:sldMk cId="0" sldId="418"/>
            <ac:spMk id="37890" creationId="{2BF7D05D-E10B-4FAA-98E5-70B79FBD626F}"/>
          </ac:spMkLst>
        </pc:spChg>
        <pc:spChg chg="mod">
          <ac:chgData name="TARA FRYAD HENARI" userId="2fb9e235-c2d7-409a-bfcd-eb21f7492d83" providerId="ADAL" clId="{D4909CAD-246C-4A95-8F29-B02AA8BC14F4}" dt="2024-02-12T09:32:48.495" v="173" actId="403"/>
          <ac:spMkLst>
            <pc:docMk/>
            <pc:sldMk cId="0" sldId="418"/>
            <ac:spMk id="37891" creationId="{F2EBF363-DA0A-4D9F-B6B5-D0F2B2595CDD}"/>
          </ac:spMkLst>
        </pc:spChg>
        <pc:spChg chg="del mod">
          <ac:chgData name="TARA FRYAD HENARI" userId="2fb9e235-c2d7-409a-bfcd-eb21f7492d83" providerId="ADAL" clId="{D4909CAD-246C-4A95-8F29-B02AA8BC14F4}" dt="2024-02-12T09:33:21.611" v="190" actId="478"/>
          <ac:spMkLst>
            <pc:docMk/>
            <pc:sldMk cId="0" sldId="418"/>
            <ac:spMk id="37892" creationId="{72B9BEF5-E2BD-4196-AE5D-5E8B5D15DC46}"/>
          </ac:spMkLst>
        </pc:spChg>
      </pc:sldChg>
      <pc:sldChg chg="modSp mod modNotesTx">
        <pc:chgData name="TARA FRYAD HENARI" userId="2fb9e235-c2d7-409a-bfcd-eb21f7492d83" providerId="ADAL" clId="{D4909CAD-246C-4A95-8F29-B02AA8BC14F4}" dt="2024-02-12T09:34:53.921" v="216" actId="20577"/>
        <pc:sldMkLst>
          <pc:docMk/>
          <pc:sldMk cId="0" sldId="419"/>
        </pc:sldMkLst>
        <pc:spChg chg="mod">
          <ac:chgData name="TARA FRYAD HENARI" userId="2fb9e235-c2d7-409a-bfcd-eb21f7492d83" providerId="ADAL" clId="{D4909CAD-246C-4A95-8F29-B02AA8BC14F4}" dt="2024-02-12T09:33:40.363" v="192" actId="20577"/>
          <ac:spMkLst>
            <pc:docMk/>
            <pc:sldMk cId="0" sldId="419"/>
            <ac:spMk id="39938" creationId="{118A1057-3405-4E6A-BBE9-1FBBCDD32609}"/>
          </ac:spMkLst>
        </pc:spChg>
        <pc:spChg chg="mod">
          <ac:chgData name="TARA FRYAD HENARI" userId="2fb9e235-c2d7-409a-bfcd-eb21f7492d83" providerId="ADAL" clId="{D4909CAD-246C-4A95-8F29-B02AA8BC14F4}" dt="2024-02-12T09:34:53.921" v="216" actId="20577"/>
          <ac:spMkLst>
            <pc:docMk/>
            <pc:sldMk cId="0" sldId="419"/>
            <ac:spMk id="39939" creationId="{A9EE8EA6-D7AD-4BC7-9658-1DE33182426A}"/>
          </ac:spMkLst>
        </pc:spChg>
      </pc:sldChg>
      <pc:sldChg chg="modSp mod modNotesTx">
        <pc:chgData name="TARA FRYAD HENARI" userId="2fb9e235-c2d7-409a-bfcd-eb21f7492d83" providerId="ADAL" clId="{D4909CAD-246C-4A95-8F29-B02AA8BC14F4}" dt="2024-02-12T09:35:35.976" v="221" actId="20577"/>
        <pc:sldMkLst>
          <pc:docMk/>
          <pc:sldMk cId="0" sldId="420"/>
        </pc:sldMkLst>
        <pc:spChg chg="mod">
          <ac:chgData name="TARA FRYAD HENARI" userId="2fb9e235-c2d7-409a-bfcd-eb21f7492d83" providerId="ADAL" clId="{D4909CAD-246C-4A95-8F29-B02AA8BC14F4}" dt="2024-02-12T09:21:03.750" v="32"/>
          <ac:spMkLst>
            <pc:docMk/>
            <pc:sldMk cId="0" sldId="420"/>
            <ac:spMk id="41986" creationId="{E0A8D6D7-A0B4-4E11-BAF7-C9FF22D07A9C}"/>
          </ac:spMkLst>
        </pc:spChg>
        <pc:spChg chg="mod">
          <ac:chgData name="TARA FRYAD HENARI" userId="2fb9e235-c2d7-409a-bfcd-eb21f7492d83" providerId="ADAL" clId="{D4909CAD-246C-4A95-8F29-B02AA8BC14F4}" dt="2024-02-12T09:35:09.142" v="220" actId="27636"/>
          <ac:spMkLst>
            <pc:docMk/>
            <pc:sldMk cId="0" sldId="420"/>
            <ac:spMk id="41987" creationId="{A35ED113-DE33-4DF0-B39D-A72306EDC417}"/>
          </ac:spMkLst>
        </pc:spChg>
      </pc:sldChg>
      <pc:sldChg chg="modSp mod">
        <pc:chgData name="TARA FRYAD HENARI" userId="2fb9e235-c2d7-409a-bfcd-eb21f7492d83" providerId="ADAL" clId="{D4909CAD-246C-4A95-8F29-B02AA8BC14F4}" dt="2024-02-12T09:35:48.002" v="224" actId="403"/>
        <pc:sldMkLst>
          <pc:docMk/>
          <pc:sldMk cId="0" sldId="421"/>
        </pc:sldMkLst>
        <pc:spChg chg="mod">
          <ac:chgData name="TARA FRYAD HENARI" userId="2fb9e235-c2d7-409a-bfcd-eb21f7492d83" providerId="ADAL" clId="{D4909CAD-246C-4A95-8F29-B02AA8BC14F4}" dt="2024-02-12T09:21:03.750" v="32"/>
          <ac:spMkLst>
            <pc:docMk/>
            <pc:sldMk cId="0" sldId="421"/>
            <ac:spMk id="44034" creationId="{25E008C0-477F-4DFD-9D52-0BABB2F6FF28}"/>
          </ac:spMkLst>
        </pc:spChg>
        <pc:spChg chg="mod">
          <ac:chgData name="TARA FRYAD HENARI" userId="2fb9e235-c2d7-409a-bfcd-eb21f7492d83" providerId="ADAL" clId="{D4909CAD-246C-4A95-8F29-B02AA8BC14F4}" dt="2024-02-12T09:35:48.002" v="224" actId="403"/>
          <ac:spMkLst>
            <pc:docMk/>
            <pc:sldMk cId="0" sldId="421"/>
            <ac:spMk id="44035" creationId="{25EE003D-3C6C-43BA-9C4E-CBBD1F4D6F52}"/>
          </ac:spMkLst>
        </pc:spChg>
      </pc:sldChg>
      <pc:sldChg chg="modSp mod">
        <pc:chgData name="TARA FRYAD HENARI" userId="2fb9e235-c2d7-409a-bfcd-eb21f7492d83" providerId="ADAL" clId="{D4909CAD-246C-4A95-8F29-B02AA8BC14F4}" dt="2024-02-12T09:47:56.898" v="282" actId="20577"/>
        <pc:sldMkLst>
          <pc:docMk/>
          <pc:sldMk cId="0" sldId="422"/>
        </pc:sldMkLst>
        <pc:spChg chg="mod">
          <ac:chgData name="TARA FRYAD HENARI" userId="2fb9e235-c2d7-409a-bfcd-eb21f7492d83" providerId="ADAL" clId="{D4909CAD-246C-4A95-8F29-B02AA8BC14F4}" dt="2024-02-12T09:47:56.898" v="282" actId="20577"/>
          <ac:spMkLst>
            <pc:docMk/>
            <pc:sldMk cId="0" sldId="422"/>
            <ac:spMk id="49154" creationId="{8927E4BC-174C-4D27-87B6-9D199B24DB1B}"/>
          </ac:spMkLst>
        </pc:spChg>
        <pc:spChg chg="mod">
          <ac:chgData name="TARA FRYAD HENARI" userId="2fb9e235-c2d7-409a-bfcd-eb21f7492d83" providerId="ADAL" clId="{D4909CAD-246C-4A95-8F29-B02AA8BC14F4}" dt="2024-02-12T09:46:23.915" v="253" actId="20577"/>
          <ac:spMkLst>
            <pc:docMk/>
            <pc:sldMk cId="0" sldId="422"/>
            <ac:spMk id="49155" creationId="{FB0212F4-9421-4FEA-9FCB-AC58276C61CF}"/>
          </ac:spMkLst>
        </pc:spChg>
      </pc:sldChg>
      <pc:sldChg chg="modSp del mod">
        <pc:chgData name="TARA FRYAD HENARI" userId="2fb9e235-c2d7-409a-bfcd-eb21f7492d83" providerId="ADAL" clId="{D4909CAD-246C-4A95-8F29-B02AA8BC14F4}" dt="2024-02-12T09:47:13.881" v="280" actId="2696"/>
        <pc:sldMkLst>
          <pc:docMk/>
          <pc:sldMk cId="0" sldId="424"/>
        </pc:sldMkLst>
        <pc:spChg chg="mod">
          <ac:chgData name="TARA FRYAD HENARI" userId="2fb9e235-c2d7-409a-bfcd-eb21f7492d83" providerId="ADAL" clId="{D4909CAD-246C-4A95-8F29-B02AA8BC14F4}" dt="2024-02-12T09:46:59.857" v="279" actId="403"/>
          <ac:spMkLst>
            <pc:docMk/>
            <pc:sldMk cId="0" sldId="424"/>
            <ac:spMk id="26627" creationId="{AA90486D-C02A-49AE-AE58-B93D46498A0A}"/>
          </ac:spMkLst>
        </pc:spChg>
        <pc:spChg chg="mod">
          <ac:chgData name="TARA FRYAD HENARI" userId="2fb9e235-c2d7-409a-bfcd-eb21f7492d83" providerId="ADAL" clId="{D4909CAD-246C-4A95-8F29-B02AA8BC14F4}" dt="2024-02-12T09:21:03.971" v="41" actId="27636"/>
          <ac:spMkLst>
            <pc:docMk/>
            <pc:sldMk cId="0" sldId="424"/>
            <ac:spMk id="51202" creationId="{B6460938-4B3A-403D-9FE9-EB69A53A50B3}"/>
          </ac:spMkLst>
        </pc:spChg>
      </pc:sldChg>
      <pc:sldChg chg="modSp mod modNotesTx">
        <pc:chgData name="TARA FRYAD HENARI" userId="2fb9e235-c2d7-409a-bfcd-eb21f7492d83" providerId="ADAL" clId="{D4909CAD-246C-4A95-8F29-B02AA8BC14F4}" dt="2024-02-13T08:26:13.774" v="319" actId="20577"/>
        <pc:sldMkLst>
          <pc:docMk/>
          <pc:sldMk cId="0" sldId="427"/>
        </pc:sldMkLst>
        <pc:spChg chg="mod">
          <ac:chgData name="TARA FRYAD HENARI" userId="2fb9e235-c2d7-409a-bfcd-eb21f7492d83" providerId="ADAL" clId="{D4909CAD-246C-4A95-8F29-B02AA8BC14F4}" dt="2024-02-12T09:21:03.750" v="32"/>
          <ac:spMkLst>
            <pc:docMk/>
            <pc:sldMk cId="0" sldId="427"/>
            <ac:spMk id="53250" creationId="{47A64338-EA81-4CBA-B1F6-3E177CADA07A}"/>
          </ac:spMkLst>
        </pc:spChg>
        <pc:spChg chg="mod">
          <ac:chgData name="TARA FRYAD HENARI" userId="2fb9e235-c2d7-409a-bfcd-eb21f7492d83" providerId="ADAL" clId="{D4909CAD-246C-4A95-8F29-B02AA8BC14F4}" dt="2024-02-13T08:26:13.774" v="319" actId="20577"/>
          <ac:spMkLst>
            <pc:docMk/>
            <pc:sldMk cId="0" sldId="427"/>
            <ac:spMk id="53251" creationId="{978ACF0F-BC35-4612-B3BD-3C72031EC5B3}"/>
          </ac:spMkLst>
        </pc:spChg>
      </pc:sldChg>
      <pc:sldChg chg="modSp mod modNotesTx">
        <pc:chgData name="TARA FRYAD HENARI" userId="2fb9e235-c2d7-409a-bfcd-eb21f7492d83" providerId="ADAL" clId="{D4909CAD-246C-4A95-8F29-B02AA8BC14F4}" dt="2024-02-13T09:02:36.942" v="348" actId="20577"/>
        <pc:sldMkLst>
          <pc:docMk/>
          <pc:sldMk cId="0" sldId="428"/>
        </pc:sldMkLst>
        <pc:spChg chg="mod">
          <ac:chgData name="TARA FRYAD HENARI" userId="2fb9e235-c2d7-409a-bfcd-eb21f7492d83" providerId="ADAL" clId="{D4909CAD-246C-4A95-8F29-B02AA8BC14F4}" dt="2024-02-12T09:21:03.750" v="32"/>
          <ac:spMkLst>
            <pc:docMk/>
            <pc:sldMk cId="0" sldId="428"/>
            <ac:spMk id="55298" creationId="{8D087D23-32AF-4D90-8873-2A4A61CEA38B}"/>
          </ac:spMkLst>
        </pc:spChg>
        <pc:spChg chg="mod">
          <ac:chgData name="TARA FRYAD HENARI" userId="2fb9e235-c2d7-409a-bfcd-eb21f7492d83" providerId="ADAL" clId="{D4909CAD-246C-4A95-8F29-B02AA8BC14F4}" dt="2024-02-13T09:02:33.603" v="347" actId="403"/>
          <ac:spMkLst>
            <pc:docMk/>
            <pc:sldMk cId="0" sldId="428"/>
            <ac:spMk id="55299" creationId="{AE1A1CCA-77C4-489F-9BDC-B53BEFF4CEFC}"/>
          </ac:spMkLst>
        </pc:spChg>
      </pc:sldChg>
      <pc:sldChg chg="modSp mod">
        <pc:chgData name="TARA FRYAD HENARI" userId="2fb9e235-c2d7-409a-bfcd-eb21f7492d83" providerId="ADAL" clId="{D4909CAD-246C-4A95-8F29-B02AA8BC14F4}" dt="2024-02-13T09:04:22.025" v="373" actId="207"/>
        <pc:sldMkLst>
          <pc:docMk/>
          <pc:sldMk cId="0" sldId="429"/>
        </pc:sldMkLst>
        <pc:spChg chg="mod">
          <ac:chgData name="TARA FRYAD HENARI" userId="2fb9e235-c2d7-409a-bfcd-eb21f7492d83" providerId="ADAL" clId="{D4909CAD-246C-4A95-8F29-B02AA8BC14F4}" dt="2024-02-13T06:48:37.630" v="295" actId="20577"/>
          <ac:spMkLst>
            <pc:docMk/>
            <pc:sldMk cId="0" sldId="429"/>
            <ac:spMk id="59394" creationId="{791FAF3A-6B83-480B-B406-B0F61FD12444}"/>
          </ac:spMkLst>
        </pc:spChg>
        <pc:spChg chg="mod">
          <ac:chgData name="TARA FRYAD HENARI" userId="2fb9e235-c2d7-409a-bfcd-eb21f7492d83" providerId="ADAL" clId="{D4909CAD-246C-4A95-8F29-B02AA8BC14F4}" dt="2024-02-13T09:04:22.025" v="373" actId="207"/>
          <ac:spMkLst>
            <pc:docMk/>
            <pc:sldMk cId="0" sldId="429"/>
            <ac:spMk id="59395" creationId="{503C8067-7A85-4257-B956-45C6F927CDA1}"/>
          </ac:spMkLst>
        </pc:spChg>
      </pc:sldChg>
      <pc:sldChg chg="modSp mod modNotesTx">
        <pc:chgData name="TARA FRYAD HENARI" userId="2fb9e235-c2d7-409a-bfcd-eb21f7492d83" providerId="ADAL" clId="{D4909CAD-246C-4A95-8F29-B02AA8BC14F4}" dt="2024-02-13T09:06:38.319" v="409" actId="20577"/>
        <pc:sldMkLst>
          <pc:docMk/>
          <pc:sldMk cId="0" sldId="430"/>
        </pc:sldMkLst>
        <pc:spChg chg="mod">
          <ac:chgData name="TARA FRYAD HENARI" userId="2fb9e235-c2d7-409a-bfcd-eb21f7492d83" providerId="ADAL" clId="{D4909CAD-246C-4A95-8F29-B02AA8BC14F4}" dt="2024-02-12T09:21:03.750" v="32"/>
          <ac:spMkLst>
            <pc:docMk/>
            <pc:sldMk cId="0" sldId="430"/>
            <ac:spMk id="60418" creationId="{C8823722-717E-4F6F-AE7F-070D3BFE3EB3}"/>
          </ac:spMkLst>
        </pc:spChg>
        <pc:spChg chg="mod">
          <ac:chgData name="TARA FRYAD HENARI" userId="2fb9e235-c2d7-409a-bfcd-eb21f7492d83" providerId="ADAL" clId="{D4909CAD-246C-4A95-8F29-B02AA8BC14F4}" dt="2024-02-13T09:05:50.873" v="407" actId="207"/>
          <ac:spMkLst>
            <pc:docMk/>
            <pc:sldMk cId="0" sldId="430"/>
            <ac:spMk id="60419" creationId="{8DE52EB8-AD58-41A1-9086-FE7808B71FAB}"/>
          </ac:spMkLst>
        </pc:spChg>
      </pc:sldChg>
      <pc:sldChg chg="addSp modSp mod setBg modNotesTx">
        <pc:chgData name="TARA FRYAD HENARI" userId="2fb9e235-c2d7-409a-bfcd-eb21f7492d83" providerId="ADAL" clId="{D4909CAD-246C-4A95-8F29-B02AA8BC14F4}" dt="2024-02-13T09:09:09.555" v="425" actId="27636"/>
        <pc:sldMkLst>
          <pc:docMk/>
          <pc:sldMk cId="0" sldId="431"/>
        </pc:sldMkLst>
        <pc:spChg chg="mod">
          <ac:chgData name="TARA FRYAD HENARI" userId="2fb9e235-c2d7-409a-bfcd-eb21f7492d83" providerId="ADAL" clId="{D4909CAD-246C-4A95-8F29-B02AA8BC14F4}" dt="2024-02-13T09:08:56.821" v="421" actId="26606"/>
          <ac:spMkLst>
            <pc:docMk/>
            <pc:sldMk cId="0" sldId="431"/>
            <ac:spMk id="62466" creationId="{00F77153-B517-43B6-BBB9-309C6B43230C}"/>
          </ac:spMkLst>
        </pc:spChg>
        <pc:spChg chg="mod ord">
          <ac:chgData name="TARA FRYAD HENARI" userId="2fb9e235-c2d7-409a-bfcd-eb21f7492d83" providerId="ADAL" clId="{D4909CAD-246C-4A95-8F29-B02AA8BC14F4}" dt="2024-02-13T09:09:09.555" v="425" actId="27636"/>
          <ac:spMkLst>
            <pc:docMk/>
            <pc:sldMk cId="0" sldId="431"/>
            <ac:spMk id="62467" creationId="{F6ECEEC1-6768-4B91-A703-F8EAD199CEC4}"/>
          </ac:spMkLst>
        </pc:spChg>
        <pc:spChg chg="add">
          <ac:chgData name="TARA FRYAD HENARI" userId="2fb9e235-c2d7-409a-bfcd-eb21f7492d83" providerId="ADAL" clId="{D4909CAD-246C-4A95-8F29-B02AA8BC14F4}" dt="2024-02-13T09:08:56.821" v="421" actId="26606"/>
          <ac:spMkLst>
            <pc:docMk/>
            <pc:sldMk cId="0" sldId="431"/>
            <ac:spMk id="62472" creationId="{9E661D03-4DD4-45E7-A047-ED722E826D59}"/>
          </ac:spMkLst>
        </pc:spChg>
        <pc:picChg chg="add mod">
          <ac:chgData name="TARA FRYAD HENARI" userId="2fb9e235-c2d7-409a-bfcd-eb21f7492d83" providerId="ADAL" clId="{D4909CAD-246C-4A95-8F29-B02AA8BC14F4}" dt="2024-02-13T09:08:56.821" v="421" actId="26606"/>
          <ac:picMkLst>
            <pc:docMk/>
            <pc:sldMk cId="0" sldId="431"/>
            <ac:picMk id="1026" creationId="{9F68116F-6271-18F9-227B-909B566A35A8}"/>
          </ac:picMkLst>
        </pc:picChg>
      </pc:sldChg>
      <pc:sldChg chg="addSp modSp mod setBg modNotesTx">
        <pc:chgData name="TARA FRYAD HENARI" userId="2fb9e235-c2d7-409a-bfcd-eb21f7492d83" providerId="ADAL" clId="{D4909CAD-246C-4A95-8F29-B02AA8BC14F4}" dt="2024-02-13T09:11:11.516" v="451" actId="13900"/>
        <pc:sldMkLst>
          <pc:docMk/>
          <pc:sldMk cId="0" sldId="432"/>
        </pc:sldMkLst>
        <pc:spChg chg="mod">
          <ac:chgData name="TARA FRYAD HENARI" userId="2fb9e235-c2d7-409a-bfcd-eb21f7492d83" providerId="ADAL" clId="{D4909CAD-246C-4A95-8F29-B02AA8BC14F4}" dt="2024-02-13T09:11:11.516" v="451" actId="13900"/>
          <ac:spMkLst>
            <pc:docMk/>
            <pc:sldMk cId="0" sldId="432"/>
            <ac:spMk id="33795" creationId="{10871A9D-3093-42AA-89ED-E21049D6E5D3}"/>
          </ac:spMkLst>
        </pc:spChg>
        <pc:spChg chg="mod">
          <ac:chgData name="TARA FRYAD HENARI" userId="2fb9e235-c2d7-409a-bfcd-eb21f7492d83" providerId="ADAL" clId="{D4909CAD-246C-4A95-8F29-B02AA8BC14F4}" dt="2024-02-13T09:10:42.821" v="440" actId="26606"/>
          <ac:spMkLst>
            <pc:docMk/>
            <pc:sldMk cId="0" sldId="432"/>
            <ac:spMk id="65538" creationId="{7B9979FD-DA48-427C-AB0D-9B148F5236E7}"/>
          </ac:spMkLst>
        </pc:spChg>
        <pc:spChg chg="add">
          <ac:chgData name="TARA FRYAD HENARI" userId="2fb9e235-c2d7-409a-bfcd-eb21f7492d83" providerId="ADAL" clId="{D4909CAD-246C-4A95-8F29-B02AA8BC14F4}" dt="2024-02-13T09:10:42.821" v="440" actId="26606"/>
          <ac:spMkLst>
            <pc:docMk/>
            <pc:sldMk cId="0" sldId="432"/>
            <ac:spMk id="65543" creationId="{42AC7AAA-F039-4011-98DE-17464A67B2EC}"/>
          </ac:spMkLst>
        </pc:spChg>
        <pc:grpChg chg="add">
          <ac:chgData name="TARA FRYAD HENARI" userId="2fb9e235-c2d7-409a-bfcd-eb21f7492d83" providerId="ADAL" clId="{D4909CAD-246C-4A95-8F29-B02AA8BC14F4}" dt="2024-02-13T09:10:42.821" v="440" actId="26606"/>
          <ac:grpSpMkLst>
            <pc:docMk/>
            <pc:sldMk cId="0" sldId="432"/>
            <ac:grpSpMk id="65545" creationId="{85EBB90B-3A54-4B2B-9FA6-7B47E1075FE9}"/>
          </ac:grpSpMkLst>
        </pc:grpChg>
        <pc:picChg chg="add mod">
          <ac:chgData name="TARA FRYAD HENARI" userId="2fb9e235-c2d7-409a-bfcd-eb21f7492d83" providerId="ADAL" clId="{D4909CAD-246C-4A95-8F29-B02AA8BC14F4}" dt="2024-02-13T09:11:01.810" v="448" actId="14100"/>
          <ac:picMkLst>
            <pc:docMk/>
            <pc:sldMk cId="0" sldId="432"/>
            <ac:picMk id="2050" creationId="{E9E1DA9D-AD2C-ED9A-D31E-0E57EA61FF74}"/>
          </ac:picMkLst>
        </pc:picChg>
      </pc:sldChg>
      <pc:sldChg chg="addSp delSp modSp mod setBg">
        <pc:chgData name="TARA FRYAD HENARI" userId="2fb9e235-c2d7-409a-bfcd-eb21f7492d83" providerId="ADAL" clId="{D4909CAD-246C-4A95-8F29-B02AA8BC14F4}" dt="2024-02-13T09:15:18.456" v="477" actId="1076"/>
        <pc:sldMkLst>
          <pc:docMk/>
          <pc:sldMk cId="0" sldId="433"/>
        </pc:sldMkLst>
        <pc:spChg chg="mod">
          <ac:chgData name="TARA FRYAD HENARI" userId="2fb9e235-c2d7-409a-bfcd-eb21f7492d83" providerId="ADAL" clId="{D4909CAD-246C-4A95-8F29-B02AA8BC14F4}" dt="2024-02-13T09:13:56.160" v="456" actId="26606"/>
          <ac:spMkLst>
            <pc:docMk/>
            <pc:sldMk cId="0" sldId="433"/>
            <ac:spMk id="67586" creationId="{06BDF840-F446-4D6B-A5EA-564B876CC418}"/>
          </ac:spMkLst>
        </pc:spChg>
        <pc:spChg chg="mod">
          <ac:chgData name="TARA FRYAD HENARI" userId="2fb9e235-c2d7-409a-bfcd-eb21f7492d83" providerId="ADAL" clId="{D4909CAD-246C-4A95-8F29-B02AA8BC14F4}" dt="2024-02-13T09:14:21.414" v="469" actId="1076"/>
          <ac:spMkLst>
            <pc:docMk/>
            <pc:sldMk cId="0" sldId="433"/>
            <ac:spMk id="67587" creationId="{0CAE8278-DB0E-4E91-97E4-452CF019FDA3}"/>
          </ac:spMkLst>
        </pc:spChg>
        <pc:spChg chg="add del">
          <ac:chgData name="TARA FRYAD HENARI" userId="2fb9e235-c2d7-409a-bfcd-eb21f7492d83" providerId="ADAL" clId="{D4909CAD-246C-4A95-8F29-B02AA8BC14F4}" dt="2024-02-13T09:13:56.160" v="455" actId="26606"/>
          <ac:spMkLst>
            <pc:docMk/>
            <pc:sldMk cId="0" sldId="433"/>
            <ac:spMk id="67592" creationId="{42AC7AAA-F039-4011-98DE-17464A67B2EC}"/>
          </ac:spMkLst>
        </pc:spChg>
        <pc:spChg chg="add">
          <ac:chgData name="TARA FRYAD HENARI" userId="2fb9e235-c2d7-409a-bfcd-eb21f7492d83" providerId="ADAL" clId="{D4909CAD-246C-4A95-8F29-B02AA8BC14F4}" dt="2024-02-13T09:13:56.160" v="456" actId="26606"/>
          <ac:spMkLst>
            <pc:docMk/>
            <pc:sldMk cId="0" sldId="433"/>
            <ac:spMk id="67599" creationId="{3CED7894-4F62-4A6C-8DB5-DB5BE08E9C03}"/>
          </ac:spMkLst>
        </pc:spChg>
        <pc:spChg chg="add">
          <ac:chgData name="TARA FRYAD HENARI" userId="2fb9e235-c2d7-409a-bfcd-eb21f7492d83" providerId="ADAL" clId="{D4909CAD-246C-4A95-8F29-B02AA8BC14F4}" dt="2024-02-13T09:13:56.160" v="456" actId="26606"/>
          <ac:spMkLst>
            <pc:docMk/>
            <pc:sldMk cId="0" sldId="433"/>
            <ac:spMk id="67600" creationId="{E536F3B4-50F6-4C52-8F76-4EB1214719DC}"/>
          </ac:spMkLst>
        </pc:spChg>
        <pc:grpChg chg="add del">
          <ac:chgData name="TARA FRYAD HENARI" userId="2fb9e235-c2d7-409a-bfcd-eb21f7492d83" providerId="ADAL" clId="{D4909CAD-246C-4A95-8F29-B02AA8BC14F4}" dt="2024-02-13T09:13:56.160" v="455" actId="26606"/>
          <ac:grpSpMkLst>
            <pc:docMk/>
            <pc:sldMk cId="0" sldId="433"/>
            <ac:grpSpMk id="67594" creationId="{85EBB90B-3A54-4B2B-9FA6-7B47E1075FE9}"/>
          </ac:grpSpMkLst>
        </pc:grpChg>
        <pc:picChg chg="add mod">
          <ac:chgData name="TARA FRYAD HENARI" userId="2fb9e235-c2d7-409a-bfcd-eb21f7492d83" providerId="ADAL" clId="{D4909CAD-246C-4A95-8F29-B02AA8BC14F4}" dt="2024-02-13T09:15:18.456" v="477" actId="1076"/>
          <ac:picMkLst>
            <pc:docMk/>
            <pc:sldMk cId="0" sldId="433"/>
            <ac:picMk id="3074" creationId="{94D6C580-0476-6C36-BD36-5689D4308149}"/>
          </ac:picMkLst>
        </pc:picChg>
      </pc:sldChg>
      <pc:sldChg chg="modSp mod">
        <pc:chgData name="TARA FRYAD HENARI" userId="2fb9e235-c2d7-409a-bfcd-eb21f7492d83" providerId="ADAL" clId="{D4909CAD-246C-4A95-8F29-B02AA8BC14F4}" dt="2024-02-13T09:17:08.915" v="508" actId="20577"/>
        <pc:sldMkLst>
          <pc:docMk/>
          <pc:sldMk cId="0" sldId="434"/>
        </pc:sldMkLst>
        <pc:spChg chg="mod">
          <ac:chgData name="TARA FRYAD HENARI" userId="2fb9e235-c2d7-409a-bfcd-eb21f7492d83" providerId="ADAL" clId="{D4909CAD-246C-4A95-8F29-B02AA8BC14F4}" dt="2024-02-13T09:17:08.915" v="508" actId="20577"/>
          <ac:spMkLst>
            <pc:docMk/>
            <pc:sldMk cId="0" sldId="434"/>
            <ac:spMk id="35843" creationId="{4CF47F4A-EC60-4B7D-8F51-BAD916469B95}"/>
          </ac:spMkLst>
        </pc:spChg>
        <pc:spChg chg="mod">
          <ac:chgData name="TARA FRYAD HENARI" userId="2fb9e235-c2d7-409a-bfcd-eb21f7492d83" providerId="ADAL" clId="{D4909CAD-246C-4A95-8F29-B02AA8BC14F4}" dt="2024-02-12T09:21:03.750" v="32"/>
          <ac:spMkLst>
            <pc:docMk/>
            <pc:sldMk cId="0" sldId="434"/>
            <ac:spMk id="69634" creationId="{B23C18D3-4385-4558-AD38-126D12BC8327}"/>
          </ac:spMkLst>
        </pc:spChg>
      </pc:sldChg>
      <pc:sldChg chg="modSp mod modNotesTx">
        <pc:chgData name="TARA FRYAD HENARI" userId="2fb9e235-c2d7-409a-bfcd-eb21f7492d83" providerId="ADAL" clId="{D4909CAD-246C-4A95-8F29-B02AA8BC14F4}" dt="2024-02-13T09:18:47.878" v="515" actId="20577"/>
        <pc:sldMkLst>
          <pc:docMk/>
          <pc:sldMk cId="0" sldId="435"/>
        </pc:sldMkLst>
        <pc:spChg chg="mod">
          <ac:chgData name="TARA FRYAD HENARI" userId="2fb9e235-c2d7-409a-bfcd-eb21f7492d83" providerId="ADAL" clId="{D4909CAD-246C-4A95-8F29-B02AA8BC14F4}" dt="2024-02-12T09:21:03.750" v="32"/>
          <ac:spMkLst>
            <pc:docMk/>
            <pc:sldMk cId="0" sldId="435"/>
            <ac:spMk id="71682" creationId="{B742AB30-59DC-4188-92D5-42C08757F5CE}"/>
          </ac:spMkLst>
        </pc:spChg>
        <pc:spChg chg="mod">
          <ac:chgData name="TARA FRYAD HENARI" userId="2fb9e235-c2d7-409a-bfcd-eb21f7492d83" providerId="ADAL" clId="{D4909CAD-246C-4A95-8F29-B02AA8BC14F4}" dt="2024-02-13T09:18:42.664" v="512" actId="27636"/>
          <ac:spMkLst>
            <pc:docMk/>
            <pc:sldMk cId="0" sldId="435"/>
            <ac:spMk id="71683" creationId="{9880DB14-793C-4763-A767-FC1BEE7C516B}"/>
          </ac:spMkLst>
        </pc:spChg>
      </pc:sldChg>
      <pc:sldChg chg="addSp delSp modSp mod setBg modNotesTx">
        <pc:chgData name="TARA FRYAD HENARI" userId="2fb9e235-c2d7-409a-bfcd-eb21f7492d83" providerId="ADAL" clId="{D4909CAD-246C-4A95-8F29-B02AA8BC14F4}" dt="2024-02-13T09:26:59.552" v="548" actId="27636"/>
        <pc:sldMkLst>
          <pc:docMk/>
          <pc:sldMk cId="0" sldId="436"/>
        </pc:sldMkLst>
        <pc:spChg chg="add">
          <ac:chgData name="TARA FRYAD HENARI" userId="2fb9e235-c2d7-409a-bfcd-eb21f7492d83" providerId="ADAL" clId="{D4909CAD-246C-4A95-8F29-B02AA8BC14F4}" dt="2024-02-13T09:19:41.452" v="529"/>
          <ac:spMkLst>
            <pc:docMk/>
            <pc:sldMk cId="0" sldId="436"/>
            <ac:spMk id="2" creationId="{96A2FCAD-4873-E149-645C-AE8739DB75F4}"/>
          </ac:spMkLst>
        </pc:spChg>
        <pc:spChg chg="add del mod">
          <ac:chgData name="TARA FRYAD HENARI" userId="2fb9e235-c2d7-409a-bfcd-eb21f7492d83" providerId="ADAL" clId="{D4909CAD-246C-4A95-8F29-B02AA8BC14F4}" dt="2024-02-13T09:19:59.936" v="532" actId="478"/>
          <ac:spMkLst>
            <pc:docMk/>
            <pc:sldMk cId="0" sldId="436"/>
            <ac:spMk id="3" creationId="{15ADBE29-BF9B-22BC-501E-3BEF832031BA}"/>
          </ac:spMkLst>
        </pc:spChg>
        <pc:spChg chg="mod">
          <ac:chgData name="TARA FRYAD HENARI" userId="2fb9e235-c2d7-409a-bfcd-eb21f7492d83" providerId="ADAL" clId="{D4909CAD-246C-4A95-8F29-B02AA8BC14F4}" dt="2024-02-13T09:21:30.337" v="541" actId="26606"/>
          <ac:spMkLst>
            <pc:docMk/>
            <pc:sldMk cId="0" sldId="436"/>
            <ac:spMk id="73730" creationId="{762D6117-3472-471D-839F-7AAA79DC8203}"/>
          </ac:spMkLst>
        </pc:spChg>
        <pc:spChg chg="mod">
          <ac:chgData name="TARA FRYAD HENARI" userId="2fb9e235-c2d7-409a-bfcd-eb21f7492d83" providerId="ADAL" clId="{D4909CAD-246C-4A95-8F29-B02AA8BC14F4}" dt="2024-02-13T09:26:59.552" v="548" actId="27636"/>
          <ac:spMkLst>
            <pc:docMk/>
            <pc:sldMk cId="0" sldId="436"/>
            <ac:spMk id="73731" creationId="{530BDDA9-9D81-4549-9861-28D675F19742}"/>
          </ac:spMkLst>
        </pc:spChg>
        <pc:picChg chg="add mod">
          <ac:chgData name="TARA FRYAD HENARI" userId="2fb9e235-c2d7-409a-bfcd-eb21f7492d83" providerId="ADAL" clId="{D4909CAD-246C-4A95-8F29-B02AA8BC14F4}" dt="2024-02-13T09:21:16.878" v="536" actId="14100"/>
          <ac:picMkLst>
            <pc:docMk/>
            <pc:sldMk cId="0" sldId="436"/>
            <ac:picMk id="4102" creationId="{B176D0F1-6E2E-37D2-34A8-55472A20C6D4}"/>
          </ac:picMkLst>
        </pc:picChg>
        <pc:picChg chg="add mod">
          <ac:chgData name="TARA FRYAD HENARI" userId="2fb9e235-c2d7-409a-bfcd-eb21f7492d83" providerId="ADAL" clId="{D4909CAD-246C-4A95-8F29-B02AA8BC14F4}" dt="2024-02-13T09:21:30.337" v="541" actId="26606"/>
          <ac:picMkLst>
            <pc:docMk/>
            <pc:sldMk cId="0" sldId="436"/>
            <ac:picMk id="4104" creationId="{67A778FC-56DF-6BB5-E390-6D6229B5B92A}"/>
          </ac:picMkLst>
        </pc:picChg>
      </pc:sldChg>
      <pc:sldChg chg="modSp mod">
        <pc:chgData name="TARA FRYAD HENARI" userId="2fb9e235-c2d7-409a-bfcd-eb21f7492d83" providerId="ADAL" clId="{D4909CAD-246C-4A95-8F29-B02AA8BC14F4}" dt="2024-02-12T09:36:14.423" v="228"/>
        <pc:sldMkLst>
          <pc:docMk/>
          <pc:sldMk cId="0" sldId="437"/>
        </pc:sldMkLst>
        <pc:spChg chg="mod">
          <ac:chgData name="TARA FRYAD HENARI" userId="2fb9e235-c2d7-409a-bfcd-eb21f7492d83" providerId="ADAL" clId="{D4909CAD-246C-4A95-8F29-B02AA8BC14F4}" dt="2024-02-12T09:21:03.750" v="32"/>
          <ac:spMkLst>
            <pc:docMk/>
            <pc:sldMk cId="0" sldId="437"/>
            <ac:spMk id="46082" creationId="{E978414E-CFAE-470F-B0BE-11B6A211C136}"/>
          </ac:spMkLst>
        </pc:spChg>
        <pc:spChg chg="mod">
          <ac:chgData name="TARA FRYAD HENARI" userId="2fb9e235-c2d7-409a-bfcd-eb21f7492d83" providerId="ADAL" clId="{D4909CAD-246C-4A95-8F29-B02AA8BC14F4}" dt="2024-02-12T09:36:14.423" v="228"/>
          <ac:spMkLst>
            <pc:docMk/>
            <pc:sldMk cId="0" sldId="437"/>
            <ac:spMk id="46083" creationId="{F021A9E5-0517-4FB2-8B10-DFF72E14BD92}"/>
          </ac:spMkLst>
        </pc:spChg>
      </pc:sldChg>
      <pc:sldChg chg="del">
        <pc:chgData name="TARA FRYAD HENARI" userId="2fb9e235-c2d7-409a-bfcd-eb21f7492d83" providerId="ADAL" clId="{D4909CAD-246C-4A95-8F29-B02AA8BC14F4}" dt="2024-02-12T09:36:36.534" v="229" actId="47"/>
        <pc:sldMkLst>
          <pc:docMk/>
          <pc:sldMk cId="0" sldId="438"/>
        </pc:sldMkLst>
      </pc:sldChg>
      <pc:sldChg chg="del">
        <pc:chgData name="TARA FRYAD HENARI" userId="2fb9e235-c2d7-409a-bfcd-eb21f7492d83" providerId="ADAL" clId="{D4909CAD-246C-4A95-8F29-B02AA8BC14F4}" dt="2024-02-12T09:31:59.479" v="161" actId="2696"/>
        <pc:sldMkLst>
          <pc:docMk/>
          <pc:sldMk cId="0" sldId="439"/>
        </pc:sldMkLst>
      </pc:sldChg>
      <pc:sldChg chg="del">
        <pc:chgData name="TARA FRYAD HENARI" userId="2fb9e235-c2d7-409a-bfcd-eb21f7492d83" providerId="ADAL" clId="{D4909CAD-246C-4A95-8F29-B02AA8BC14F4}" dt="2024-02-12T09:23:32.083" v="73" actId="47"/>
        <pc:sldMkLst>
          <pc:docMk/>
          <pc:sldMk cId="0" sldId="440"/>
        </pc:sldMkLst>
      </pc:sldChg>
      <pc:sldChg chg="del">
        <pc:chgData name="TARA FRYAD HENARI" userId="2fb9e235-c2d7-409a-bfcd-eb21f7492d83" providerId="ADAL" clId="{D4909CAD-246C-4A95-8F29-B02AA8BC14F4}" dt="2024-02-13T09:09:24.932" v="426" actId="2696"/>
        <pc:sldMkLst>
          <pc:docMk/>
          <pc:sldMk cId="0" sldId="441"/>
        </pc:sldMkLst>
      </pc:sldChg>
      <pc:sldChg chg="modSp add mod modNotesTx">
        <pc:chgData name="TARA FRYAD HENARI" userId="2fb9e235-c2d7-409a-bfcd-eb21f7492d83" providerId="ADAL" clId="{D4909CAD-246C-4A95-8F29-B02AA8BC14F4}" dt="2024-02-12T09:49:16.787" v="290" actId="20577"/>
        <pc:sldMkLst>
          <pc:docMk/>
          <pc:sldMk cId="870461553" sldId="538"/>
        </pc:sldMkLst>
        <pc:spChg chg="mod">
          <ac:chgData name="TARA FRYAD HENARI" userId="2fb9e235-c2d7-409a-bfcd-eb21f7492d83" providerId="ADAL" clId="{D4909CAD-246C-4A95-8F29-B02AA8BC14F4}" dt="2024-02-12T09:48:36.519" v="285" actId="207"/>
          <ac:spMkLst>
            <pc:docMk/>
            <pc:sldMk cId="870461553" sldId="538"/>
            <ac:spMk id="4" creationId="{00000000-0000-0000-0000-000000000000}"/>
          </ac:spMkLst>
        </pc:spChg>
        <pc:spChg chg="mod">
          <ac:chgData name="TARA FRYAD HENARI" userId="2fb9e235-c2d7-409a-bfcd-eb21f7492d83" providerId="ADAL" clId="{D4909CAD-246C-4A95-8F29-B02AA8BC14F4}" dt="2024-02-12T09:49:09.684" v="289" actId="113"/>
          <ac:spMkLst>
            <pc:docMk/>
            <pc:sldMk cId="870461553" sldId="538"/>
            <ac:spMk id="5" creationId="{00000000-0000-0000-0000-000000000000}"/>
          </ac:spMkLst>
        </pc:spChg>
      </pc:sldChg>
      <pc:sldMasterChg chg="addSp modSldLayout">
        <pc:chgData name="TARA FRYAD HENARI" userId="2fb9e235-c2d7-409a-bfcd-eb21f7492d83" providerId="ADAL" clId="{D4909CAD-246C-4A95-8F29-B02AA8BC14F4}" dt="2024-02-12T09:19:51.317" v="0"/>
        <pc:sldMasterMkLst>
          <pc:docMk/>
          <pc:sldMasterMk cId="3545207682" sldId="2147483782"/>
        </pc:sldMasterMkLst>
        <pc:spChg chg="add">
          <ac:chgData name="TARA FRYAD HENARI" userId="2fb9e235-c2d7-409a-bfcd-eb21f7492d83" providerId="ADAL" clId="{D4909CAD-246C-4A95-8F29-B02AA8BC14F4}" dt="2024-02-12T09:19:51.317" v="0"/>
          <ac:spMkLst>
            <pc:docMk/>
            <pc:sldMasterMk cId="3545207682" sldId="2147483782"/>
            <ac:spMk id="8" creationId="{8E65D7F2-28AE-269C-5A06-2F1E4CE767DD}"/>
          </ac:spMkLst>
        </pc:spChg>
        <pc:picChg chg="add">
          <ac:chgData name="TARA FRYAD HENARI" userId="2fb9e235-c2d7-409a-bfcd-eb21f7492d83" providerId="ADAL" clId="{D4909CAD-246C-4A95-8F29-B02AA8BC14F4}" dt="2024-02-12T09:19:51.317" v="0"/>
          <ac:picMkLst>
            <pc:docMk/>
            <pc:sldMasterMk cId="3545207682" sldId="2147483782"/>
            <ac:picMk id="7" creationId="{B598957C-1DC2-B2C6-96FA-F96545882EC7}"/>
          </ac:picMkLst>
        </pc:picChg>
        <pc:sldLayoutChg chg="addSp">
          <pc:chgData name="TARA FRYAD HENARI" userId="2fb9e235-c2d7-409a-bfcd-eb21f7492d83" providerId="ADAL" clId="{D4909CAD-246C-4A95-8F29-B02AA8BC14F4}" dt="2024-02-12T09:19:51.317" v="0"/>
          <pc:sldLayoutMkLst>
            <pc:docMk/>
            <pc:sldMasterMk cId="3545207682" sldId="2147483782"/>
            <pc:sldLayoutMk cId="3215723616" sldId="2147483789"/>
          </pc:sldLayoutMkLst>
          <pc:spChg chg="add">
            <ac:chgData name="TARA FRYAD HENARI" userId="2fb9e235-c2d7-409a-bfcd-eb21f7492d83" providerId="ADAL" clId="{D4909CAD-246C-4A95-8F29-B02AA8BC14F4}" dt="2024-02-12T09:19:51.317" v="0"/>
            <ac:spMkLst>
              <pc:docMk/>
              <pc:sldMasterMk cId="3545207682" sldId="2147483782"/>
              <pc:sldLayoutMk cId="3215723616" sldId="2147483789"/>
              <ac:spMk id="7" creationId="{D662CB60-EF3C-0DAD-3EBA-5B6F50521F51}"/>
            </ac:spMkLst>
          </pc:spChg>
          <pc:picChg chg="add">
            <ac:chgData name="TARA FRYAD HENARI" userId="2fb9e235-c2d7-409a-bfcd-eb21f7492d83" providerId="ADAL" clId="{D4909CAD-246C-4A95-8F29-B02AA8BC14F4}" dt="2024-02-12T09:19:51.317" v="0"/>
            <ac:picMkLst>
              <pc:docMk/>
              <pc:sldMasterMk cId="3545207682" sldId="2147483782"/>
              <pc:sldLayoutMk cId="3215723616" sldId="2147483789"/>
              <ac:picMk id="6" creationId="{A5036A1B-5D59-9ED6-A82B-EF76006CD847}"/>
            </ac:picMkLst>
          </pc:picChg>
        </pc:sldLayoutChg>
      </pc:sldMasterChg>
      <pc:sldMasterChg chg="addSp modSldLayout">
        <pc:chgData name="TARA FRYAD HENARI" userId="2fb9e235-c2d7-409a-bfcd-eb21f7492d83" providerId="ADAL" clId="{D4909CAD-246C-4A95-8F29-B02AA8BC14F4}" dt="2024-02-12T09:19:58.446" v="11"/>
        <pc:sldMasterMkLst>
          <pc:docMk/>
          <pc:sldMasterMk cId="2032410551" sldId="2147483804"/>
        </pc:sldMasterMkLst>
        <pc:spChg chg="add">
          <ac:chgData name="TARA FRYAD HENARI" userId="2fb9e235-c2d7-409a-bfcd-eb21f7492d83" providerId="ADAL" clId="{D4909CAD-246C-4A95-8F29-B02AA8BC14F4}" dt="2024-02-12T09:19:58.446" v="11"/>
          <ac:spMkLst>
            <pc:docMk/>
            <pc:sldMasterMk cId="2032410551" sldId="2147483804"/>
            <ac:spMk id="11" creationId="{931A39C7-D61B-F5FB-54D0-59DF957D6740}"/>
          </ac:spMkLst>
        </pc:spChg>
        <pc:picChg chg="add">
          <ac:chgData name="TARA FRYAD HENARI" userId="2fb9e235-c2d7-409a-bfcd-eb21f7492d83" providerId="ADAL" clId="{D4909CAD-246C-4A95-8F29-B02AA8BC14F4}" dt="2024-02-12T09:19:58.446" v="11"/>
          <ac:picMkLst>
            <pc:docMk/>
            <pc:sldMasterMk cId="2032410551" sldId="2147483804"/>
            <ac:picMk id="8" creationId="{C40E91E3-7D44-0517-A6F9-03E2AB828DE4}"/>
          </ac:picMkLst>
        </pc:picChg>
        <pc:sldLayoutChg chg="addSp">
          <pc:chgData name="TARA FRYAD HENARI" userId="2fb9e235-c2d7-409a-bfcd-eb21f7492d83" providerId="ADAL" clId="{D4909CAD-246C-4A95-8F29-B02AA8BC14F4}" dt="2024-02-12T09:19:58.446" v="11"/>
          <pc:sldLayoutMkLst>
            <pc:docMk/>
            <pc:sldMasterMk cId="2032410551" sldId="2147483804"/>
            <pc:sldLayoutMk cId="2223936179" sldId="2147483811"/>
          </pc:sldLayoutMkLst>
          <pc:spChg chg="add">
            <ac:chgData name="TARA FRYAD HENARI" userId="2fb9e235-c2d7-409a-bfcd-eb21f7492d83" providerId="ADAL" clId="{D4909CAD-246C-4A95-8F29-B02AA8BC14F4}" dt="2024-02-12T09:19:58.446" v="11"/>
            <ac:spMkLst>
              <pc:docMk/>
              <pc:sldMasterMk cId="2032410551" sldId="2147483804"/>
              <pc:sldLayoutMk cId="2223936179" sldId="2147483811"/>
              <ac:spMk id="3" creationId="{1D952714-148E-61EC-D6BB-AA528667ADA6}"/>
            </ac:spMkLst>
          </pc:spChg>
          <pc:picChg chg="add">
            <ac:chgData name="TARA FRYAD HENARI" userId="2fb9e235-c2d7-409a-bfcd-eb21f7492d83" providerId="ADAL" clId="{D4909CAD-246C-4A95-8F29-B02AA8BC14F4}" dt="2024-02-12T09:19:58.446" v="11"/>
            <ac:picMkLst>
              <pc:docMk/>
              <pc:sldMasterMk cId="2032410551" sldId="2147483804"/>
              <pc:sldLayoutMk cId="2223936179" sldId="2147483811"/>
              <ac:picMk id="2" creationId="{D46F34B4-1677-AAEC-5743-E61D7033252A}"/>
            </ac:picMkLst>
          </pc:picChg>
        </pc:sldLayoutChg>
      </pc:sldMasterChg>
      <pc:sldMasterChg chg="addSp delSldLayout modSldLayout">
        <pc:chgData name="TARA FRYAD HENARI" userId="2fb9e235-c2d7-409a-bfcd-eb21f7492d83" providerId="ADAL" clId="{D4909CAD-246C-4A95-8F29-B02AA8BC14F4}" dt="2024-02-13T09:21:39.549" v="543" actId="2696"/>
        <pc:sldMasterMkLst>
          <pc:docMk/>
          <pc:sldMasterMk cId="797877865" sldId="2147483820"/>
        </pc:sldMasterMkLst>
        <pc:spChg chg="add">
          <ac:chgData name="TARA FRYAD HENARI" userId="2fb9e235-c2d7-409a-bfcd-eb21f7492d83" providerId="ADAL" clId="{D4909CAD-246C-4A95-8F29-B02AA8BC14F4}" dt="2024-02-12T09:21:03.750" v="32"/>
          <ac:spMkLst>
            <pc:docMk/>
            <pc:sldMasterMk cId="797877865" sldId="2147483820"/>
            <ac:spMk id="8" creationId="{025766DE-6CB8-C6C1-F47D-EF161240B1CE}"/>
          </ac:spMkLst>
        </pc:spChg>
        <pc:picChg chg="add">
          <ac:chgData name="TARA FRYAD HENARI" userId="2fb9e235-c2d7-409a-bfcd-eb21f7492d83" providerId="ADAL" clId="{D4909CAD-246C-4A95-8F29-B02AA8BC14F4}" dt="2024-02-12T09:21:03.750" v="32"/>
          <ac:picMkLst>
            <pc:docMk/>
            <pc:sldMasterMk cId="797877865" sldId="2147483820"/>
            <ac:picMk id="7" creationId="{BF78C1FA-4931-7577-638E-B62148506614}"/>
          </ac:picMkLst>
        </pc:picChg>
        <pc:sldLayoutChg chg="addSp">
          <pc:chgData name="TARA FRYAD HENARI" userId="2fb9e235-c2d7-409a-bfcd-eb21f7492d83" providerId="ADAL" clId="{D4909CAD-246C-4A95-8F29-B02AA8BC14F4}" dt="2024-02-12T09:21:03.750" v="32"/>
          <pc:sldLayoutMkLst>
            <pc:docMk/>
            <pc:sldMasterMk cId="797877865" sldId="2147483820"/>
            <pc:sldLayoutMk cId="2790362765" sldId="2147483827"/>
          </pc:sldLayoutMkLst>
          <pc:spChg chg="add">
            <ac:chgData name="TARA FRYAD HENARI" userId="2fb9e235-c2d7-409a-bfcd-eb21f7492d83" providerId="ADAL" clId="{D4909CAD-246C-4A95-8F29-B02AA8BC14F4}" dt="2024-02-12T09:21:03.750" v="32"/>
            <ac:spMkLst>
              <pc:docMk/>
              <pc:sldMasterMk cId="797877865" sldId="2147483820"/>
              <pc:sldLayoutMk cId="2790362765" sldId="2147483827"/>
              <ac:spMk id="6" creationId="{9893BAF9-3E1E-61B6-C995-AB7CA9003681}"/>
            </ac:spMkLst>
          </pc:spChg>
          <pc:picChg chg="add">
            <ac:chgData name="TARA FRYAD HENARI" userId="2fb9e235-c2d7-409a-bfcd-eb21f7492d83" providerId="ADAL" clId="{D4909CAD-246C-4A95-8F29-B02AA8BC14F4}" dt="2024-02-12T09:21:03.750" v="32"/>
            <ac:picMkLst>
              <pc:docMk/>
              <pc:sldMasterMk cId="797877865" sldId="2147483820"/>
              <pc:sldLayoutMk cId="2790362765" sldId="2147483827"/>
              <ac:picMk id="5" creationId="{2746979F-8D24-A272-B1A4-542DFF0B03C2}"/>
            </ac:picMkLst>
          </pc:picChg>
        </pc:sldLayoutChg>
        <pc:sldLayoutChg chg="del">
          <pc:chgData name="TARA FRYAD HENARI" userId="2fb9e235-c2d7-409a-bfcd-eb21f7492d83" providerId="ADAL" clId="{D4909CAD-246C-4A95-8F29-B02AA8BC14F4}" dt="2024-02-13T09:21:39.549" v="543" actId="2696"/>
          <pc:sldLayoutMkLst>
            <pc:docMk/>
            <pc:sldMasterMk cId="797877865" sldId="2147483820"/>
            <pc:sldLayoutMk cId="1030335737" sldId="2147483834"/>
          </pc:sldLayoutMkLst>
        </pc:sldLayoutChg>
      </pc:sldMasterChg>
    </pc:docChg>
  </pc:docChgLst>
  <pc:docChgLst>
    <pc:chgData name="TARA FRYAD HENARI" userId="S::thenari@uob.edu.bh::2fb9e235-c2d7-409a-bfcd-eb21f7492d83" providerId="AD" clId="Web-{E091373C-467B-0286-1551-76283EA1F38E}"/>
    <pc:docChg chg="sldOrd">
      <pc:chgData name="TARA FRYAD HENARI" userId="S::thenari@uob.edu.bh::2fb9e235-c2d7-409a-bfcd-eb21f7492d83" providerId="AD" clId="Web-{E091373C-467B-0286-1551-76283EA1F38E}" dt="2023-12-07T08:20:43.884" v="1"/>
      <pc:docMkLst>
        <pc:docMk/>
      </pc:docMkLst>
      <pc:sldChg chg="ord">
        <pc:chgData name="TARA FRYAD HENARI" userId="S::thenari@uob.edu.bh::2fb9e235-c2d7-409a-bfcd-eb21f7492d83" providerId="AD" clId="Web-{E091373C-467B-0286-1551-76283EA1F38E}" dt="2023-12-07T08:20:43.884" v="1"/>
        <pc:sldMkLst>
          <pc:docMk/>
          <pc:sldMk cId="0" sldId="41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C0EFAE-72AB-4643-901F-C66AD6424F5A}"/>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987480D9-DF8B-411C-ADF4-F96C827CF1BD}"/>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7825BA37-389A-462B-A5A3-ABC174085D18}" type="datetimeFigureOut">
              <a:rPr lang="en-US"/>
              <a:pPr>
                <a:defRPr/>
              </a:pPr>
              <a:t>25/09/2024</a:t>
            </a:fld>
            <a:endParaRPr lang="en-US" dirty="0"/>
          </a:p>
        </p:txBody>
      </p:sp>
      <p:sp>
        <p:nvSpPr>
          <p:cNvPr id="4" name="Footer Placeholder 3">
            <a:extLst>
              <a:ext uri="{FF2B5EF4-FFF2-40B4-BE49-F238E27FC236}">
                <a16:creationId xmlns:a16="http://schemas.microsoft.com/office/drawing/2014/main" id="{FDFC0EC4-5DF3-460C-AD84-60F4ACBECFBF}"/>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41B56B0-1B90-4B88-A2ED-74418A67AFCB}"/>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02DFA8F1-BA60-4DA6-980B-954F6FBE2421}"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CD13AD-9239-415C-8A8A-9225BA8F4325}"/>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A73358B-54A3-4176-8631-E8269924ACE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4412C2FA-CE7F-4CD4-8742-6A366A3484FF}" type="datetimeFigureOut">
              <a:rPr lang="en-US"/>
              <a:pPr>
                <a:defRPr/>
              </a:pPr>
              <a:t>25/09/2024</a:t>
            </a:fld>
            <a:endParaRPr lang="en-US" dirty="0"/>
          </a:p>
        </p:txBody>
      </p:sp>
      <p:sp>
        <p:nvSpPr>
          <p:cNvPr id="4" name="Slide Image Placeholder 3">
            <a:extLst>
              <a:ext uri="{FF2B5EF4-FFF2-40B4-BE49-F238E27FC236}">
                <a16:creationId xmlns:a16="http://schemas.microsoft.com/office/drawing/2014/main" id="{C7ACCC20-43A5-4270-A0CC-ABFC54226BF5}"/>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EB1FE564-8A50-47C4-BFAB-F490D5BC50A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C119578-54B8-4842-B631-C7ED744A23A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1189DE6-8E99-4BD1-8614-A84649C6256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8AF9E8F-2666-4F86-8B31-E12788A1FCE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B12B0D22-8FD9-452A-BE47-15EDFA7DA2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A6C5F554-2BC2-4814-B347-1F1B046496E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 New Roman" panose="02020603050405020304" pitchFamily="18" charset="0"/>
              </a:rPr>
              <a:t>This chapter examines the ethical, social, and political issues raised by information systems. It can be useful to ask students to help you put together a list of these issues categorized into ethical, social, and political columns. </a:t>
            </a:r>
          </a:p>
        </p:txBody>
      </p:sp>
      <p:sp>
        <p:nvSpPr>
          <p:cNvPr id="10244" name="Slide Number Placeholder 3">
            <a:extLst>
              <a:ext uri="{FF2B5EF4-FFF2-40B4-BE49-F238E27FC236}">
                <a16:creationId xmlns:a16="http://schemas.microsoft.com/office/drawing/2014/main" id="{E0A76339-7C5F-4DA4-A7B6-382B6C453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67D1752-2C53-44DA-BF1D-47D406762793}"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2FC30F4-B7EC-4BFD-9FB9-1901FB7A6A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CE0D2822-1802-4F98-8EE1-1DF0E4DF84A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Times New Roman" panose="02020603050405020304" pitchFamily="18" charset="0"/>
              </a:rPr>
              <a:t>There are numerous examples of business ethical failures to ask students about. You could ask how information systems or their absence might have been related to the recent financial crisis in the United States, the investment banks that have suffered heavy losses, and individuals who were able to defraud investors of millions. What role did IS have in this crisis? The Madoff Ponzi scheme is instructive: systems were used for more than twenty years to fool investors, regulators, and investigators about the true nature of Madoff</a:t>
            </a:r>
            <a:r>
              <a:rPr lang="en-US" altLang="ja-JP" dirty="0">
                <a:latin typeface="Times New Roman" panose="02020603050405020304" pitchFamily="18" charset="0"/>
                <a:ea typeface="MS PGothic" panose="020B0600070205080204" pitchFamily="34" charset="-128"/>
                <a:cs typeface="Arial" panose="020B0604020202020204" pitchFamily="34" charset="0"/>
              </a:rPr>
              <a:t>’s business. </a:t>
            </a:r>
          </a:p>
          <a:p>
            <a:pPr eaLnBrk="1" hangingPunct="1">
              <a:spcBef>
                <a:spcPct val="0"/>
              </a:spcBef>
            </a:pPr>
            <a:endParaRPr lang="en-US" altLang="ja-JP" dirty="0">
              <a:ea typeface="MS PGothic" panose="020B0600070205080204" pitchFamily="34" charset="-128"/>
              <a:cs typeface="Arial" panose="020B0604020202020204" pitchFamily="34" charset="0"/>
            </a:endParaRPr>
          </a:p>
        </p:txBody>
      </p:sp>
      <p:sp>
        <p:nvSpPr>
          <p:cNvPr id="19460" name="Slide Number Placeholder 3">
            <a:extLst>
              <a:ext uri="{FF2B5EF4-FFF2-40B4-BE49-F238E27FC236}">
                <a16:creationId xmlns:a16="http://schemas.microsoft.com/office/drawing/2014/main" id="{8CAD8760-4381-4107-B873-329D0C438D6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2133BA-50DE-4915-818B-E594D4188DDF}" type="slidenum">
              <a:rPr lang="en-US" altLang="en-US"/>
              <a:pPr/>
              <a:t>3</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B74A6349-FED0-4BCE-A3DE-FBC37AAFC3B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869B09D1-457A-4E8F-A93D-6D64ED6731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latin typeface="Times New Roman" panose="02020603050405020304" pitchFamily="18" charset="0"/>
            </a:endParaRPr>
          </a:p>
        </p:txBody>
      </p:sp>
      <p:sp>
        <p:nvSpPr>
          <p:cNvPr id="21508" name="Slide Number Placeholder 3">
            <a:extLst>
              <a:ext uri="{FF2B5EF4-FFF2-40B4-BE49-F238E27FC236}">
                <a16:creationId xmlns:a16="http://schemas.microsoft.com/office/drawing/2014/main" id="{F8217DA2-089E-406A-AEA9-6C3B134A828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03111D9-36EE-4154-A345-D96A122627B0}" type="slidenum">
              <a:rPr lang="en-US" altLang="en-US"/>
              <a:pPr/>
              <a:t>4</a:t>
            </a:fld>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CA0D5522-B386-4612-A370-DE9149ABE6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6B29C934-7210-4137-A2F6-A5A046926D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 New Roman" panose="02020603050405020304" pitchFamily="18" charset="0"/>
              </a:rPr>
              <a:t>Can students provide any examples of how IT has challenged some area of ethics, social life, or legal arrangements?</a:t>
            </a:r>
          </a:p>
        </p:txBody>
      </p:sp>
      <p:sp>
        <p:nvSpPr>
          <p:cNvPr id="23556" name="Slide Number Placeholder 3">
            <a:extLst>
              <a:ext uri="{FF2B5EF4-FFF2-40B4-BE49-F238E27FC236}">
                <a16:creationId xmlns:a16="http://schemas.microsoft.com/office/drawing/2014/main" id="{D2B85065-E3E3-43A5-9EDF-CB9A41B0A3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45C6B9-86FF-406A-B6C4-060EC8A8D942}" type="slidenum">
              <a:rPr lang="en-US" altLang="en-US"/>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584C8ADD-ED0D-43B8-B362-C23400CAB1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3F8CF32B-01CD-491A-814F-CE515A6620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4.1, Page 127.</a:t>
            </a:r>
          </a:p>
          <a:p>
            <a:pPr eaLnBrk="1" hangingPunct="1">
              <a:spcBef>
                <a:spcPct val="0"/>
              </a:spcBef>
            </a:pPr>
            <a:endParaRPr lang="en-US" altLang="en-US"/>
          </a:p>
          <a:p>
            <a:pPr eaLnBrk="1" hangingPunct="1">
              <a:spcBef>
                <a:spcPct val="0"/>
              </a:spcBef>
            </a:pPr>
            <a:r>
              <a:rPr lang="en-US" altLang="en-US"/>
              <a:t>The introduction of new information technology has a ripple effect, raising new ethical, social, and political issues that must be dealt with on the individual, social, and political levels. These issues have five moral dimensions: information rights and obligations, property rights and obligations, system quality, quality of life, and accountability and control.</a:t>
            </a:r>
          </a:p>
          <a:p>
            <a:pPr eaLnBrk="1" hangingPunct="1">
              <a:spcBef>
                <a:spcPct val="0"/>
              </a:spcBef>
            </a:pPr>
            <a:endParaRPr lang="en-US" altLang="en-US"/>
          </a:p>
          <a:p>
            <a:pPr eaLnBrk="1" hangingPunct="1">
              <a:spcBef>
                <a:spcPct val="0"/>
              </a:spcBef>
            </a:pPr>
            <a:r>
              <a:rPr lang="en-US" altLang="en-US">
                <a:latin typeface="Times New Roman" panose="02020603050405020304" pitchFamily="18" charset="0"/>
              </a:rPr>
              <a:t>Explain to students that the graphic displays the five moral dimensions listed in the caption. Consider online P2P bit torrent shared music as an example of how a new technology has ethical, social, and eventually political (legal) ramifications. If music can be ripped off, why pay any money for it? Why should anyone care about record labels or artist</a:t>
            </a:r>
            <a:r>
              <a:rPr lang="en-US" altLang="ja-JP">
                <a:latin typeface="Times New Roman" panose="02020603050405020304" pitchFamily="18" charset="0"/>
                <a:ea typeface="MS PGothic" panose="020B0600070205080204" pitchFamily="34" charset="-128"/>
                <a:cs typeface="Arial" panose="020B0604020202020204" pitchFamily="34" charset="0"/>
              </a:rPr>
              <a:t>’s income? </a:t>
            </a:r>
            <a:endParaRPr lang="en-US" altLang="en-US"/>
          </a:p>
          <a:p>
            <a:pPr eaLnBrk="1" hangingPunct="1">
              <a:spcBef>
                <a:spcPct val="0"/>
              </a:spcBef>
            </a:pPr>
            <a:endParaRPr lang="en-US" altLang="en-US"/>
          </a:p>
          <a:p>
            <a:pPr eaLnBrk="1" hangingPunct="1">
              <a:spcBef>
                <a:spcPct val="0"/>
              </a:spcBef>
            </a:pPr>
            <a:endParaRPr lang="en-US" altLang="en-US"/>
          </a:p>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B3276B2E-FE4D-4293-B015-9860C308BCF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B25D71-C9D0-447A-929E-6BF6BB07DF66}" type="slidenum">
              <a:rPr lang="en-US" altLang="en-US"/>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4C39EB0D-48B0-49C9-9778-38ED40F1D44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2BB04646-BF79-4A8D-80F2-27CCB87C20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7652" name="Slide Number Placeholder 3">
            <a:extLst>
              <a:ext uri="{FF2B5EF4-FFF2-40B4-BE49-F238E27FC236}">
                <a16:creationId xmlns:a16="http://schemas.microsoft.com/office/drawing/2014/main" id="{3DC1930F-08C6-42A0-8AED-8F2F009A36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F5DAEE3-098E-416A-A31E-3A49267374F9}" type="slidenum">
              <a:rPr lang="en-US" altLang="en-US"/>
              <a:pPr/>
              <a:t>7</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E1ED5F58-C9A5-4C2E-9E74-CE88A0161B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5FC0CAD7-B5C3-40F3-A278-261A7B34A7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Times New Roman" panose="02020603050405020304" pitchFamily="18" charset="0"/>
              </a:rPr>
              <a:t>Do you</a:t>
            </a:r>
            <a:r>
              <a:rPr lang="en-US" altLang="en-US" baseline="0" dirty="0">
                <a:latin typeface="Times New Roman" panose="02020603050405020304" pitchFamily="18" charset="0"/>
              </a:rPr>
              <a:t> think these are good? Or Bad?  Why?</a:t>
            </a:r>
          </a:p>
          <a:p>
            <a:pPr eaLnBrk="1" hangingPunct="1">
              <a:spcBef>
                <a:spcPct val="0"/>
              </a:spcBef>
            </a:pPr>
            <a:endParaRPr lang="en-US" altLang="en-US" dirty="0"/>
          </a:p>
        </p:txBody>
      </p:sp>
      <p:sp>
        <p:nvSpPr>
          <p:cNvPr id="29700" name="Slide Number Placeholder 3">
            <a:extLst>
              <a:ext uri="{FF2B5EF4-FFF2-40B4-BE49-F238E27FC236}">
                <a16:creationId xmlns:a16="http://schemas.microsoft.com/office/drawing/2014/main" id="{83CCC43A-4929-4230-9468-719A205F912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E37F36B-F529-4DC0-B4F0-3C4E5B666B0D}" type="slidenum">
              <a:rPr lang="en-US" altLang="en-US"/>
              <a:pPr/>
              <a:t>8</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9ED35199-5466-44DA-B2D5-B10AEBC8F0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B027CE70-89B4-4C51-8205-217ED3426B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1748" name="Slide Number Placeholder 3">
            <a:extLst>
              <a:ext uri="{FF2B5EF4-FFF2-40B4-BE49-F238E27FC236}">
                <a16:creationId xmlns:a16="http://schemas.microsoft.com/office/drawing/2014/main" id="{6464888E-0812-4682-A71A-796C4BE4D19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194CA9C-05B0-4078-A018-03A03F181325}" type="slidenum">
              <a:rPr lang="en-US" altLang="en-US"/>
              <a:pPr/>
              <a:t>9</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135B341D-A7B3-44F2-A062-0B751D5A2A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DFBCA226-D9FD-4146-93E7-339323F390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t>Figure 4.2, Page 131</a:t>
            </a:r>
          </a:p>
          <a:p>
            <a:pPr eaLnBrk="1" hangingPunct="1">
              <a:spcBef>
                <a:spcPct val="0"/>
              </a:spcBef>
            </a:pPr>
            <a:endParaRPr lang="en-US" altLang="en-US"/>
          </a:p>
          <a:p>
            <a:pPr eaLnBrk="1" hangingPunct="1">
              <a:spcBef>
                <a:spcPct val="0"/>
              </a:spcBef>
            </a:pPr>
            <a:r>
              <a:rPr lang="en-US" altLang="en-US"/>
              <a:t>NORA technology can take information about people from disparate sources and find obscure, nonobvious relationships. It might discover, for example, that an applicant for a job at a casino shares a telephone number with a known criminal and issue an alert to the hiring manager.</a:t>
            </a:r>
          </a:p>
          <a:p>
            <a:pPr eaLnBrk="1" hangingPunct="1">
              <a:spcBef>
                <a:spcPct val="0"/>
              </a:spcBef>
            </a:pPr>
            <a:endParaRPr lang="en-US" altLang="en-US"/>
          </a:p>
          <a:p>
            <a:pPr eaLnBrk="1" hangingPunct="1">
              <a:spcBef>
                <a:spcPct val="0"/>
              </a:spcBef>
            </a:pPr>
            <a:r>
              <a:rPr lang="en-US" altLang="en-US">
                <a:latin typeface="Times New Roman" panose="02020603050405020304" pitchFamily="18" charset="0"/>
              </a:rPr>
              <a:t>Explain that NORA is used by both the government and the private sector for its profiling capabilities. Ask students to provide potential examples of NORA (other than the one mentioned in the caption) for both governmental and business purposes. One such example might be an airline identifying potential terrorists attempting to board a plane. Another might be government identifying potential terrorists by monitoring phone calls. </a:t>
            </a:r>
            <a:endParaRPr lang="en-US" altLang="en-US"/>
          </a:p>
          <a:p>
            <a:pPr eaLnBrk="1" hangingPunct="1">
              <a:spcBef>
                <a:spcPct val="0"/>
              </a:spcBef>
            </a:pPr>
            <a:endParaRPr lang="en-US" altLang="en-US"/>
          </a:p>
          <a:p>
            <a:pPr eaLnBrk="1" hangingPunct="1">
              <a:spcBef>
                <a:spcPct val="0"/>
              </a:spcBef>
            </a:pPr>
            <a:endParaRPr lang="en-US" altLang="en-US"/>
          </a:p>
        </p:txBody>
      </p:sp>
      <p:sp>
        <p:nvSpPr>
          <p:cNvPr id="33796" name="Slide Number Placeholder 3">
            <a:extLst>
              <a:ext uri="{FF2B5EF4-FFF2-40B4-BE49-F238E27FC236}">
                <a16:creationId xmlns:a16="http://schemas.microsoft.com/office/drawing/2014/main" id="{65F111BD-6A7B-4C7C-8C52-72751D19F5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8A9E3E0-6389-450D-9A29-4900DA38D5A4}" type="slidenum">
              <a:rPr lang="en-US" altLang="en-US"/>
              <a:pPr/>
              <a:t>10</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9E65ACE-D4BA-4553-9E38-AEB7B74E6D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B5E6F5C6-D0D5-4A45-98C0-ADFCD93A13A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Times New Roman" panose="02020603050405020304" pitchFamily="18" charset="0"/>
              </a:rPr>
              <a:t>Explain that information systems do not exist in a vacuum and that these concepts are instrumental in understanding the impact of systems and measuring their success. Ask students why liability and due process are such important ethical concepts? (A rough answer would be that they provide recourse to individuals negatively effected by mismanagement of information systems, providing incentive to </a:t>
            </a:r>
            <a:r>
              <a:rPr lang="ja-JP" altLang="en-US" dirty="0">
                <a:latin typeface="Times New Roman" panose="02020603050405020304" pitchFamily="18" charset="0"/>
                <a:ea typeface="MS PGothic" panose="020B0600070205080204" pitchFamily="34" charset="-128"/>
                <a:cs typeface="Arial" panose="020B0604020202020204" pitchFamily="34" charset="0"/>
              </a:rPr>
              <a:t>“</a:t>
            </a:r>
            <a:r>
              <a:rPr lang="en-US" altLang="ja-JP" dirty="0">
                <a:latin typeface="Times New Roman" panose="02020603050405020304" pitchFamily="18" charset="0"/>
                <a:ea typeface="MS PGothic" panose="020B0600070205080204" pitchFamily="34" charset="-128"/>
                <a:cs typeface="Arial" panose="020B0604020202020204" pitchFamily="34" charset="0"/>
              </a:rPr>
              <a:t>play by the rules</a:t>
            </a:r>
            <a:r>
              <a:rPr lang="ja-JP" altLang="en-US" dirty="0">
                <a:latin typeface="Times New Roman" panose="02020603050405020304" pitchFamily="18" charset="0"/>
                <a:ea typeface="MS PGothic" panose="020B0600070205080204" pitchFamily="34" charset="-128"/>
                <a:cs typeface="Arial" panose="020B0604020202020204" pitchFamily="34" charset="0"/>
              </a:rPr>
              <a:t>”</a:t>
            </a:r>
            <a:r>
              <a:rPr lang="en-US" altLang="ja-JP" dirty="0">
                <a:latin typeface="Times New Roman" panose="02020603050405020304" pitchFamily="18" charset="0"/>
                <a:ea typeface="MS PGothic" panose="020B0600070205080204" pitchFamily="34" charset="-128"/>
                <a:cs typeface="Arial" panose="020B0604020202020204" pitchFamily="34" charset="0"/>
              </a:rPr>
              <a:t>.)</a:t>
            </a:r>
          </a:p>
          <a:p>
            <a:pPr eaLnBrk="1" hangingPunct="1">
              <a:spcBef>
                <a:spcPct val="0"/>
              </a:spcBef>
            </a:pPr>
            <a:endParaRPr lang="en-US" altLang="en-US" dirty="0"/>
          </a:p>
        </p:txBody>
      </p:sp>
      <p:sp>
        <p:nvSpPr>
          <p:cNvPr id="36868" name="Slide Number Placeholder 3">
            <a:extLst>
              <a:ext uri="{FF2B5EF4-FFF2-40B4-BE49-F238E27FC236}">
                <a16:creationId xmlns:a16="http://schemas.microsoft.com/office/drawing/2014/main" id="{5E7463B5-3499-4960-9D65-E0360224635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67C363D-6317-469E-9AAC-A881FEEA3BB2}" type="slidenum">
              <a:rPr lang="en-US" altLang="en-US"/>
              <a:pPr/>
              <a:t>11</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A867D197-E989-4DD3-9356-7992F4AD36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a:extLst>
              <a:ext uri="{FF2B5EF4-FFF2-40B4-BE49-F238E27FC236}">
                <a16:creationId xmlns:a16="http://schemas.microsoft.com/office/drawing/2014/main" id="{2AC43B87-C5F3-4987-A182-0A74384EBA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Times New Roman" panose="02020603050405020304" pitchFamily="18" charset="0"/>
              </a:rPr>
              <a:t>Do students believe that any aspect of ethical analysis is lacking from this process? If so, what? Can students offer a brief example of an ethical dilemma and how they would resolve it using this process? One class exercise is to work with students to identify an ethical situation they are aware of, or that may have been in the news. Then, go through the ethical analysis described in the slide to illustrate the process of analyzing an ethical situation.</a:t>
            </a:r>
          </a:p>
        </p:txBody>
      </p:sp>
      <p:sp>
        <p:nvSpPr>
          <p:cNvPr id="38916" name="Slide Number Placeholder 3">
            <a:extLst>
              <a:ext uri="{FF2B5EF4-FFF2-40B4-BE49-F238E27FC236}">
                <a16:creationId xmlns:a16="http://schemas.microsoft.com/office/drawing/2014/main" id="{38917209-AA72-4683-891C-37930B55A4B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EFD324E-000E-402C-A433-ADF203B9DF89}" type="slidenum">
              <a:rPr lang="en-US" altLang="en-US"/>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A4946BD8-6075-4903-9CD2-ABA86E18C04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6A8468A0-ED94-43E5-9FA8-F1A5DCBAE4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latin typeface="Times New Roman" panose="02020603050405020304" pitchFamily="18" charset="0"/>
              <a:ea typeface="MS PGothic" panose="020B0600070205080204" pitchFamily="34" charset="-128"/>
              <a:cs typeface="Arial" panose="020B0604020202020204" pitchFamily="34" charset="0"/>
            </a:endParaRPr>
          </a:p>
        </p:txBody>
      </p:sp>
      <p:sp>
        <p:nvSpPr>
          <p:cNvPr id="40964" name="Slide Number Placeholder 3">
            <a:extLst>
              <a:ext uri="{FF2B5EF4-FFF2-40B4-BE49-F238E27FC236}">
                <a16:creationId xmlns:a16="http://schemas.microsoft.com/office/drawing/2014/main" id="{DB19D418-503A-44C9-B401-154A4A2E57C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380EAAB-B366-4333-897C-DF6BB4C427AD}" type="slidenum">
              <a:rPr lang="en-US" altLang="en-US"/>
              <a:pPr/>
              <a:t>13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a:extLst>
              <a:ext uri="{FF2B5EF4-FFF2-40B4-BE49-F238E27FC236}">
                <a16:creationId xmlns:a16="http://schemas.microsoft.com/office/drawing/2014/main" id="{BBAB70F1-C4DF-4A66-A0E8-CB86C9CBA5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Notes Placeholder 2">
            <a:extLst>
              <a:ext uri="{FF2B5EF4-FFF2-40B4-BE49-F238E27FC236}">
                <a16:creationId xmlns:a16="http://schemas.microsoft.com/office/drawing/2014/main" id="{486C9757-6021-4B58-95DC-574C4E1076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3012" name="Slide Number Placeholder 3">
            <a:extLst>
              <a:ext uri="{FF2B5EF4-FFF2-40B4-BE49-F238E27FC236}">
                <a16:creationId xmlns:a16="http://schemas.microsoft.com/office/drawing/2014/main" id="{64AFFF16-C903-480B-8C71-A385650ECF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8F5B6CF-5ED5-4002-990A-DE5B44CBD12B}" type="slidenum">
              <a:rPr lang="en-US" altLang="en-US"/>
              <a:pPr/>
              <a:t>14</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928CFC45-AA27-4435-94AC-A1D0AB6E57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202E4C2C-B729-4C81-B060-CE7070D0DA3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5060" name="Slide Number Placeholder 3">
            <a:extLst>
              <a:ext uri="{FF2B5EF4-FFF2-40B4-BE49-F238E27FC236}">
                <a16:creationId xmlns:a16="http://schemas.microsoft.com/office/drawing/2014/main" id="{79C3E1A9-B739-45D5-BD04-4B25FCB3753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E51EDEB-FF8E-438A-AAD8-262D6C7C25B6}" type="slidenum">
              <a:rPr lang="en-US" altLang="en-US"/>
              <a:pPr/>
              <a:t>15</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22006B30-D0E3-4DA1-B709-B7E6A61868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a:extLst>
              <a:ext uri="{FF2B5EF4-FFF2-40B4-BE49-F238E27FC236}">
                <a16:creationId xmlns:a16="http://schemas.microsoft.com/office/drawing/2014/main" id="{FE786C30-C51F-43B8-B0EB-79437399B7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 New Roman" panose="02020603050405020304" pitchFamily="18" charset="0"/>
              </a:rPr>
              <a:t>Other ethical dilemmas include companies trying to use new systems to reduce the size of their workforce, such as telephone companies using automated systems to reduce the need for human operators. Emphasize that in cases like these, right and wrong are not clearly defined, but instead, contrasting values are at odds with one another (companies value productivity, employees value their work).</a:t>
            </a:r>
          </a:p>
          <a:p>
            <a:pPr eaLnBrk="1" hangingPunct="1">
              <a:spcBef>
                <a:spcPct val="0"/>
              </a:spcBef>
            </a:pPr>
            <a:endParaRPr lang="en-US" altLang="en-US"/>
          </a:p>
        </p:txBody>
      </p:sp>
      <p:sp>
        <p:nvSpPr>
          <p:cNvPr id="47108" name="Slide Number Placeholder 3">
            <a:extLst>
              <a:ext uri="{FF2B5EF4-FFF2-40B4-BE49-F238E27FC236}">
                <a16:creationId xmlns:a16="http://schemas.microsoft.com/office/drawing/2014/main" id="{5F0ED3AD-7208-4445-B967-B03A153A38A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1B2927C-349E-448E-8337-79345E350A93}" type="slidenum">
              <a:rPr lang="en-US" altLang="en-US"/>
              <a:pPr/>
              <a:t>16</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B8B1A491-BA66-4BC1-B459-E04445D94C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a:extLst>
              <a:ext uri="{FF2B5EF4-FFF2-40B4-BE49-F238E27FC236}">
                <a16:creationId xmlns:a16="http://schemas.microsoft.com/office/drawing/2014/main" id="{751E5089-E22A-47A1-948C-89DCE5F935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latin typeface="Times New Roman" panose="02020603050405020304" pitchFamily="18" charset="0"/>
              </a:rPr>
              <a:t>Do students believe that there are sufficient protections for privacy in law? If not, what are possible methods of developing appropriate privacy protections? Table 4-3 in the text lists a variety of other laws affecting both the government and private institutions, but few areas of the private sector are as well regulated with respect to privacy. Do an in-class poll and ask students who among them feel they can control the use of their personal information on the Internet. You should get no one raising their hand.</a:t>
            </a:r>
          </a:p>
        </p:txBody>
      </p:sp>
      <p:sp>
        <p:nvSpPr>
          <p:cNvPr id="50180" name="Slide Number Placeholder 3">
            <a:extLst>
              <a:ext uri="{FF2B5EF4-FFF2-40B4-BE49-F238E27FC236}">
                <a16:creationId xmlns:a16="http://schemas.microsoft.com/office/drawing/2014/main" id="{13C40489-5863-4458-944B-9FB223983E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B71CFC0-2B42-4423-ACAA-2B49FDD8F566}" type="slidenum">
              <a:rPr lang="en-US" altLang="en-US"/>
              <a:pPr/>
              <a:t>17</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99AB30C5-8E89-4338-AAC9-4B7EA9D5128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E04B6EA6-6262-4DFD-9EF3-B016183E39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latin typeface="Times New Roman" panose="02020603050405020304" pitchFamily="18" charset="0"/>
            </a:endParaRPr>
          </a:p>
        </p:txBody>
      </p:sp>
      <p:sp>
        <p:nvSpPr>
          <p:cNvPr id="54276" name="Slide Number Placeholder 3">
            <a:extLst>
              <a:ext uri="{FF2B5EF4-FFF2-40B4-BE49-F238E27FC236}">
                <a16:creationId xmlns:a16="http://schemas.microsoft.com/office/drawing/2014/main" id="{44579798-B7DD-4F14-923C-F35AB51779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89E0169-E257-4117-9FA0-9D4F8C3C32DF}" type="slidenum">
              <a:rPr lang="en-US" altLang="en-US"/>
              <a:pPr/>
              <a:t>19</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70640A91-3364-4E43-B1A5-1E639BD5783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a:extLst>
              <a:ext uri="{FF2B5EF4-FFF2-40B4-BE49-F238E27FC236}">
                <a16:creationId xmlns:a16="http://schemas.microsoft.com/office/drawing/2014/main" id="{E87A56AD-B3E2-44BA-B83E-5B0D35BD3D2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latin typeface="Times New Roman" panose="02020603050405020304" pitchFamily="18" charset="0"/>
              <a:ea typeface="MS PGothic" panose="020B0600070205080204" pitchFamily="34" charset="-128"/>
              <a:cs typeface="Arial" panose="020B0604020202020204" pitchFamily="34" charset="0"/>
            </a:endParaRPr>
          </a:p>
        </p:txBody>
      </p:sp>
      <p:sp>
        <p:nvSpPr>
          <p:cNvPr id="56324" name="Slide Number Placeholder 3">
            <a:extLst>
              <a:ext uri="{FF2B5EF4-FFF2-40B4-BE49-F238E27FC236}">
                <a16:creationId xmlns:a16="http://schemas.microsoft.com/office/drawing/2014/main" id="{E66D60E1-36F6-4FA9-AAA9-8F84F694BC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149F62F-1FB3-46F7-9749-2FB497F36AC4}" type="slidenum">
              <a:rPr lang="en-US" altLang="en-US"/>
              <a:pPr/>
              <a:t>20</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36F3F56A-A8B5-4601-AD05-ADBB91685CF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613FF7F6-15CF-4E60-B160-C3D4AF5692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latin typeface="Times New Roman" panose="02020603050405020304" pitchFamily="18" charset="0"/>
              <a:ea typeface="MS PGothic" panose="020B0600070205080204" pitchFamily="34" charset="-128"/>
            </a:endParaRPr>
          </a:p>
        </p:txBody>
      </p:sp>
      <p:sp>
        <p:nvSpPr>
          <p:cNvPr id="61444" name="Slide Number Placeholder 3">
            <a:extLst>
              <a:ext uri="{FF2B5EF4-FFF2-40B4-BE49-F238E27FC236}">
                <a16:creationId xmlns:a16="http://schemas.microsoft.com/office/drawing/2014/main" id="{FBEF6E27-273F-43DA-B070-67A9C861AE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833697-11DF-4EBB-B74C-9711B3336A69}" type="slidenum">
              <a:rPr lang="en-US" altLang="en-US"/>
              <a:pPr/>
              <a:t>22</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9B2FD274-2675-46CB-999D-F575D035759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F430C0A7-4C1B-42CC-B913-B537C3013C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latin typeface="Times New Roman" panose="02020603050405020304" pitchFamily="18" charset="0"/>
              <a:ea typeface="MS PGothic" panose="020B0600070205080204" pitchFamily="34" charset="-128"/>
              <a:cs typeface="Arial" panose="020B0604020202020204" pitchFamily="34" charset="0"/>
            </a:endParaRPr>
          </a:p>
        </p:txBody>
      </p:sp>
      <p:sp>
        <p:nvSpPr>
          <p:cNvPr id="63492" name="Slide Number Placeholder 3">
            <a:extLst>
              <a:ext uri="{FF2B5EF4-FFF2-40B4-BE49-F238E27FC236}">
                <a16:creationId xmlns:a16="http://schemas.microsoft.com/office/drawing/2014/main" id="{9550B46E-5971-4BC2-83CC-638E099779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72BE01-F140-4CD0-A5DA-8A4B080D0A5B}" type="slidenum">
              <a:rPr lang="en-US" altLang="en-US"/>
              <a:pPr/>
              <a:t>23</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1E26645D-6E91-4307-9D6A-7BE839854F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6043AE70-C6EE-4F89-9839-0461E75135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ja-JP" dirty="0">
              <a:latin typeface="Times New Roman" panose="02020603050405020304" pitchFamily="18" charset="0"/>
              <a:ea typeface="MS PGothic" panose="020B0600070205080204" pitchFamily="34" charset="-128"/>
              <a:cs typeface="Arial" panose="020B0604020202020204" pitchFamily="34" charset="0"/>
            </a:endParaRPr>
          </a:p>
        </p:txBody>
      </p:sp>
      <p:sp>
        <p:nvSpPr>
          <p:cNvPr id="66564" name="Slide Number Placeholder 3">
            <a:extLst>
              <a:ext uri="{FF2B5EF4-FFF2-40B4-BE49-F238E27FC236}">
                <a16:creationId xmlns:a16="http://schemas.microsoft.com/office/drawing/2014/main" id="{1A0F4DCC-F363-4C6D-9EE0-D6737BB586F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AC4BBF-910A-4087-89F7-49221535E988}" type="slidenum">
              <a:rPr lang="en-US" altLang="en-US"/>
              <a:pPr/>
              <a:t>24</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70D6ACF4-44FB-45A3-8655-A70CB05D23A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A0B1B9D5-1062-4150-B357-B33B1480775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 New Roman" panose="02020603050405020304" pitchFamily="18" charset="0"/>
              </a:rPr>
              <a:t>Do students have any opinion about when software is </a:t>
            </a:r>
            <a:r>
              <a:rPr lang="ja-JP" altLang="en-US">
                <a:latin typeface="Times New Roman" panose="02020603050405020304" pitchFamily="18" charset="0"/>
                <a:ea typeface="MS PGothic" panose="020B0600070205080204" pitchFamily="34" charset="-128"/>
                <a:cs typeface="Arial" panose="020B0604020202020204" pitchFamily="34" charset="0"/>
              </a:rPr>
              <a:t>“</a:t>
            </a:r>
            <a:r>
              <a:rPr lang="en-US" altLang="ja-JP">
                <a:latin typeface="Times New Roman" panose="02020603050405020304" pitchFamily="18" charset="0"/>
                <a:ea typeface="MS PGothic" panose="020B0600070205080204" pitchFamily="34" charset="-128"/>
                <a:cs typeface="Arial" panose="020B0604020202020204" pitchFamily="34" charset="0"/>
              </a:rPr>
              <a:t>good enough?</a:t>
            </a:r>
            <a:r>
              <a:rPr lang="ja-JP" altLang="en-US">
                <a:latin typeface="Times New Roman" panose="02020603050405020304" pitchFamily="18" charset="0"/>
                <a:ea typeface="MS PGothic" panose="020B0600070205080204" pitchFamily="34" charset="-128"/>
                <a:cs typeface="Arial" panose="020B0604020202020204" pitchFamily="34" charset="0"/>
              </a:rPr>
              <a:t>”</a:t>
            </a:r>
            <a:r>
              <a:rPr lang="en-US" altLang="ja-JP">
                <a:latin typeface="Times New Roman" panose="02020603050405020304" pitchFamily="18" charset="0"/>
                <a:ea typeface="MS PGothic" panose="020B0600070205080204" pitchFamily="34" charset="-128"/>
                <a:cs typeface="Arial" panose="020B0604020202020204" pitchFamily="34" charset="0"/>
              </a:rPr>
              <a:t> Does it depend on the particular product? For example, distinguish between software used by air traffic controllers and software used for word processing. Do students believe that there are different levels of acceptable quality for these products?</a:t>
            </a:r>
          </a:p>
        </p:txBody>
      </p:sp>
      <p:sp>
        <p:nvSpPr>
          <p:cNvPr id="68612" name="Slide Number Placeholder 3">
            <a:extLst>
              <a:ext uri="{FF2B5EF4-FFF2-40B4-BE49-F238E27FC236}">
                <a16:creationId xmlns:a16="http://schemas.microsoft.com/office/drawing/2014/main" id="{5101E7B2-1EA5-4978-BD96-CF1A6338F8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CBC251B-B345-47B9-BBCD-B9F94E27BA14}" type="slidenum">
              <a:rPr lang="en-US" altLang="en-US"/>
              <a:pPr/>
              <a:t>25</a:t>
            </a:fld>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705BBA42-BFA8-4DDD-8DF2-1D3D1889E8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1D8C3086-AD2F-4880-8A50-D0A572630EC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a:latin typeface="Times New Roman" panose="02020603050405020304" pitchFamily="18" charset="0"/>
              </a:rPr>
              <a:t>Ask students whether they have witnessed any of these negative consequences first hand. It</a:t>
            </a:r>
            <a:r>
              <a:rPr lang="en-US" altLang="ja-JP">
                <a:latin typeface="Times New Roman" panose="02020603050405020304" pitchFamily="18" charset="0"/>
                <a:ea typeface="MS PGothic" panose="020B0600070205080204" pitchFamily="34" charset="-128"/>
                <a:cs typeface="Arial" panose="020B0604020202020204" pitchFamily="34" charset="0"/>
              </a:rPr>
              <a:t>'s likely that they know someone who has become dependent on their computer to some extent or have even experienced something similar first hand. Which of the above consequences do students feel is the most alarming?</a:t>
            </a:r>
          </a:p>
        </p:txBody>
      </p:sp>
      <p:sp>
        <p:nvSpPr>
          <p:cNvPr id="70660" name="Slide Number Placeholder 3">
            <a:extLst>
              <a:ext uri="{FF2B5EF4-FFF2-40B4-BE49-F238E27FC236}">
                <a16:creationId xmlns:a16="http://schemas.microsoft.com/office/drawing/2014/main" id="{D55E2291-A624-4B74-A7FC-3F9BD4CAE3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FCAE72-B648-4C88-A925-D27191EEA96E}" type="slidenum">
              <a:rPr lang="en-US" altLang="en-US"/>
              <a:pPr/>
              <a:t>26</a:t>
            </a:fld>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028A308C-7642-47D1-BB38-40783807F7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C3942A63-B7E0-41A3-918E-643C11CCB3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latin typeface="Times New Roman" panose="02020603050405020304" pitchFamily="18" charset="0"/>
            </a:endParaRPr>
          </a:p>
        </p:txBody>
      </p:sp>
      <p:sp>
        <p:nvSpPr>
          <p:cNvPr id="72708" name="Slide Number Placeholder 3">
            <a:extLst>
              <a:ext uri="{FF2B5EF4-FFF2-40B4-BE49-F238E27FC236}">
                <a16:creationId xmlns:a16="http://schemas.microsoft.com/office/drawing/2014/main" id="{7F1D294B-3C83-4913-95B3-94BD5F968E8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9151516-0CE8-4785-977D-C956DA9CB0DD}" type="slidenum">
              <a:rPr lang="en-US" altLang="en-US"/>
              <a:pPr/>
              <a:t>27</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7BC9D1FE-E52C-4404-9A60-A00D4F61CD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16C2CB04-2407-44B6-9438-8FBF3AC28C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latin typeface="Times New Roman" panose="02020603050405020304" pitchFamily="18" charset="0"/>
            </a:endParaRPr>
          </a:p>
        </p:txBody>
      </p:sp>
      <p:sp>
        <p:nvSpPr>
          <p:cNvPr id="74756" name="Slide Number Placeholder 3">
            <a:extLst>
              <a:ext uri="{FF2B5EF4-FFF2-40B4-BE49-F238E27FC236}">
                <a16:creationId xmlns:a16="http://schemas.microsoft.com/office/drawing/2014/main" id="{07F6CD61-952C-4CB8-B784-CDD0914958C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002BE82-3F72-4317-AE60-D5D81E236496}" type="slidenum">
              <a:rPr lang="en-US" altLang="en-US"/>
              <a:pPr/>
              <a:t>28</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AB5FBA55-0AA1-450B-9A2B-B4CF89EE13AC}" type="datetimeFigureOut">
              <a:rPr lang="en-US" smtClean="0"/>
              <a:pPr>
                <a:defRPr/>
              </a:pPr>
              <a:t>25/09/2024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47AD3F1-593F-4DC8-94A6-81722B7AF422}" type="slidenum">
              <a:rPr lang="en-US" altLang="en-US" smtClean="0"/>
              <a:pPr/>
              <a:t>‹#›</a:t>
            </a:fld>
            <a:endParaRPr lang="en-US" altLang="en-US"/>
          </a:p>
        </p:txBody>
      </p:sp>
    </p:spTree>
    <p:extLst>
      <p:ext uri="{BB962C8B-B14F-4D97-AF65-F5344CB8AC3E}">
        <p14:creationId xmlns:p14="http://schemas.microsoft.com/office/powerpoint/2010/main" val="3804667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581192" y="2228003"/>
            <a:ext cx="7989752"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5CD9F40-B12F-4582-86EE-7B5F7677420D}" type="datetimeFigureOut">
              <a:rPr lang="en-US" smtClean="0"/>
              <a:pPr>
                <a:defRPr/>
              </a:pPr>
              <a:t>25/09/2024</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376F198A-2169-427C-B55E-5BC60ADC770B}" type="slidenum">
              <a:rPr lang="en-US" altLang="en-US" smtClean="0"/>
              <a:pPr/>
              <a:t>‹#›</a:t>
            </a:fld>
            <a:endParaRPr lang="en-US" altLang="en-US"/>
          </a:p>
        </p:txBody>
      </p:sp>
    </p:spTree>
    <p:extLst>
      <p:ext uri="{BB962C8B-B14F-4D97-AF65-F5344CB8AC3E}">
        <p14:creationId xmlns:p14="http://schemas.microsoft.com/office/powerpoint/2010/main" val="626067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defRPr/>
            </a:pPr>
            <a:fld id="{BA6E4A6D-EA44-45BA-AF18-F4197391E2C0}" type="datetimeFigureOut">
              <a:rPr lang="en-US" smtClean="0"/>
              <a:pPr>
                <a:defRPr/>
              </a:pPr>
              <a:t>25/09/2024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9FFB9BE-5178-4300-922B-9E5D33E63E5A}" type="slidenum">
              <a:rPr lang="en-US" altLang="en-US" smtClean="0"/>
              <a:pPr/>
              <a:t>‹#›</a:t>
            </a:fld>
            <a:endParaRPr lang="en-US" altLang="en-US"/>
          </a:p>
        </p:txBody>
      </p:sp>
    </p:spTree>
    <p:extLst>
      <p:ext uri="{BB962C8B-B14F-4D97-AF65-F5344CB8AC3E}">
        <p14:creationId xmlns:p14="http://schemas.microsoft.com/office/powerpoint/2010/main" val="1666159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405DAADD-A0AE-4B68-A144-6CB62B73FFB0}" type="datetimeFigureOut">
              <a:rPr lang="en-US" smtClean="0"/>
              <a:pPr>
                <a:defRPr/>
              </a:pPr>
              <a:t>25/09/2024</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1796408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405DAADD-A0AE-4B68-A144-6CB62B73FFB0}" type="datetimeFigureOut">
              <a:rPr lang="en-US" smtClean="0"/>
              <a:pPr>
                <a:defRPr/>
              </a:pPr>
              <a:t>25/09/2024</a:t>
            </a:fld>
            <a:endParaRPr lang="en-US" dirty="0"/>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278216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77ADE5E1-933A-4298-9E68-9D280713FD83}" type="datetimeFigureOut">
              <a:rPr lang="en-US" smtClean="0"/>
              <a:pPr>
                <a:defRPr/>
              </a:pPr>
              <a:t>25/09/2024</a:t>
            </a:fld>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F0F388D2-3686-4778-8C42-FDCA5B13A277}" type="slidenum">
              <a:rPr lang="en-US" altLang="en-US" smtClean="0"/>
              <a:pPr/>
              <a:t>‹#›</a:t>
            </a:fld>
            <a:endParaRPr lang="en-US" altLang="en-US"/>
          </a:p>
        </p:txBody>
      </p:sp>
    </p:spTree>
    <p:extLst>
      <p:ext uri="{BB962C8B-B14F-4D97-AF65-F5344CB8AC3E}">
        <p14:creationId xmlns:p14="http://schemas.microsoft.com/office/powerpoint/2010/main" val="3256510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AA24F20-8DD2-4401-857B-6E46B0EA615F}" type="datetimeFigureOut">
              <a:rPr lang="en-US" smtClean="0"/>
              <a:pPr>
                <a:defRPr/>
              </a:pPr>
              <a:t>25/09/2024</a:t>
            </a:fld>
            <a:endParaRPr lang="en-US" dirty="0"/>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E1A168DF-005F-4BD3-A81C-760F44AE7B88}" type="slidenum">
              <a:rPr lang="en-US" altLang="en-US" smtClean="0"/>
              <a:pPr/>
              <a:t>‹#›</a:t>
            </a:fld>
            <a:endParaRPr lang="en-US" altLang="en-US"/>
          </a:p>
        </p:txBody>
      </p:sp>
      <p:pic>
        <p:nvPicPr>
          <p:cNvPr id="5" name="Picture 8" descr="Pearson Logo">
            <a:extLst>
              <a:ext uri="{FF2B5EF4-FFF2-40B4-BE49-F238E27FC236}">
                <a16:creationId xmlns:a16="http://schemas.microsoft.com/office/drawing/2014/main" id="{2746979F-8D24-A272-B1A4-542DFF0B03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9893BAF9-3E1E-61B6-C995-AB7CA9003681}"/>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dirty="0"/>
              <a:t>Copyright © 2018 Pearson Education Ltd.</a:t>
            </a:r>
            <a:endParaRPr lang="en-US" altLang="en-US" sz="700" b="1" dirty="0"/>
          </a:p>
        </p:txBody>
      </p:sp>
    </p:spTree>
    <p:extLst>
      <p:ext uri="{BB962C8B-B14F-4D97-AF65-F5344CB8AC3E}">
        <p14:creationId xmlns:p14="http://schemas.microsoft.com/office/powerpoint/2010/main" val="279036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defRPr/>
            </a:pPr>
            <a:fld id="{405DAADD-A0AE-4B68-A144-6CB62B73FFB0}" type="datetimeFigureOut">
              <a:rPr lang="en-US" smtClean="0"/>
              <a:pPr>
                <a:defRPr/>
              </a:pPr>
              <a:t>25/09/2024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1367910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05DAADD-A0AE-4B68-A144-6CB62B73FFB0}" type="datetimeFigureOut">
              <a:rPr lang="en-US" smtClean="0"/>
              <a:pPr>
                <a:defRPr/>
              </a:pPr>
              <a:t>25/09/2024</a:t>
            </a:fld>
            <a:endParaRPr lang="en-US" dirty="0"/>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418858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05DAADD-A0AE-4B68-A144-6CB62B73FFB0}" type="datetimeFigureOut">
              <a:rPr lang="en-US" smtClean="0"/>
              <a:pPr>
                <a:defRPr/>
              </a:pPr>
              <a:t>25/09/2024</a:t>
            </a:fld>
            <a:endParaRPr lang="en-US" dirty="0"/>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3578828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pPr>
              <a:defRPr/>
            </a:pPr>
            <a:fld id="{405DAADD-A0AE-4B68-A144-6CB62B73FFB0}" type="datetimeFigureOut">
              <a:rPr lang="en-US" smtClean="0"/>
              <a:pPr>
                <a:defRPr/>
              </a:pPr>
              <a:t>25/09/2024</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B6DCD5F-3F8B-4725-BFBC-7C763C196844}" type="slidenum">
              <a:rPr lang="en-US" altLang="en-US" smtClean="0"/>
              <a:pPr/>
              <a:t>‹#›</a:t>
            </a:fld>
            <a:endParaRPr lang="en-US" altLang="en-US"/>
          </a:p>
        </p:txBody>
      </p:sp>
    </p:spTree>
    <p:extLst>
      <p:ext uri="{BB962C8B-B14F-4D97-AF65-F5344CB8AC3E}">
        <p14:creationId xmlns:p14="http://schemas.microsoft.com/office/powerpoint/2010/main" val="1253479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hapter Opener">
    <p:spTree>
      <p:nvGrpSpPr>
        <p:cNvPr id="1" name=""/>
        <p:cNvGrpSpPr/>
        <p:nvPr/>
      </p:nvGrpSpPr>
      <p:grpSpPr>
        <a:xfrm>
          <a:off x="0" y="0"/>
          <a:ext cx="0" cy="0"/>
          <a:chOff x="0" y="0"/>
          <a:chExt cx="0" cy="0"/>
        </a:xfrm>
      </p:grpSpPr>
      <p:pic>
        <p:nvPicPr>
          <p:cNvPr id="6" name="Picture 8" descr="Pearson Logo">
            <a:extLst>
              <a:ext uri="{FF2B5EF4-FFF2-40B4-BE49-F238E27FC236}">
                <a16:creationId xmlns:a16="http://schemas.microsoft.com/office/drawing/2014/main" id="{2CE6527B-C262-4984-9641-4D7C4091813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B9530C88-922F-4C76-9B80-7CBD7C900153}"/>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dirty="0"/>
              <a:t>Copyright © 2018 Pearson Education Ltd.</a:t>
            </a:r>
            <a:endParaRPr lang="en-US" altLang="en-US" sz="700" b="1" dirty="0"/>
          </a:p>
        </p:txBody>
      </p:sp>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p:nvPr>
        </p:nvSpPr>
        <p:spPr>
          <a:xfrm>
            <a:off x="457200" y="816430"/>
            <a:ext cx="8229600" cy="478970"/>
          </a:xfrm>
        </p:spPr>
        <p:txBody>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Text Placeholder 8"/>
          <p:cNvSpPr>
            <a:spLocks noGrp="1"/>
          </p:cNvSpPr>
          <p:nvPr>
            <p:ph type="body" sz="quarter" idx="14"/>
          </p:nvPr>
        </p:nvSpPr>
        <p:spPr>
          <a:xfrm>
            <a:off x="5029200" y="1600201"/>
            <a:ext cx="3657600" cy="1600199"/>
          </a:xfrm>
        </p:spPr>
        <p:txBody>
          <a:bodyPr anchor="b"/>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a:t>Click to edit Master text styles</a:t>
            </a:r>
          </a:p>
        </p:txBody>
      </p:sp>
      <p:sp>
        <p:nvSpPr>
          <p:cNvPr id="10" name="Text Placeholder 8"/>
          <p:cNvSpPr>
            <a:spLocks noGrp="1"/>
          </p:cNvSpPr>
          <p:nvPr>
            <p:ph type="body" sz="quarter" idx="15"/>
          </p:nvPr>
        </p:nvSpPr>
        <p:spPr>
          <a:xfrm>
            <a:off x="5029200" y="3200400"/>
            <a:ext cx="3657600" cy="2925763"/>
          </a:xfrm>
        </p:spPr>
        <p:txBody>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Click to edit Master text styles</a:t>
            </a:r>
          </a:p>
        </p:txBody>
      </p:sp>
      <p:sp>
        <p:nvSpPr>
          <p:cNvPr id="12" name="Footer Placeholder 2">
            <a:extLst>
              <a:ext uri="{FF2B5EF4-FFF2-40B4-BE49-F238E27FC236}">
                <a16:creationId xmlns:a16="http://schemas.microsoft.com/office/drawing/2014/main" id="{9F41FDF9-0C18-4F9B-8759-20991DA3A5D0}"/>
              </a:ext>
            </a:extLst>
          </p:cNvPr>
          <p:cNvSpPr>
            <a:spLocks noGrp="1"/>
          </p:cNvSpPr>
          <p:nvPr>
            <p:ph type="ftr" sz="quarter" idx="16"/>
          </p:nvPr>
        </p:nvSpPr>
        <p:spPr>
          <a:xfrm>
            <a:off x="93663" y="6165850"/>
            <a:ext cx="8596312" cy="234950"/>
          </a:xfrm>
        </p:spPr>
        <p:txBody>
          <a:bodyPr/>
          <a:lstStyle>
            <a:lvl1pPr>
              <a:defRPr/>
            </a:lvl1pPr>
          </a:lstStyle>
          <a:p>
            <a:pPr>
              <a:defRPr/>
            </a:pPr>
            <a:endParaRPr lang="en-US"/>
          </a:p>
        </p:txBody>
      </p:sp>
      <p:sp>
        <p:nvSpPr>
          <p:cNvPr id="13" name="Date Placeholder 3">
            <a:extLst>
              <a:ext uri="{FF2B5EF4-FFF2-40B4-BE49-F238E27FC236}">
                <a16:creationId xmlns:a16="http://schemas.microsoft.com/office/drawing/2014/main" id="{F71790BD-0B53-4A7D-AB8D-63707BADAF0B}"/>
              </a:ext>
            </a:extLst>
          </p:cNvPr>
          <p:cNvSpPr>
            <a:spLocks noGrp="1"/>
          </p:cNvSpPr>
          <p:nvPr>
            <p:ph type="dt" sz="half" idx="17"/>
          </p:nvPr>
        </p:nvSpPr>
        <p:spPr/>
        <p:txBody>
          <a:bodyPr/>
          <a:lstStyle>
            <a:lvl1pPr>
              <a:defRPr/>
            </a:lvl1pPr>
          </a:lstStyle>
          <a:p>
            <a:pPr>
              <a:defRPr/>
            </a:pPr>
            <a:fld id="{AC1B7DA0-0469-4CB5-8B67-734554A6B227}" type="datetimeFigureOut">
              <a:rPr lang="en-US"/>
              <a:pPr>
                <a:defRPr/>
              </a:pPr>
              <a:t>25/09/2024</a:t>
            </a:fld>
            <a:endParaRPr lang="en-US" dirty="0"/>
          </a:p>
        </p:txBody>
      </p:sp>
      <p:sp>
        <p:nvSpPr>
          <p:cNvPr id="14" name="Slide Number Placeholder 4">
            <a:extLst>
              <a:ext uri="{FF2B5EF4-FFF2-40B4-BE49-F238E27FC236}">
                <a16:creationId xmlns:a16="http://schemas.microsoft.com/office/drawing/2014/main" id="{0746FD04-7EAD-471E-BC77-F2CAB7902351}"/>
              </a:ext>
            </a:extLst>
          </p:cNvPr>
          <p:cNvSpPr>
            <a:spLocks noGrp="1"/>
          </p:cNvSpPr>
          <p:nvPr>
            <p:ph type="sldNum" sz="quarter" idx="18"/>
          </p:nvPr>
        </p:nvSpPr>
        <p:spPr/>
        <p:txBody>
          <a:bodyPr/>
          <a:lstStyle>
            <a:lvl1pPr>
              <a:defRPr/>
            </a:lvl1pPr>
          </a:lstStyle>
          <a:p>
            <a:fld id="{BCD407E1-A127-4113-9470-305923608F91}" type="slidenum">
              <a:rPr lang="en-US" altLang="en-US"/>
              <a:pPr/>
              <a:t>‹#›</a:t>
            </a:fld>
            <a:endParaRPr lang="en-US" altLang="en-US"/>
          </a:p>
        </p:txBody>
      </p:sp>
    </p:spTree>
    <p:extLst>
      <p:ext uri="{BB962C8B-B14F-4D97-AF65-F5344CB8AC3E}">
        <p14:creationId xmlns:p14="http://schemas.microsoft.com/office/powerpoint/2010/main" val="2163893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Footer Placeholder 4">
            <a:extLst>
              <a:ext uri="{FF2B5EF4-FFF2-40B4-BE49-F238E27FC236}">
                <a16:creationId xmlns:a16="http://schemas.microsoft.com/office/drawing/2014/main" id="{02616CAB-40D5-4FA4-BB70-A2AFD1DD8292}"/>
              </a:ext>
            </a:extLst>
          </p:cNvPr>
          <p:cNvSpPr>
            <a:spLocks noGrp="1"/>
          </p:cNvSpPr>
          <p:nvPr>
            <p:ph type="ftr" sz="quarter" idx="10"/>
          </p:nvPr>
        </p:nvSpPr>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40B8EC68-031A-458C-8FFC-2F27233DB886}"/>
              </a:ext>
            </a:extLst>
          </p:cNvPr>
          <p:cNvSpPr>
            <a:spLocks noGrp="1"/>
          </p:cNvSpPr>
          <p:nvPr>
            <p:ph type="dt" sz="half" idx="11"/>
          </p:nvPr>
        </p:nvSpPr>
        <p:spPr/>
        <p:txBody>
          <a:bodyPr/>
          <a:lstStyle>
            <a:lvl1pPr>
              <a:defRPr/>
            </a:lvl1pPr>
          </a:lstStyle>
          <a:p>
            <a:pPr>
              <a:defRPr/>
            </a:pPr>
            <a:fld id="{404D5F77-C634-4FF1-A1D0-9D63018569FF}" type="datetimeFigureOut">
              <a:rPr lang="en-US"/>
              <a:pPr>
                <a:defRPr/>
              </a:pPr>
              <a:t>25/09/2024</a:t>
            </a:fld>
            <a:endParaRPr lang="en-US" dirty="0"/>
          </a:p>
        </p:txBody>
      </p:sp>
      <p:sp>
        <p:nvSpPr>
          <p:cNvPr id="6" name="Slide Number Placeholder 5">
            <a:extLst>
              <a:ext uri="{FF2B5EF4-FFF2-40B4-BE49-F238E27FC236}">
                <a16:creationId xmlns:a16="http://schemas.microsoft.com/office/drawing/2014/main" id="{E11E78BB-025A-407F-BF83-F00CB43C7096}"/>
              </a:ext>
            </a:extLst>
          </p:cNvPr>
          <p:cNvSpPr>
            <a:spLocks noGrp="1"/>
          </p:cNvSpPr>
          <p:nvPr>
            <p:ph type="sldNum" sz="quarter" idx="12"/>
          </p:nvPr>
        </p:nvSpPr>
        <p:spPr/>
        <p:txBody>
          <a:bodyPr/>
          <a:lstStyle>
            <a:lvl1pPr>
              <a:defRPr/>
            </a:lvl1pPr>
          </a:lstStyle>
          <a:p>
            <a:fld id="{3DDC3452-8AE5-4BA9-A610-9E3C879BF157}" type="slidenum">
              <a:rPr lang="en-US" altLang="en-US"/>
              <a:pPr/>
              <a:t>‹#›</a:t>
            </a:fld>
            <a:endParaRPr lang="en-US" altLang="en-US"/>
          </a:p>
        </p:txBody>
      </p:sp>
    </p:spTree>
    <p:extLst>
      <p:ext uri="{BB962C8B-B14F-4D97-AF65-F5344CB8AC3E}">
        <p14:creationId xmlns:p14="http://schemas.microsoft.com/office/powerpoint/2010/main" val="33600472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pic>
        <p:nvPicPr>
          <p:cNvPr id="4" name="Picture 8" descr="Pearson Logo">
            <a:extLst>
              <a:ext uri="{FF2B5EF4-FFF2-40B4-BE49-F238E27FC236}">
                <a16:creationId xmlns:a16="http://schemas.microsoft.com/office/drawing/2014/main" id="{91B64498-1E15-4E22-9BAE-814C573CD22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97787F3-CD1C-439D-8FA7-49C8DC3BC73D}"/>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dirty="0"/>
              <a:t>Copyright © 2018 Pearson Education Ltd.</a:t>
            </a:r>
            <a:endParaRPr lang="en-US" altLang="en-US" sz="700" b="1" dirty="0"/>
          </a:p>
        </p:txBody>
      </p:sp>
      <p:sp>
        <p:nvSpPr>
          <p:cNvPr id="8" name="Title 7"/>
          <p:cNvSpPr>
            <a:spLocks noGrp="1"/>
          </p:cNvSpPr>
          <p:nvPr>
            <p:ph type="title"/>
          </p:nvPr>
        </p:nvSpPr>
        <p:spPr>
          <a:xfrm>
            <a:off x="457200" y="228600"/>
            <a:ext cx="8229600" cy="1066800"/>
          </a:xfrm>
        </p:spPr>
        <p:txBody>
          <a:bodyPr anchor="t"/>
          <a:lstStyle>
            <a:lvl1pPr>
              <a:defRPr sz="3400">
                <a:solidFill>
                  <a:srgbClr val="007FA3"/>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a:t>Click to edit Master text styles</a:t>
            </a:r>
          </a:p>
        </p:txBody>
      </p:sp>
      <p:sp>
        <p:nvSpPr>
          <p:cNvPr id="6" name="Footer Placeholder 2">
            <a:extLst>
              <a:ext uri="{FF2B5EF4-FFF2-40B4-BE49-F238E27FC236}">
                <a16:creationId xmlns:a16="http://schemas.microsoft.com/office/drawing/2014/main" id="{8090349C-0D30-4685-9A85-B25712E6A530}"/>
              </a:ext>
            </a:extLst>
          </p:cNvPr>
          <p:cNvSpPr>
            <a:spLocks noGrp="1"/>
          </p:cNvSpPr>
          <p:nvPr>
            <p:ph type="ftr" sz="quarter" idx="14"/>
          </p:nvPr>
        </p:nvSpPr>
        <p:spPr/>
        <p:txBody>
          <a:bodyPr/>
          <a:lstStyle>
            <a:lvl1pPr>
              <a:defRPr/>
            </a:lvl1pPr>
          </a:lstStyle>
          <a:p>
            <a:pPr>
              <a:defRPr/>
            </a:pPr>
            <a:endParaRPr lang="en-US"/>
          </a:p>
        </p:txBody>
      </p:sp>
      <p:sp>
        <p:nvSpPr>
          <p:cNvPr id="7" name="Date Placeholder 1">
            <a:extLst>
              <a:ext uri="{FF2B5EF4-FFF2-40B4-BE49-F238E27FC236}">
                <a16:creationId xmlns:a16="http://schemas.microsoft.com/office/drawing/2014/main" id="{DCD5B002-D7DB-419D-925C-111885208AFC}"/>
              </a:ext>
            </a:extLst>
          </p:cNvPr>
          <p:cNvSpPr>
            <a:spLocks noGrp="1"/>
          </p:cNvSpPr>
          <p:nvPr>
            <p:ph type="dt" sz="half" idx="15"/>
          </p:nvPr>
        </p:nvSpPr>
        <p:spPr/>
        <p:txBody>
          <a:bodyPr/>
          <a:lstStyle>
            <a:lvl1pPr>
              <a:defRPr>
                <a:solidFill>
                  <a:schemeClr val="tx1"/>
                </a:solidFill>
              </a:defRPr>
            </a:lvl1pPr>
          </a:lstStyle>
          <a:p>
            <a:pPr>
              <a:defRPr/>
            </a:pPr>
            <a:fld id="{C7BB5EBE-1416-4C81-92CF-736044E13EA9}" type="datetimeFigureOut">
              <a:rPr lang="en-US"/>
              <a:pPr>
                <a:defRPr/>
              </a:pPr>
              <a:t>25/09/2024</a:t>
            </a:fld>
            <a:endParaRPr lang="en-US" dirty="0"/>
          </a:p>
        </p:txBody>
      </p:sp>
      <p:sp>
        <p:nvSpPr>
          <p:cNvPr id="9" name="Slide Number Placeholder 3">
            <a:extLst>
              <a:ext uri="{FF2B5EF4-FFF2-40B4-BE49-F238E27FC236}">
                <a16:creationId xmlns:a16="http://schemas.microsoft.com/office/drawing/2014/main" id="{91B592F5-1DCB-4A8C-A7C3-5104A564D69C}"/>
              </a:ext>
            </a:extLst>
          </p:cNvPr>
          <p:cNvSpPr>
            <a:spLocks noGrp="1"/>
          </p:cNvSpPr>
          <p:nvPr>
            <p:ph type="sldNum" sz="quarter" idx="16"/>
          </p:nvPr>
        </p:nvSpPr>
        <p:spPr/>
        <p:txBody>
          <a:bodyPr/>
          <a:lstStyle>
            <a:lvl1pPr>
              <a:defRPr>
                <a:solidFill>
                  <a:schemeClr val="tx1"/>
                </a:solidFill>
              </a:defRPr>
            </a:lvl1pPr>
          </a:lstStyle>
          <a:p>
            <a:fld id="{D29604E8-CBEF-48C0-8023-3A7EF2EF6154}" type="slidenum">
              <a:rPr lang="en-US" altLang="en-US"/>
              <a:pPr/>
              <a:t>‹#›</a:t>
            </a:fld>
            <a:endParaRPr lang="en-US" altLang="en-US"/>
          </a:p>
        </p:txBody>
      </p:sp>
    </p:spTree>
    <p:extLst>
      <p:ext uri="{BB962C8B-B14F-4D97-AF65-F5344CB8AC3E}">
        <p14:creationId xmlns:p14="http://schemas.microsoft.com/office/powerpoint/2010/main" val="3353800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p:nvPr>
        </p:nvSpPr>
        <p:spPr>
          <a:xfrm>
            <a:off x="457200" y="816430"/>
            <a:ext cx="8229600" cy="402770"/>
          </a:xfrm>
        </p:spPr>
        <p:txBody>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a:t>Click to edit Master text styles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Footer Placeholder 4">
            <a:extLst>
              <a:ext uri="{FF2B5EF4-FFF2-40B4-BE49-F238E27FC236}">
                <a16:creationId xmlns:a16="http://schemas.microsoft.com/office/drawing/2014/main" id="{40713920-11B1-469D-B69C-75B7F568135F}"/>
              </a:ext>
            </a:extLst>
          </p:cNvPr>
          <p:cNvSpPr>
            <a:spLocks noGrp="1"/>
          </p:cNvSpPr>
          <p:nvPr>
            <p:ph type="ftr" sz="quarter" idx="15"/>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57086F26-3EDC-4305-ACC6-6AEE9A9E712C}"/>
              </a:ext>
            </a:extLst>
          </p:cNvPr>
          <p:cNvSpPr>
            <a:spLocks noGrp="1"/>
          </p:cNvSpPr>
          <p:nvPr>
            <p:ph type="dt" sz="half" idx="16"/>
          </p:nvPr>
        </p:nvSpPr>
        <p:spPr/>
        <p:txBody>
          <a:bodyPr/>
          <a:lstStyle>
            <a:lvl1pPr>
              <a:defRPr/>
            </a:lvl1pPr>
          </a:lstStyle>
          <a:p>
            <a:pPr>
              <a:defRPr/>
            </a:pPr>
            <a:fld id="{D13E00D7-84A3-4C1A-AB3F-F1D91F307D9C}" type="datetimeFigureOut">
              <a:rPr lang="en-US"/>
              <a:pPr>
                <a:defRPr/>
              </a:pPr>
              <a:t>25/09/2024</a:t>
            </a:fld>
            <a:endParaRPr lang="en-US" dirty="0"/>
          </a:p>
        </p:txBody>
      </p:sp>
      <p:sp>
        <p:nvSpPr>
          <p:cNvPr id="10" name="Slide Number Placeholder 5">
            <a:extLst>
              <a:ext uri="{FF2B5EF4-FFF2-40B4-BE49-F238E27FC236}">
                <a16:creationId xmlns:a16="http://schemas.microsoft.com/office/drawing/2014/main" id="{5B0356B4-2857-4420-9299-C88B33CD7FC0}"/>
              </a:ext>
            </a:extLst>
          </p:cNvPr>
          <p:cNvSpPr>
            <a:spLocks noGrp="1"/>
          </p:cNvSpPr>
          <p:nvPr>
            <p:ph type="sldNum" sz="quarter" idx="17"/>
          </p:nvPr>
        </p:nvSpPr>
        <p:spPr/>
        <p:txBody>
          <a:bodyPr/>
          <a:lstStyle>
            <a:lvl1pPr>
              <a:defRPr/>
            </a:lvl1pPr>
          </a:lstStyle>
          <a:p>
            <a:fld id="{1677929C-B73C-4A4B-AC63-F730D29CD8C0}" type="slidenum">
              <a:rPr lang="en-US" altLang="en-US"/>
              <a:pPr/>
              <a:t>‹#›</a:t>
            </a:fld>
            <a:endParaRPr lang="en-US" altLang="en-US"/>
          </a:p>
        </p:txBody>
      </p:sp>
    </p:spTree>
    <p:extLst>
      <p:ext uri="{BB962C8B-B14F-4D97-AF65-F5344CB8AC3E}">
        <p14:creationId xmlns:p14="http://schemas.microsoft.com/office/powerpoint/2010/main" val="39156565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800"/>
            </a:lvl1pPr>
            <a:lvl2pPr>
              <a:buClr>
                <a:srgbClr val="007FA3"/>
              </a:buClr>
              <a:defRPr sz="2000"/>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Footer Placeholder 4">
            <a:extLst>
              <a:ext uri="{FF2B5EF4-FFF2-40B4-BE49-F238E27FC236}">
                <a16:creationId xmlns:a16="http://schemas.microsoft.com/office/drawing/2014/main" id="{E1318D1D-01E9-4676-8F1D-4CE4560F9AA2}"/>
              </a:ext>
            </a:extLst>
          </p:cNvPr>
          <p:cNvSpPr>
            <a:spLocks noGrp="1"/>
          </p:cNvSpPr>
          <p:nvPr>
            <p:ph type="ftr" sz="quarter" idx="10"/>
          </p:nvPr>
        </p:nvSpPr>
        <p:spPr/>
        <p:txBody>
          <a:bodyPr/>
          <a:lstStyle>
            <a:lvl1pPr>
              <a:defRPr/>
            </a:lvl1pPr>
          </a:lstStyle>
          <a:p>
            <a:pPr>
              <a:defRPr/>
            </a:pPr>
            <a:endParaRPr lang="en-US"/>
          </a:p>
        </p:txBody>
      </p:sp>
      <p:sp>
        <p:nvSpPr>
          <p:cNvPr id="5" name="Date Placeholder 3">
            <a:extLst>
              <a:ext uri="{FF2B5EF4-FFF2-40B4-BE49-F238E27FC236}">
                <a16:creationId xmlns:a16="http://schemas.microsoft.com/office/drawing/2014/main" id="{69505314-7B87-449F-924D-5C70811F0956}"/>
              </a:ext>
            </a:extLst>
          </p:cNvPr>
          <p:cNvSpPr>
            <a:spLocks noGrp="1"/>
          </p:cNvSpPr>
          <p:nvPr>
            <p:ph type="dt" sz="half" idx="11"/>
          </p:nvPr>
        </p:nvSpPr>
        <p:spPr/>
        <p:txBody>
          <a:bodyPr/>
          <a:lstStyle>
            <a:lvl1pPr>
              <a:defRPr/>
            </a:lvl1pPr>
          </a:lstStyle>
          <a:p>
            <a:pPr>
              <a:defRPr/>
            </a:pPr>
            <a:fld id="{65CD9F40-B12F-4582-86EE-7B5F7677420D}" type="datetimeFigureOut">
              <a:rPr lang="en-US"/>
              <a:pPr>
                <a:defRPr/>
              </a:pPr>
              <a:t>25/09/2024</a:t>
            </a:fld>
            <a:endParaRPr lang="en-US" dirty="0"/>
          </a:p>
        </p:txBody>
      </p:sp>
      <p:sp>
        <p:nvSpPr>
          <p:cNvPr id="6" name="Slide Number Placeholder 5">
            <a:extLst>
              <a:ext uri="{FF2B5EF4-FFF2-40B4-BE49-F238E27FC236}">
                <a16:creationId xmlns:a16="http://schemas.microsoft.com/office/drawing/2014/main" id="{B8F3826C-F1EE-4832-AB2B-5791BE56AC66}"/>
              </a:ext>
            </a:extLst>
          </p:cNvPr>
          <p:cNvSpPr>
            <a:spLocks noGrp="1"/>
          </p:cNvSpPr>
          <p:nvPr>
            <p:ph type="sldNum" sz="quarter" idx="12"/>
          </p:nvPr>
        </p:nvSpPr>
        <p:spPr/>
        <p:txBody>
          <a:bodyPr/>
          <a:lstStyle>
            <a:lvl1pPr>
              <a:defRPr/>
            </a:lvl1pPr>
          </a:lstStyle>
          <a:p>
            <a:fld id="{376F198A-2169-427C-B55E-5BC60ADC770B}" type="slidenum">
              <a:rPr lang="en-US" altLang="en-US"/>
              <a:pPr/>
              <a:t>‹#›</a:t>
            </a:fld>
            <a:endParaRPr lang="en-US" altLang="en-US"/>
          </a:p>
        </p:txBody>
      </p:sp>
    </p:spTree>
    <p:extLst>
      <p:ext uri="{BB962C8B-B14F-4D97-AF65-F5344CB8AC3E}">
        <p14:creationId xmlns:p14="http://schemas.microsoft.com/office/powerpoint/2010/main" val="2086256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DBDB9E1-C4A4-4E62-9CEF-A0C14A158309}"/>
              </a:ext>
            </a:extLst>
          </p:cNvPr>
          <p:cNvSpPr>
            <a:spLocks noGrp="1"/>
          </p:cNvSpPr>
          <p:nvPr>
            <p:ph type="ftr" sz="quarter" idx="14"/>
          </p:nvPr>
        </p:nvSpPr>
        <p:spPr/>
        <p:txBody>
          <a:bodyPr/>
          <a:lstStyle>
            <a:lvl1pPr>
              <a:defRPr/>
            </a:lvl1pPr>
          </a:lstStyle>
          <a:p>
            <a:pPr>
              <a:defRPr/>
            </a:pPr>
            <a:endParaRPr lang="en-US"/>
          </a:p>
        </p:txBody>
      </p:sp>
      <p:sp>
        <p:nvSpPr>
          <p:cNvPr id="6" name="Date Placeholder 3">
            <a:extLst>
              <a:ext uri="{FF2B5EF4-FFF2-40B4-BE49-F238E27FC236}">
                <a16:creationId xmlns:a16="http://schemas.microsoft.com/office/drawing/2014/main" id="{2E1E5A89-6E54-484B-8F66-66AA56EDA1AD}"/>
              </a:ext>
            </a:extLst>
          </p:cNvPr>
          <p:cNvSpPr>
            <a:spLocks noGrp="1"/>
          </p:cNvSpPr>
          <p:nvPr>
            <p:ph type="dt" sz="half" idx="15"/>
          </p:nvPr>
        </p:nvSpPr>
        <p:spPr/>
        <p:txBody>
          <a:bodyPr/>
          <a:lstStyle>
            <a:lvl1pPr>
              <a:defRPr/>
            </a:lvl1pPr>
          </a:lstStyle>
          <a:p>
            <a:pPr>
              <a:defRPr/>
            </a:pPr>
            <a:fld id="{D3CDA951-2839-4662-A229-48A309E9143A}" type="datetimeFigureOut">
              <a:rPr lang="en-US"/>
              <a:pPr>
                <a:defRPr/>
              </a:pPr>
              <a:t>25/09/2024</a:t>
            </a:fld>
            <a:endParaRPr lang="en-US" dirty="0"/>
          </a:p>
        </p:txBody>
      </p:sp>
      <p:sp>
        <p:nvSpPr>
          <p:cNvPr id="9" name="Slide Number Placeholder 5">
            <a:extLst>
              <a:ext uri="{FF2B5EF4-FFF2-40B4-BE49-F238E27FC236}">
                <a16:creationId xmlns:a16="http://schemas.microsoft.com/office/drawing/2014/main" id="{EA882F57-AB66-4FAB-83B3-24D5451BC57F}"/>
              </a:ext>
            </a:extLst>
          </p:cNvPr>
          <p:cNvSpPr>
            <a:spLocks noGrp="1"/>
          </p:cNvSpPr>
          <p:nvPr>
            <p:ph type="sldNum" sz="quarter" idx="16"/>
          </p:nvPr>
        </p:nvSpPr>
        <p:spPr/>
        <p:txBody>
          <a:bodyPr/>
          <a:lstStyle>
            <a:lvl1pPr>
              <a:defRPr/>
            </a:lvl1pPr>
          </a:lstStyle>
          <a:p>
            <a:fld id="{D76E3A56-8C28-461F-B30D-C803AE6AF51D}" type="slidenum">
              <a:rPr lang="en-US" altLang="en-US"/>
              <a:pPr/>
              <a:t>‹#›</a:t>
            </a:fld>
            <a:endParaRPr lang="en-US" altLang="en-US"/>
          </a:p>
        </p:txBody>
      </p:sp>
    </p:spTree>
    <p:extLst>
      <p:ext uri="{BB962C8B-B14F-4D97-AF65-F5344CB8AC3E}">
        <p14:creationId xmlns:p14="http://schemas.microsoft.com/office/powerpoint/2010/main" val="32402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3" name="Footer Placeholder 4">
            <a:extLst>
              <a:ext uri="{FF2B5EF4-FFF2-40B4-BE49-F238E27FC236}">
                <a16:creationId xmlns:a16="http://schemas.microsoft.com/office/drawing/2014/main" id="{FCF2F8FA-3CB7-49CF-8419-B55CC84C64E3}"/>
              </a:ext>
            </a:extLst>
          </p:cNvPr>
          <p:cNvSpPr>
            <a:spLocks noGrp="1"/>
          </p:cNvSpPr>
          <p:nvPr>
            <p:ph type="ftr" sz="quarter" idx="10"/>
          </p:nvPr>
        </p:nvSpPr>
        <p:spPr/>
        <p:txBody>
          <a:bodyPr/>
          <a:lstStyle>
            <a:lvl1pPr>
              <a:defRPr/>
            </a:lvl1pPr>
          </a:lstStyle>
          <a:p>
            <a:pPr>
              <a:defRPr/>
            </a:pPr>
            <a:endParaRPr lang="en-US"/>
          </a:p>
        </p:txBody>
      </p:sp>
      <p:sp>
        <p:nvSpPr>
          <p:cNvPr id="4" name="Date Placeholder 3">
            <a:extLst>
              <a:ext uri="{FF2B5EF4-FFF2-40B4-BE49-F238E27FC236}">
                <a16:creationId xmlns:a16="http://schemas.microsoft.com/office/drawing/2014/main" id="{3E42FDF7-633D-4944-BCE3-6ED75E6F54E5}"/>
              </a:ext>
            </a:extLst>
          </p:cNvPr>
          <p:cNvSpPr>
            <a:spLocks noGrp="1"/>
          </p:cNvSpPr>
          <p:nvPr>
            <p:ph type="dt" sz="half" idx="11"/>
          </p:nvPr>
        </p:nvSpPr>
        <p:spPr/>
        <p:txBody>
          <a:bodyPr/>
          <a:lstStyle>
            <a:lvl1pPr>
              <a:defRPr/>
            </a:lvl1pPr>
          </a:lstStyle>
          <a:p>
            <a:pPr>
              <a:defRPr/>
            </a:pPr>
            <a:fld id="{77ADE5E1-933A-4298-9E68-9D280713FD83}" type="datetimeFigureOut">
              <a:rPr lang="en-US"/>
              <a:pPr>
                <a:defRPr/>
              </a:pPr>
              <a:t>25/09/2024</a:t>
            </a:fld>
            <a:endParaRPr lang="en-US" dirty="0"/>
          </a:p>
        </p:txBody>
      </p:sp>
      <p:sp>
        <p:nvSpPr>
          <p:cNvPr id="5" name="Slide Number Placeholder 5">
            <a:extLst>
              <a:ext uri="{FF2B5EF4-FFF2-40B4-BE49-F238E27FC236}">
                <a16:creationId xmlns:a16="http://schemas.microsoft.com/office/drawing/2014/main" id="{146FF51F-B513-4B6F-9069-647668C11423}"/>
              </a:ext>
            </a:extLst>
          </p:cNvPr>
          <p:cNvSpPr>
            <a:spLocks noGrp="1"/>
          </p:cNvSpPr>
          <p:nvPr>
            <p:ph type="sldNum" sz="quarter" idx="12"/>
          </p:nvPr>
        </p:nvSpPr>
        <p:spPr/>
        <p:txBody>
          <a:bodyPr/>
          <a:lstStyle>
            <a:lvl1pPr>
              <a:defRPr/>
            </a:lvl1pPr>
          </a:lstStyle>
          <a:p>
            <a:fld id="{F0F388D2-3686-4778-8C42-FDCA5B13A277}" type="slidenum">
              <a:rPr lang="en-US" altLang="en-US"/>
              <a:pPr/>
              <a:t>‹#›</a:t>
            </a:fld>
            <a:endParaRPr lang="en-US" altLang="en-US"/>
          </a:p>
        </p:txBody>
      </p:sp>
    </p:spTree>
    <p:extLst>
      <p:ext uri="{BB962C8B-B14F-4D97-AF65-F5344CB8AC3E}">
        <p14:creationId xmlns:p14="http://schemas.microsoft.com/office/powerpoint/2010/main" val="351514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2" name="Picture 8" descr="Pearson Logo">
            <a:extLst>
              <a:ext uri="{FF2B5EF4-FFF2-40B4-BE49-F238E27FC236}">
                <a16:creationId xmlns:a16="http://schemas.microsoft.com/office/drawing/2014/main" id="{620D88CB-0FB3-4303-9CE2-F729A513482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0063"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7CA65DC-2A08-4F87-9D49-CDFC1EE1D99F}"/>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dirty="0"/>
              <a:t>Copyright © 2018 Pearson Education Ltd.</a:t>
            </a:r>
            <a:endParaRPr lang="en-US" altLang="en-US" sz="700" b="1" dirty="0"/>
          </a:p>
        </p:txBody>
      </p:sp>
      <p:sp>
        <p:nvSpPr>
          <p:cNvPr id="4" name="Footer Placeholder 2">
            <a:extLst>
              <a:ext uri="{FF2B5EF4-FFF2-40B4-BE49-F238E27FC236}">
                <a16:creationId xmlns:a16="http://schemas.microsoft.com/office/drawing/2014/main" id="{0D2D1131-C892-477D-B365-F6C7A9DF329E}"/>
              </a:ext>
            </a:extLst>
          </p:cNvPr>
          <p:cNvSpPr>
            <a:spLocks noGrp="1"/>
          </p:cNvSpPr>
          <p:nvPr>
            <p:ph type="ftr" sz="quarter" idx="10"/>
          </p:nvPr>
        </p:nvSpPr>
        <p:spPr/>
        <p:txBody>
          <a:bodyPr/>
          <a:lstStyle>
            <a:lvl1pPr>
              <a:defRPr/>
            </a:lvl1pPr>
          </a:lstStyle>
          <a:p>
            <a:pPr>
              <a:defRPr/>
            </a:pPr>
            <a:endParaRPr lang="en-US"/>
          </a:p>
        </p:txBody>
      </p:sp>
      <p:sp>
        <p:nvSpPr>
          <p:cNvPr id="5" name="Date Placeholder 1">
            <a:extLst>
              <a:ext uri="{FF2B5EF4-FFF2-40B4-BE49-F238E27FC236}">
                <a16:creationId xmlns:a16="http://schemas.microsoft.com/office/drawing/2014/main" id="{522617DE-03A9-4B56-8229-7F508D3BDF7D}"/>
              </a:ext>
            </a:extLst>
          </p:cNvPr>
          <p:cNvSpPr>
            <a:spLocks noGrp="1"/>
          </p:cNvSpPr>
          <p:nvPr>
            <p:ph type="dt" sz="half" idx="11"/>
          </p:nvPr>
        </p:nvSpPr>
        <p:spPr/>
        <p:txBody>
          <a:bodyPr/>
          <a:lstStyle>
            <a:lvl1pPr>
              <a:defRPr>
                <a:solidFill>
                  <a:schemeClr val="tx1"/>
                </a:solidFill>
              </a:defRPr>
            </a:lvl1pPr>
          </a:lstStyle>
          <a:p>
            <a:pPr>
              <a:defRPr/>
            </a:pPr>
            <a:fld id="{1AA24F20-8DD2-4401-857B-6E46B0EA615F}" type="datetimeFigureOut">
              <a:rPr lang="en-US"/>
              <a:pPr>
                <a:defRPr/>
              </a:pPr>
              <a:t>25/09/2024</a:t>
            </a:fld>
            <a:endParaRPr lang="en-US" dirty="0"/>
          </a:p>
        </p:txBody>
      </p:sp>
      <p:sp>
        <p:nvSpPr>
          <p:cNvPr id="6" name="Slide Number Placeholder 3">
            <a:extLst>
              <a:ext uri="{FF2B5EF4-FFF2-40B4-BE49-F238E27FC236}">
                <a16:creationId xmlns:a16="http://schemas.microsoft.com/office/drawing/2014/main" id="{DD5A49E6-2DE0-4590-B79E-027A8398A9B8}"/>
              </a:ext>
            </a:extLst>
          </p:cNvPr>
          <p:cNvSpPr>
            <a:spLocks noGrp="1"/>
          </p:cNvSpPr>
          <p:nvPr>
            <p:ph type="sldNum" sz="quarter" idx="12"/>
          </p:nvPr>
        </p:nvSpPr>
        <p:spPr/>
        <p:txBody>
          <a:bodyPr/>
          <a:lstStyle>
            <a:lvl1pPr>
              <a:defRPr>
                <a:solidFill>
                  <a:schemeClr val="tx1"/>
                </a:solidFill>
              </a:defRPr>
            </a:lvl1pPr>
          </a:lstStyle>
          <a:p>
            <a:fld id="{E1A168DF-005F-4BD3-A81C-760F44AE7B88}" type="slidenum">
              <a:rPr lang="en-US" altLang="en-US"/>
              <a:pPr/>
              <a:t>‹#›</a:t>
            </a:fld>
            <a:endParaRPr lang="en-US" altLang="en-US"/>
          </a:p>
        </p:txBody>
      </p:sp>
    </p:spTree>
    <p:extLst>
      <p:ext uri="{BB962C8B-B14F-4D97-AF65-F5344CB8AC3E}">
        <p14:creationId xmlns:p14="http://schemas.microsoft.com/office/powerpoint/2010/main" val="3488035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pPr>
              <a:defRPr/>
            </a:pPr>
            <a:fld id="{405DAADD-A0AE-4B68-A144-6CB62B73FFB0}" type="datetimeFigureOut">
              <a:rPr lang="en-US" smtClean="0"/>
              <a:pPr>
                <a:defRPr/>
              </a:pPr>
              <a:t>25/09/2024</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pPr>
              <a:defRPr/>
            </a:pPr>
            <a:endParaRPr lang="en-US"/>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B6DCD5F-3F8B-4725-BFBC-7C763C196844}" type="slidenum">
              <a:rPr lang="en-US" altLang="en-US" smtClean="0"/>
              <a:pPr/>
              <a:t>‹#›</a:t>
            </a:fld>
            <a:endParaRPr lang="en-US" altLang="en-US"/>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pic>
        <p:nvPicPr>
          <p:cNvPr id="7" name="Picture 6" descr="Pearson Logo">
            <a:extLst>
              <a:ext uri="{FF2B5EF4-FFF2-40B4-BE49-F238E27FC236}">
                <a16:creationId xmlns:a16="http://schemas.microsoft.com/office/drawing/2014/main" id="{BF78C1FA-4931-7577-638E-B62148506614}"/>
              </a:ext>
            </a:extLst>
          </p:cNvPr>
          <p:cNvPicPr>
            <a:picLocks noChangeAspect="1"/>
          </p:cNvPicPr>
          <p:nvPr userDrawn="1"/>
        </p:nvPicPr>
        <p:blipFill>
          <a:blip r:embed="rId21">
            <a:extLst>
              <a:ext uri="{28A0092B-C50C-407E-A947-70E740481C1C}">
                <a14:useLocalDpi xmlns:a14="http://schemas.microsoft.com/office/drawing/2010/main" val="0"/>
              </a:ext>
            </a:extLst>
          </a:blip>
          <a:srcRect/>
          <a:stretch>
            <a:fillRect/>
          </a:stretch>
        </p:blipFill>
        <p:spPr bwMode="auto">
          <a:xfrm>
            <a:off x="457200" y="6376988"/>
            <a:ext cx="917575"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025766DE-6CB8-C6C1-F47D-EF161240B1CE}"/>
              </a:ext>
            </a:extLst>
          </p:cNvPr>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IN" altLang="en-US" sz="700" b="1" dirty="0"/>
              <a:t>Copyright © 2018 Pearson Education Ltd.</a:t>
            </a:r>
            <a:endParaRPr lang="en-US" altLang="en-US" sz="700" b="1" dirty="0"/>
          </a:p>
        </p:txBody>
      </p:sp>
    </p:spTree>
    <p:extLst>
      <p:ext uri="{BB962C8B-B14F-4D97-AF65-F5344CB8AC3E}">
        <p14:creationId xmlns:p14="http://schemas.microsoft.com/office/powerpoint/2010/main" val="797877865"/>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833" r:id="rId13"/>
    <p:sldLayoutId id="2147483835" r:id="rId14"/>
    <p:sldLayoutId id="2147483771" r:id="rId15"/>
    <p:sldLayoutId id="2147483772" r:id="rId16"/>
    <p:sldLayoutId id="2147483775" r:id="rId17"/>
    <p:sldLayoutId id="2147483777" r:id="rId18"/>
    <p:sldLayoutId id="2147483781" r:id="rId19"/>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pdp.gov.bh/en/assets/pdf/regulations.pdf"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D4863741-BF68-480D-A073-C55DD0CA6F50}"/>
              </a:ext>
            </a:extLst>
          </p:cNvPr>
          <p:cNvSpPr>
            <a:spLocks noGrp="1"/>
          </p:cNvSpPr>
          <p:nvPr>
            <p:ph type="title"/>
          </p:nvPr>
        </p:nvSpPr>
        <p:spPr/>
        <p:txBody>
          <a:bodyPr>
            <a:normAutofit fontScale="90000"/>
          </a:bodyPr>
          <a:lstStyle/>
          <a:p>
            <a:pPr eaLnBrk="1" hangingPunct="1"/>
            <a:r>
              <a:rPr lang="en-US" altLang="en-US"/>
              <a:t>Management Information Systems: Managing the Digital Firm</a:t>
            </a:r>
          </a:p>
        </p:txBody>
      </p:sp>
      <p:sp>
        <p:nvSpPr>
          <p:cNvPr id="8196" name="Text Placeholder 3">
            <a:extLst>
              <a:ext uri="{FF2B5EF4-FFF2-40B4-BE49-F238E27FC236}">
                <a16:creationId xmlns:a16="http://schemas.microsoft.com/office/drawing/2014/main" id="{0D43255D-D8B7-41BF-A47B-A4CCA6FAD9FF}"/>
              </a:ext>
            </a:extLst>
          </p:cNvPr>
          <p:cNvSpPr>
            <a:spLocks noGrp="1"/>
          </p:cNvSpPr>
          <p:nvPr>
            <p:ph type="body" sz="quarter" idx="14"/>
          </p:nvPr>
        </p:nvSpPr>
        <p:spPr bwMode="auto">
          <a:xfrm>
            <a:off x="457200" y="853440"/>
            <a:ext cx="3657600" cy="1600199"/>
          </a:xfrm>
        </p:spPr>
        <p:txBody>
          <a:bodyPr wrap="square" numCol="1" anchorCtr="0" compatLnSpc="1">
            <a:prstTxWarp prst="textNoShape">
              <a:avLst/>
            </a:prstTxWarp>
          </a:bodyPr>
          <a:lstStyle/>
          <a:p>
            <a:pPr eaLnBrk="1" hangingPunct="1">
              <a:spcBef>
                <a:spcPct val="0"/>
              </a:spcBef>
            </a:pPr>
            <a:r>
              <a:rPr lang="en-US" altLang="en-US" dirty="0"/>
              <a:t>Chapter 4</a:t>
            </a:r>
          </a:p>
        </p:txBody>
      </p:sp>
      <p:sp>
        <p:nvSpPr>
          <p:cNvPr id="8197" name="Text Placeholder 4">
            <a:extLst>
              <a:ext uri="{FF2B5EF4-FFF2-40B4-BE49-F238E27FC236}">
                <a16:creationId xmlns:a16="http://schemas.microsoft.com/office/drawing/2014/main" id="{D0710012-3260-47FF-874C-20C756904865}"/>
              </a:ext>
            </a:extLst>
          </p:cNvPr>
          <p:cNvSpPr>
            <a:spLocks noGrp="1"/>
          </p:cNvSpPr>
          <p:nvPr>
            <p:ph type="body" sz="quarter" idx="15"/>
          </p:nvPr>
        </p:nvSpPr>
        <p:spPr bwMode="auto">
          <a:xfrm>
            <a:off x="457200" y="2819400"/>
            <a:ext cx="3657600" cy="2925763"/>
          </a:xfrm>
        </p:spPr>
        <p:txBody>
          <a:bodyPr wrap="square" numCol="1" anchor="t" anchorCtr="0" compatLnSpc="1">
            <a:prstTxWarp prst="textNoShape">
              <a:avLst/>
            </a:prstTxWarp>
          </a:bodyPr>
          <a:lstStyle/>
          <a:p>
            <a:pPr eaLnBrk="1" hangingPunct="1">
              <a:spcBef>
                <a:spcPct val="0"/>
              </a:spcBef>
            </a:pPr>
            <a:r>
              <a:rPr lang="en-US" altLang="en-US" sz="2400" dirty="0"/>
              <a:t>Ethical and Social Issues in Information Systems</a:t>
            </a:r>
            <a:endParaRPr lang="en-US" altLang="en-US" dirty="0"/>
          </a:p>
        </p:txBody>
      </p:sp>
      <p:pic>
        <p:nvPicPr>
          <p:cNvPr id="1028" name="Picture 4" descr="Keeping it Simple (KISBYTO): National Ethics Awareness Month - 2013">
            <a:extLst>
              <a:ext uri="{FF2B5EF4-FFF2-40B4-BE49-F238E27FC236}">
                <a16:creationId xmlns:a16="http://schemas.microsoft.com/office/drawing/2014/main" id="{2D54BA3C-8F5D-7453-3B23-2C618D7CB4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892" y="0"/>
            <a:ext cx="4499658" cy="68579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earning Objectives">
            <a:extLst>
              <a:ext uri="{FF2B5EF4-FFF2-40B4-BE49-F238E27FC236}">
                <a16:creationId xmlns:a16="http://schemas.microsoft.com/office/drawing/2014/main" id="{963A03CF-1D7C-4339-B30E-2D8EB9C25AA9}"/>
              </a:ext>
            </a:extLst>
          </p:cNvPr>
          <p:cNvSpPr>
            <a:spLocks noGrp="1"/>
          </p:cNvSpPr>
          <p:nvPr>
            <p:ph type="title"/>
          </p:nvPr>
        </p:nvSpPr>
        <p:spPr/>
        <p:txBody>
          <a:bodyPr/>
          <a:lstStyle/>
          <a:p>
            <a:pPr eaLnBrk="1" hangingPunct="1"/>
            <a:r>
              <a:rPr lang="en-US" altLang="en-US" dirty="0">
                <a:solidFill>
                  <a:schemeClr val="accent2"/>
                </a:solidFill>
              </a:rPr>
              <a:t>Learning Objectives</a:t>
            </a:r>
          </a:p>
        </p:txBody>
      </p:sp>
      <p:sp>
        <p:nvSpPr>
          <p:cNvPr id="9219" name="Learning Objective List">
            <a:extLst>
              <a:ext uri="{FF2B5EF4-FFF2-40B4-BE49-F238E27FC236}">
                <a16:creationId xmlns:a16="http://schemas.microsoft.com/office/drawing/2014/main" id="{4591FA84-6C81-48AF-ADF5-A9A7B766CA5B}"/>
              </a:ext>
            </a:extLst>
          </p:cNvPr>
          <p:cNvSpPr>
            <a:spLocks noGrp="1"/>
          </p:cNvSpPr>
          <p:nvPr>
            <p:ph idx="1"/>
          </p:nvPr>
        </p:nvSpPr>
        <p:spPr bwMode="auto"/>
        <p:txBody>
          <a:bodyPr wrap="square" numCol="1" anchor="t" anchorCtr="0" compatLnSpc="1">
            <a:prstTxWarp prst="textNoShape">
              <a:avLst/>
            </a:prstTxWarp>
          </a:bodyPr>
          <a:lstStyle/>
          <a:p>
            <a:pPr marL="117475" indent="-117475" eaLnBrk="1" hangingPunct="1"/>
            <a:r>
              <a:rPr lang="en-US" altLang="en-US" b="1" dirty="0">
                <a:solidFill>
                  <a:srgbClr val="007FA3"/>
                </a:solidFill>
              </a:rPr>
              <a:t>4-1</a:t>
            </a:r>
            <a:r>
              <a:rPr lang="en-US" altLang="en-US" dirty="0"/>
              <a:t> </a:t>
            </a:r>
            <a:r>
              <a:rPr lang="en-US" altLang="en-US" dirty="0">
                <a:ea typeface="MS PGothic" panose="020B0600070205080204" pitchFamily="34" charset="-128"/>
              </a:rPr>
              <a:t>What ethical, social, and political issues are raised by information systems?</a:t>
            </a:r>
          </a:p>
          <a:p>
            <a:pPr marL="117475" indent="-117475" eaLnBrk="1" hangingPunct="1"/>
            <a:r>
              <a:rPr lang="en-US" altLang="en-US" b="1" dirty="0">
                <a:solidFill>
                  <a:srgbClr val="007FA3"/>
                </a:solidFill>
              </a:rPr>
              <a:t>4-2</a:t>
            </a:r>
            <a:r>
              <a:rPr lang="en-US" altLang="en-US" dirty="0"/>
              <a:t> </a:t>
            </a:r>
            <a:r>
              <a:rPr lang="en-US" altLang="en-US" dirty="0">
                <a:ea typeface="MS PGothic" panose="020B0600070205080204" pitchFamily="34" charset="-128"/>
              </a:rPr>
              <a:t>What specific principles for conduct can be used to guide ethical decisions?</a:t>
            </a:r>
          </a:p>
          <a:p>
            <a:pPr marL="117475" indent="-117475" eaLnBrk="1" hangingPunct="1"/>
            <a:r>
              <a:rPr lang="en-US" altLang="en-US" b="1" dirty="0">
                <a:solidFill>
                  <a:srgbClr val="007FA3"/>
                </a:solidFill>
              </a:rPr>
              <a:t>4-3</a:t>
            </a:r>
            <a:r>
              <a:rPr lang="en-US" altLang="en-US" dirty="0"/>
              <a:t> </a:t>
            </a:r>
            <a:r>
              <a:rPr lang="en-US" altLang="en-US" dirty="0">
                <a:ea typeface="MS PGothic" panose="020B0600070205080204" pitchFamily="34" charset="-128"/>
              </a:rPr>
              <a:t>Why do contemporary information systems technology and the Internet pose challenges to the protection of individual privacy and intellectual property?</a:t>
            </a:r>
          </a:p>
          <a:p>
            <a:pPr marL="117475" indent="-117475" eaLnBrk="1" hangingPunct="1"/>
            <a:r>
              <a:rPr lang="en-US" altLang="en-US" b="1" dirty="0">
                <a:solidFill>
                  <a:srgbClr val="007FA3"/>
                </a:solidFill>
              </a:rPr>
              <a:t>4-4</a:t>
            </a:r>
            <a:r>
              <a:rPr lang="en-US" altLang="en-US" dirty="0"/>
              <a:t> </a:t>
            </a:r>
            <a:r>
              <a:rPr lang="en-US" altLang="en-US" dirty="0">
                <a:ea typeface="MS PGothic" panose="020B0600070205080204" pitchFamily="34" charset="-128"/>
              </a:rPr>
              <a:t>How have information systems affected laws for establishing accountability, liability, and the quality of everyday life?</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D067A9C-2EE4-44E6-90B5-4FBC713E243F}"/>
              </a:ext>
            </a:extLst>
          </p:cNvPr>
          <p:cNvSpPr>
            <a:spLocks noGrp="1"/>
          </p:cNvSpPr>
          <p:nvPr>
            <p:ph type="title"/>
          </p:nvPr>
        </p:nvSpPr>
        <p:spPr/>
        <p:txBody>
          <a:bodyPr>
            <a:normAutofit fontScale="90000"/>
          </a:bodyPr>
          <a:lstStyle/>
          <a:p>
            <a:pPr eaLnBrk="1" hangingPunct="1"/>
            <a:r>
              <a:rPr lang="en-US" altLang="en-US"/>
              <a:t>What Ethical, Social, and Political Issues Are Raised by Information Systems? (1 of 2)</a:t>
            </a:r>
          </a:p>
        </p:txBody>
      </p:sp>
      <p:sp>
        <p:nvSpPr>
          <p:cNvPr id="18435" name="Content Placeholder 2">
            <a:extLst>
              <a:ext uri="{FF2B5EF4-FFF2-40B4-BE49-F238E27FC236}">
                <a16:creationId xmlns:a16="http://schemas.microsoft.com/office/drawing/2014/main" id="{0E3FB116-1BC1-47A3-8197-83E0E71F3F25}"/>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dirty="0"/>
              <a:t>Recent cases of failed ethical judgment in business</a:t>
            </a:r>
          </a:p>
          <a:p>
            <a:pPr lvl="1">
              <a:buSzTx/>
            </a:pPr>
            <a:r>
              <a:rPr lang="en-US" altLang="en-US" dirty="0"/>
              <a:t>Volkswagen AG, Wells Fargo, General Motors, Takata Corporation</a:t>
            </a:r>
          </a:p>
          <a:p>
            <a:pPr lvl="1">
              <a:buSzTx/>
            </a:pPr>
            <a:r>
              <a:rPr lang="en-US" altLang="en-US" dirty="0"/>
              <a:t>In many, information systems used to bury decisions from public scrutiny</a:t>
            </a:r>
          </a:p>
          <a:p>
            <a:pPr eaLnBrk="1" hangingPunct="1">
              <a:buSzTx/>
            </a:pPr>
            <a:r>
              <a:rPr lang="en-US" altLang="en-US" dirty="0"/>
              <a:t>Ethics </a:t>
            </a:r>
          </a:p>
          <a:p>
            <a:pPr lvl="1" eaLnBrk="1" hangingPunct="1"/>
            <a:r>
              <a:rPr lang="en-US" altLang="en-US" dirty="0"/>
              <a:t>Refers to “the Principles of right and wrong that individuals, acting as free moral agents, use to make choices to guide their behaviors”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D762B6C-0E6D-451F-96B5-E9D1E7D73610}"/>
              </a:ext>
            </a:extLst>
          </p:cNvPr>
          <p:cNvSpPr>
            <a:spLocks noGrp="1"/>
          </p:cNvSpPr>
          <p:nvPr>
            <p:ph type="title"/>
          </p:nvPr>
        </p:nvSpPr>
        <p:spPr/>
        <p:txBody>
          <a:bodyPr>
            <a:normAutofit fontScale="90000"/>
          </a:bodyPr>
          <a:lstStyle/>
          <a:p>
            <a:pPr eaLnBrk="1" hangingPunct="1"/>
            <a:r>
              <a:rPr lang="en-US" altLang="en-US"/>
              <a:t>What Ethical, Social, and Political Issues Are Raised by Information Systems? (2 of 2)</a:t>
            </a:r>
          </a:p>
        </p:txBody>
      </p:sp>
      <p:sp>
        <p:nvSpPr>
          <p:cNvPr id="12291" name="Content Placeholder 2">
            <a:extLst>
              <a:ext uri="{FF2B5EF4-FFF2-40B4-BE49-F238E27FC236}">
                <a16:creationId xmlns:a16="http://schemas.microsoft.com/office/drawing/2014/main" id="{12271592-F11D-4255-A78C-D7C3E2BF90B6}"/>
              </a:ext>
            </a:extLst>
          </p:cNvPr>
          <p:cNvSpPr>
            <a:spLocks noGrp="1"/>
          </p:cNvSpPr>
          <p:nvPr>
            <p:ph idx="1"/>
          </p:nvPr>
        </p:nvSpPr>
        <p:spPr bwMode="auto"/>
        <p:txBody>
          <a:bodyPr wrap="square" numCol="1" anchor="t" anchorCtr="0" compatLnSpc="1">
            <a:prstTxWarp prst="textNoShape">
              <a:avLst/>
            </a:prstTxWarp>
          </a:bodyPr>
          <a:lstStyle/>
          <a:p>
            <a:pPr eaLnBrk="1" hangingPunct="1">
              <a:buSzTx/>
              <a:defRPr/>
            </a:pPr>
            <a:r>
              <a:rPr lang="en-US" altLang="en-US" sz="2800" dirty="0"/>
              <a:t>Information systems raise new ethical questions because they create opportunities for:</a:t>
            </a:r>
          </a:p>
          <a:p>
            <a:pPr lvl="1" eaLnBrk="1" hangingPunct="1">
              <a:defRPr/>
            </a:pPr>
            <a:r>
              <a:rPr lang="en-US" altLang="en-US" sz="2400" dirty="0"/>
              <a:t>Intense social change, threatening existing distributions of power, money, rights, and obligations</a:t>
            </a:r>
          </a:p>
          <a:p>
            <a:pPr lvl="1" eaLnBrk="1" hangingPunct="1">
              <a:defRPr/>
            </a:pPr>
            <a:r>
              <a:rPr lang="en-US" altLang="en-US" sz="2400" dirty="0"/>
              <a:t>New kinds of crime</a:t>
            </a:r>
          </a:p>
          <a:p>
            <a:pPr marL="457200" lvl="1" indent="0" eaLnBrk="1" hangingPunct="1">
              <a:buFont typeface="Arial" panose="020B0604020202020204" pitchFamily="34" charset="0"/>
              <a:buNone/>
              <a:defRPr/>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EEB2B546-2D96-454B-A886-7CF5E46FA007}"/>
              </a:ext>
            </a:extLst>
          </p:cNvPr>
          <p:cNvSpPr>
            <a:spLocks noGrp="1"/>
          </p:cNvSpPr>
          <p:nvPr>
            <p:ph type="title"/>
          </p:nvPr>
        </p:nvSpPr>
        <p:spPr/>
        <p:txBody>
          <a:bodyPr>
            <a:normAutofit/>
          </a:bodyPr>
          <a:lstStyle/>
          <a:p>
            <a:pPr eaLnBrk="1" hangingPunct="1"/>
            <a:r>
              <a:rPr lang="en-US" altLang="en-US"/>
              <a:t>A Model for Thinking about Ethical, Social, and Political Issues.</a:t>
            </a:r>
          </a:p>
        </p:txBody>
      </p:sp>
      <p:sp>
        <p:nvSpPr>
          <p:cNvPr id="22531" name="Content Placeholder 2">
            <a:extLst>
              <a:ext uri="{FF2B5EF4-FFF2-40B4-BE49-F238E27FC236}">
                <a16:creationId xmlns:a16="http://schemas.microsoft.com/office/drawing/2014/main" id="{33E780B8-A007-4FB7-BDB0-C9892672964C}"/>
              </a:ext>
            </a:extLst>
          </p:cNvPr>
          <p:cNvSpPr>
            <a:spLocks noGrp="1"/>
          </p:cNvSpPr>
          <p:nvPr>
            <p:ph idx="1"/>
          </p:nvPr>
        </p:nvSpPr>
        <p:spPr bwMode="auto"/>
        <p:txBody>
          <a:bodyPr wrap="square" numCol="1" anchor="t" anchorCtr="0" compatLnSpc="1">
            <a:prstTxWarp prst="textNoShape">
              <a:avLst/>
            </a:prstTxWarp>
          </a:bodyPr>
          <a:lstStyle/>
          <a:p>
            <a:pPr eaLnBrk="1" hangingPunct="1">
              <a:buSzTx/>
            </a:pPr>
            <a:r>
              <a:rPr lang="en-US" altLang="en-US"/>
              <a:t>Society as a calm pond</a:t>
            </a:r>
          </a:p>
          <a:p>
            <a:pPr eaLnBrk="1" hangingPunct="1">
              <a:buSzTx/>
            </a:pPr>
            <a:r>
              <a:rPr lang="en-US" altLang="en-US"/>
              <a:t>IT as rock dropped in pond, creating ripples of new situations not covered by old rules</a:t>
            </a:r>
          </a:p>
          <a:p>
            <a:pPr eaLnBrk="1" hangingPunct="1">
              <a:buSzTx/>
            </a:pPr>
            <a:r>
              <a:rPr lang="en-US" altLang="en-US"/>
              <a:t>Social </a:t>
            </a:r>
            <a:r>
              <a:rPr lang="en-US" altLang="en-US" sz="2000" i="1"/>
              <a:t>(family, education, organization) </a:t>
            </a:r>
            <a:r>
              <a:rPr lang="en-US" altLang="en-US"/>
              <a:t>and political institutions cannot respond overnight to these ripples—it may take years to develop etiquette, expectations, laws</a:t>
            </a:r>
          </a:p>
          <a:p>
            <a:pPr lvl="1" eaLnBrk="1" hangingPunct="1"/>
            <a:r>
              <a:rPr lang="en-US" altLang="en-US"/>
              <a:t>Requires understanding of ethics to make choices in legally gray areas (in the meantime)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F5EB300A-E410-4F4F-8913-E39FD8C8ABB9}"/>
              </a:ext>
            </a:extLst>
          </p:cNvPr>
          <p:cNvSpPr>
            <a:spLocks noGrp="1"/>
          </p:cNvSpPr>
          <p:nvPr>
            <p:ph type="title"/>
          </p:nvPr>
        </p:nvSpPr>
        <p:spPr/>
        <p:txBody>
          <a:bodyPr>
            <a:normAutofit fontScale="90000"/>
          </a:bodyPr>
          <a:lstStyle/>
          <a:p>
            <a:pPr eaLnBrk="1" hangingPunct="1"/>
            <a:r>
              <a:rPr lang="en-US" altLang="en-US" sz="3600" dirty="0">
                <a:solidFill>
                  <a:schemeClr val="accent2"/>
                </a:solidFill>
              </a:rPr>
              <a:t>The Relationship Between Ethical, Social, and Political Issues in an Information Society</a:t>
            </a:r>
          </a:p>
        </p:txBody>
      </p:sp>
      <p:pic>
        <p:nvPicPr>
          <p:cNvPr id="2" name="Picture 2" descr="A concentric circle diagram shows how new information technology raises ethical, social, and political issues at various levels. For a full description, see Notes. Press F6.">
            <a:extLst>
              <a:ext uri="{FF2B5EF4-FFF2-40B4-BE49-F238E27FC236}">
                <a16:creationId xmlns:a16="http://schemas.microsoft.com/office/drawing/2014/main" id="{ACFCA63A-C1D5-7745-2545-91484311455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937040" y="2057400"/>
            <a:ext cx="5269920" cy="396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BDBDA7DF-9100-45FA-A95F-DE52696FFAE8}"/>
              </a:ext>
            </a:extLst>
          </p:cNvPr>
          <p:cNvSpPr>
            <a:spLocks noGrp="1"/>
          </p:cNvSpPr>
          <p:nvPr>
            <p:ph type="title"/>
          </p:nvPr>
        </p:nvSpPr>
        <p:spPr/>
        <p:txBody>
          <a:bodyPr/>
          <a:lstStyle/>
          <a:p>
            <a:pPr eaLnBrk="1" hangingPunct="1"/>
            <a:r>
              <a:rPr lang="en-US" altLang="en-US" sz="3200">
                <a:ea typeface="MS PGothic" panose="020B0600070205080204" pitchFamily="34" charset="-128"/>
              </a:rPr>
              <a:t>Five Moral Dimensions of the </a:t>
            </a:r>
            <a:br>
              <a:rPr lang="en-US" altLang="en-US" sz="3200">
                <a:ea typeface="MS PGothic" panose="020B0600070205080204" pitchFamily="34" charset="-128"/>
              </a:rPr>
            </a:br>
            <a:r>
              <a:rPr lang="en-US" altLang="en-US" sz="3200">
                <a:ea typeface="MS PGothic" panose="020B0600070205080204" pitchFamily="34" charset="-128"/>
              </a:rPr>
              <a:t>Information Age</a:t>
            </a:r>
            <a:endParaRPr lang="en-US" altLang="en-US"/>
          </a:p>
        </p:txBody>
      </p:sp>
      <p:sp>
        <p:nvSpPr>
          <p:cNvPr id="26627" name="Content Placeholder 2">
            <a:extLst>
              <a:ext uri="{FF2B5EF4-FFF2-40B4-BE49-F238E27FC236}">
                <a16:creationId xmlns:a16="http://schemas.microsoft.com/office/drawing/2014/main" id="{51F0C088-905A-4729-83C6-D0A2B6218ED1}"/>
              </a:ext>
            </a:extLst>
          </p:cNvPr>
          <p:cNvSpPr>
            <a:spLocks noGrp="1"/>
          </p:cNvSpPr>
          <p:nvPr>
            <p:ph idx="1"/>
          </p:nvPr>
        </p:nvSpPr>
        <p:spPr bwMode="auto">
          <a:xfrm>
            <a:off x="581192" y="2228003"/>
            <a:ext cx="7989752" cy="4096597"/>
          </a:xfrm>
        </p:spPr>
        <p:txBody>
          <a:bodyPr wrap="square" numCol="1" anchor="t" anchorCtr="0" compatLnSpc="1">
            <a:prstTxWarp prst="textNoShape">
              <a:avLst/>
            </a:prstTxWarp>
            <a:normAutofit fontScale="77500" lnSpcReduction="20000"/>
          </a:bodyPr>
          <a:lstStyle/>
          <a:p>
            <a:pPr eaLnBrk="1" hangingPunct="1">
              <a:buSzTx/>
            </a:pPr>
            <a:r>
              <a:rPr lang="en-US" altLang="en-US" sz="3600" dirty="0"/>
              <a:t>Information rights and obligations </a:t>
            </a:r>
            <a:r>
              <a:rPr lang="en-US" altLang="en-US" sz="2100" dirty="0"/>
              <a:t>(individual  and organizations)</a:t>
            </a:r>
            <a:endParaRPr lang="en-US" altLang="en-US" sz="1600" dirty="0"/>
          </a:p>
          <a:p>
            <a:pPr eaLnBrk="1" hangingPunct="1">
              <a:buSzTx/>
            </a:pPr>
            <a:r>
              <a:rPr lang="en-US" altLang="en-US" sz="3600" dirty="0"/>
              <a:t>Property rights and obligations </a:t>
            </a:r>
            <a:r>
              <a:rPr lang="en-US" altLang="en-US" sz="2100" dirty="0"/>
              <a:t>(intellectual property rights in a digital society)</a:t>
            </a:r>
          </a:p>
          <a:p>
            <a:pPr eaLnBrk="1" hangingPunct="1">
              <a:buSzTx/>
            </a:pPr>
            <a:r>
              <a:rPr lang="en-US" altLang="en-US" sz="3600" dirty="0"/>
              <a:t>Accountability and control </a:t>
            </a:r>
            <a:r>
              <a:rPr lang="en-US" altLang="en-US" sz="2100" dirty="0"/>
              <a:t>(who is accountable for the harm done to individual, information and property rights)</a:t>
            </a:r>
            <a:endParaRPr lang="en-US" altLang="en-US" sz="1600" dirty="0"/>
          </a:p>
          <a:p>
            <a:pPr eaLnBrk="1" hangingPunct="1">
              <a:buSzTx/>
            </a:pPr>
            <a:r>
              <a:rPr lang="en-US" altLang="en-US" sz="3600" dirty="0"/>
              <a:t>System quality </a:t>
            </a:r>
            <a:r>
              <a:rPr lang="en-US" altLang="en-US" sz="2100" dirty="0"/>
              <a:t>(what standards of data and system quality we should demand to protect individual rights and the safety of society?)</a:t>
            </a:r>
            <a:endParaRPr lang="en-US" altLang="en-US" sz="1600" dirty="0"/>
          </a:p>
          <a:p>
            <a:pPr eaLnBrk="1" hangingPunct="1">
              <a:buSzTx/>
            </a:pPr>
            <a:r>
              <a:rPr lang="en-US" altLang="en-US" sz="3600" dirty="0"/>
              <a:t>Quality of life </a:t>
            </a:r>
            <a:r>
              <a:rPr lang="en-US" altLang="en-US" sz="2100" dirty="0"/>
              <a:t>(values preserved in the society, which institute we should protect? Cultural values and practices supported by the IT)</a:t>
            </a:r>
            <a:endParaRPr lang="en-US"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210E1081-3A6A-491E-8191-A005A096776C}"/>
              </a:ext>
            </a:extLst>
          </p:cNvPr>
          <p:cNvSpPr>
            <a:spLocks noGrp="1"/>
          </p:cNvSpPr>
          <p:nvPr>
            <p:ph type="title"/>
          </p:nvPr>
        </p:nvSpPr>
        <p:spPr/>
        <p:txBody>
          <a:bodyPr/>
          <a:lstStyle/>
          <a:p>
            <a:pPr eaLnBrk="1" hangingPunct="1"/>
            <a:r>
              <a:rPr lang="en-US" altLang="en-US"/>
              <a:t>Key Technology Trends that Raise Ethical Issues</a:t>
            </a:r>
          </a:p>
        </p:txBody>
      </p:sp>
      <p:sp>
        <p:nvSpPr>
          <p:cNvPr id="28675" name="Content Placeholder 2">
            <a:extLst>
              <a:ext uri="{FF2B5EF4-FFF2-40B4-BE49-F238E27FC236}">
                <a16:creationId xmlns:a16="http://schemas.microsoft.com/office/drawing/2014/main" id="{0F0AEC15-3489-451B-A941-EC590C3CE90C}"/>
              </a:ext>
            </a:extLst>
          </p:cNvPr>
          <p:cNvSpPr>
            <a:spLocks noGrp="1"/>
          </p:cNvSpPr>
          <p:nvPr>
            <p:ph idx="1"/>
          </p:nvPr>
        </p:nvSpPr>
        <p:spPr bwMode="auto"/>
        <p:txBody>
          <a:bodyPr wrap="square" numCol="1" anchor="t" anchorCtr="0" compatLnSpc="1">
            <a:prstTxWarp prst="textNoShape">
              <a:avLst/>
            </a:prstTxWarp>
            <a:normAutofit fontScale="77500" lnSpcReduction="20000"/>
          </a:bodyPr>
          <a:lstStyle/>
          <a:p>
            <a:pPr eaLnBrk="1" hangingPunct="1">
              <a:buSzTx/>
            </a:pPr>
            <a:r>
              <a:rPr lang="en-US" altLang="en-US" sz="2800" dirty="0"/>
              <a:t>Computing power doubles every 18 months </a:t>
            </a:r>
            <a:r>
              <a:rPr lang="en-US" altLang="en-US" sz="2400" dirty="0"/>
              <a:t>(more organizations depend on computer systems)</a:t>
            </a:r>
          </a:p>
          <a:p>
            <a:pPr eaLnBrk="1" hangingPunct="1">
              <a:buSzTx/>
            </a:pPr>
            <a:r>
              <a:rPr lang="en-US" altLang="en-US" sz="2800" dirty="0"/>
              <a:t>Data storage costs rapidly decline </a:t>
            </a:r>
            <a:r>
              <a:rPr lang="en-US" altLang="en-US" sz="2400" dirty="0"/>
              <a:t>(multiplying databases)</a:t>
            </a:r>
          </a:p>
          <a:p>
            <a:pPr eaLnBrk="1" hangingPunct="1">
              <a:buSzTx/>
            </a:pPr>
            <a:r>
              <a:rPr lang="en-US" altLang="en-US" sz="2800" dirty="0"/>
              <a:t>Data analysis advances</a:t>
            </a:r>
          </a:p>
          <a:p>
            <a:pPr eaLnBrk="1" hangingPunct="1">
              <a:buSzTx/>
            </a:pPr>
            <a:r>
              <a:rPr lang="en-US" altLang="en-US" sz="2800" dirty="0"/>
              <a:t>Networking advances </a:t>
            </a:r>
            <a:r>
              <a:rPr lang="en-US" altLang="en-US" sz="2400" dirty="0"/>
              <a:t>(including internet)</a:t>
            </a:r>
          </a:p>
          <a:p>
            <a:pPr eaLnBrk="1" hangingPunct="1">
              <a:buSzTx/>
            </a:pPr>
            <a:r>
              <a:rPr lang="en-US" altLang="en-US" sz="2800" dirty="0"/>
              <a:t>Mobile device growth impact: </a:t>
            </a:r>
            <a:r>
              <a:rPr lang="en-US" sz="2600" b="0" i="1" dirty="0">
                <a:solidFill>
                  <a:schemeClr val="tx1">
                    <a:lumMod val="50000"/>
                    <a:lumOff val="50000"/>
                  </a:schemeClr>
                </a:solidFill>
                <a:effectLst/>
                <a:latin typeface="+mj-lt"/>
              </a:rPr>
              <a:t>A total of</a:t>
            </a:r>
            <a:r>
              <a:rPr lang="en-US" sz="2200" b="0" i="1" dirty="0">
                <a:solidFill>
                  <a:schemeClr val="tx1">
                    <a:lumMod val="50000"/>
                    <a:lumOff val="50000"/>
                  </a:schemeClr>
                </a:solidFill>
                <a:effectLst/>
                <a:latin typeface="+mj-lt"/>
              </a:rPr>
              <a:t> </a:t>
            </a:r>
            <a:r>
              <a:rPr lang="en-US" sz="2200" b="1" i="1" dirty="0">
                <a:solidFill>
                  <a:schemeClr val="tx1">
                    <a:lumMod val="50000"/>
                    <a:lumOff val="50000"/>
                  </a:schemeClr>
                </a:solidFill>
                <a:effectLst/>
                <a:latin typeface="+mj-lt"/>
              </a:rPr>
              <a:t>2.10 </a:t>
            </a:r>
            <a:r>
              <a:rPr lang="en-US" sz="2600" b="1" i="1" dirty="0">
                <a:solidFill>
                  <a:schemeClr val="tx1">
                    <a:lumMod val="50000"/>
                    <a:lumOff val="50000"/>
                  </a:schemeClr>
                </a:solidFill>
                <a:effectLst/>
                <a:latin typeface="+mj-lt"/>
              </a:rPr>
              <a:t>million</a:t>
            </a:r>
            <a:r>
              <a:rPr lang="en-US" sz="2600" b="0" i="1" dirty="0">
                <a:solidFill>
                  <a:schemeClr val="tx1">
                    <a:lumMod val="50000"/>
                    <a:lumOff val="50000"/>
                  </a:schemeClr>
                </a:solidFill>
                <a:effectLst/>
                <a:latin typeface="+mj-lt"/>
              </a:rPr>
              <a:t> cellular mobile connections were active in Bahrain in early </a:t>
            </a:r>
            <a:r>
              <a:rPr lang="en-US" sz="2200" b="0" i="1" dirty="0">
                <a:solidFill>
                  <a:schemeClr val="tx1">
                    <a:lumMod val="50000"/>
                    <a:lumOff val="50000"/>
                  </a:schemeClr>
                </a:solidFill>
                <a:effectLst/>
                <a:latin typeface="+mj-lt"/>
              </a:rPr>
              <a:t>2023, </a:t>
            </a:r>
            <a:r>
              <a:rPr lang="en-US" sz="2600" b="0" i="1" dirty="0">
                <a:solidFill>
                  <a:schemeClr val="tx1">
                    <a:lumMod val="50000"/>
                    <a:lumOff val="50000"/>
                  </a:schemeClr>
                </a:solidFill>
                <a:effectLst/>
                <a:latin typeface="+mj-lt"/>
              </a:rPr>
              <a:t>equivalent to </a:t>
            </a:r>
            <a:r>
              <a:rPr lang="en-US" sz="2200" b="1" i="1" dirty="0">
                <a:solidFill>
                  <a:schemeClr val="tx1">
                    <a:lumMod val="50000"/>
                    <a:lumOff val="50000"/>
                  </a:schemeClr>
                </a:solidFill>
                <a:effectLst/>
                <a:latin typeface="+mj-lt"/>
              </a:rPr>
              <a:t>142.1 percent</a:t>
            </a:r>
            <a:r>
              <a:rPr lang="en-US" sz="2200" b="0" i="1" dirty="0">
                <a:solidFill>
                  <a:schemeClr val="tx1">
                    <a:lumMod val="50000"/>
                    <a:lumOff val="50000"/>
                  </a:schemeClr>
                </a:solidFill>
                <a:effectLst/>
                <a:latin typeface="+mj-lt"/>
              </a:rPr>
              <a:t> </a:t>
            </a:r>
            <a:r>
              <a:rPr lang="en-US" sz="2600" b="0" i="1" dirty="0">
                <a:solidFill>
                  <a:schemeClr val="tx1">
                    <a:lumMod val="50000"/>
                    <a:lumOff val="50000"/>
                  </a:schemeClr>
                </a:solidFill>
                <a:effectLst/>
                <a:latin typeface="+mj-lt"/>
              </a:rPr>
              <a:t>of the total population. </a:t>
            </a:r>
            <a:r>
              <a:rPr lang="en-US" sz="1900" b="0" i="1" dirty="0">
                <a:solidFill>
                  <a:schemeClr val="tx1">
                    <a:lumMod val="50000"/>
                    <a:lumOff val="50000"/>
                  </a:schemeClr>
                </a:solidFill>
                <a:effectLst/>
                <a:latin typeface="+mj-lt"/>
              </a:rPr>
              <a:t>https://datareportal.com/reports/digital-2023-bahrain</a:t>
            </a:r>
          </a:p>
          <a:p>
            <a:pPr eaLnBrk="1" hangingPunct="1">
              <a:buSzTx/>
            </a:pPr>
            <a:endParaRPr lang="en-US"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98BFAA86-2A3F-4733-93ED-84998AA38108}"/>
              </a:ext>
            </a:extLst>
          </p:cNvPr>
          <p:cNvSpPr>
            <a:spLocks noGrp="1"/>
          </p:cNvSpPr>
          <p:nvPr>
            <p:ph type="title"/>
          </p:nvPr>
        </p:nvSpPr>
        <p:spPr/>
        <p:txBody>
          <a:bodyPr/>
          <a:lstStyle/>
          <a:p>
            <a:pPr eaLnBrk="1" hangingPunct="1"/>
            <a:r>
              <a:rPr lang="en-US" altLang="en-US"/>
              <a:t>Advances in Data Analysis Techniques</a:t>
            </a:r>
          </a:p>
        </p:txBody>
      </p:sp>
      <p:sp>
        <p:nvSpPr>
          <p:cNvPr id="30723" name="Content Placeholder 2">
            <a:extLst>
              <a:ext uri="{FF2B5EF4-FFF2-40B4-BE49-F238E27FC236}">
                <a16:creationId xmlns:a16="http://schemas.microsoft.com/office/drawing/2014/main" id="{68AF9D67-DACC-4840-BFA4-D74DA3F77BB5}"/>
              </a:ext>
            </a:extLst>
          </p:cNvPr>
          <p:cNvSpPr>
            <a:spLocks noGrp="1"/>
          </p:cNvSpPr>
          <p:nvPr>
            <p:ph idx="1"/>
          </p:nvPr>
        </p:nvSpPr>
        <p:spPr bwMode="auto">
          <a:xfrm>
            <a:off x="577124" y="1981200"/>
            <a:ext cx="7989752" cy="4621395"/>
          </a:xfrm>
        </p:spPr>
        <p:txBody>
          <a:bodyPr wrap="square" numCol="1" anchor="t" anchorCtr="0" compatLnSpc="1">
            <a:prstTxWarp prst="textNoShape">
              <a:avLst/>
            </a:prstTxWarp>
            <a:normAutofit fontScale="92500"/>
          </a:bodyPr>
          <a:lstStyle/>
          <a:p>
            <a:pPr eaLnBrk="1" hangingPunct="1">
              <a:buSzTx/>
              <a:defRPr/>
            </a:pPr>
            <a:r>
              <a:rPr lang="en-US" altLang="en-US" sz="2600" dirty="0"/>
              <a:t>Profiling</a:t>
            </a:r>
          </a:p>
          <a:p>
            <a:pPr lvl="1" eaLnBrk="1" hangingPunct="1">
              <a:defRPr/>
            </a:pPr>
            <a:r>
              <a:rPr lang="en-US" altLang="en-US" sz="2200" dirty="0"/>
              <a:t>Combining data from multiple sources to create dossiers of detailed information on individuals</a:t>
            </a:r>
          </a:p>
          <a:p>
            <a:pPr eaLnBrk="1" hangingPunct="1">
              <a:buSzTx/>
              <a:defRPr/>
            </a:pPr>
            <a:r>
              <a:rPr lang="en-US" altLang="en-US" sz="2600" dirty="0"/>
              <a:t>Nonobvious relationship awareness (NORA)</a:t>
            </a:r>
          </a:p>
          <a:p>
            <a:pPr lvl="1" eaLnBrk="1" hangingPunct="1">
              <a:defRPr/>
            </a:pPr>
            <a:r>
              <a:rPr lang="en-US" altLang="en-US" sz="2200" dirty="0"/>
              <a:t>Combining data from multiple sources to find obscure hidden connections that might help identify criminals or terrorists</a:t>
            </a:r>
          </a:p>
          <a:p>
            <a:pPr marL="0" indent="0" eaLnBrk="1" hangingPunct="1">
              <a:spcBef>
                <a:spcPct val="0"/>
              </a:spcBef>
              <a:buFont typeface="Arial" panose="020B0604020202020204" pitchFamily="34" charset="0"/>
              <a:buNone/>
              <a:defRPr/>
            </a:pPr>
            <a:r>
              <a:rPr lang="en-US" altLang="en-US" sz="1700" dirty="0"/>
              <a:t>	</a:t>
            </a:r>
            <a:r>
              <a:rPr lang="en-US" altLang="en-US" sz="1700" i="1" dirty="0"/>
              <a:t>For example, </a:t>
            </a:r>
          </a:p>
          <a:p>
            <a:pPr marL="1085850" indent="-171450" eaLnBrk="1" hangingPunct="1">
              <a:spcBef>
                <a:spcPct val="0"/>
              </a:spcBef>
              <a:buFontTx/>
              <a:buChar char="-"/>
              <a:defRPr/>
            </a:pPr>
            <a:r>
              <a:rPr lang="en-US" altLang="en-US" sz="1600" i="1" dirty="0">
                <a:solidFill>
                  <a:srgbClr val="C00000"/>
                </a:solidFill>
              </a:rPr>
              <a:t>an applicant for a job at a company shares a telephone number with a known criminal and as  such issue an alert to the hiring manager.</a:t>
            </a:r>
          </a:p>
          <a:p>
            <a:pPr marL="1085850" indent="-171450" eaLnBrk="1" hangingPunct="1">
              <a:spcBef>
                <a:spcPct val="0"/>
              </a:spcBef>
              <a:buFontTx/>
              <a:buChar char="-"/>
              <a:defRPr/>
            </a:pPr>
            <a:r>
              <a:rPr lang="en-US" altLang="en-US" sz="1600" i="1" dirty="0">
                <a:solidFill>
                  <a:srgbClr val="C00000"/>
                </a:solidFill>
              </a:rPr>
              <a:t>Airline company identifying potential terrorists attempting to board a plane. </a:t>
            </a:r>
          </a:p>
          <a:p>
            <a:pPr marL="1085850" indent="-171450" eaLnBrk="1" hangingPunct="1">
              <a:spcBef>
                <a:spcPct val="0"/>
              </a:spcBef>
              <a:buFontTx/>
              <a:buChar char="-"/>
              <a:defRPr/>
            </a:pPr>
            <a:r>
              <a:rPr lang="en-US" altLang="en-US" sz="1600" i="1" dirty="0">
                <a:solidFill>
                  <a:srgbClr val="C00000"/>
                </a:solidFill>
              </a:rPr>
              <a:t>Government identifying potential terrorists by monitoring phone calls. </a:t>
            </a:r>
          </a:p>
          <a:p>
            <a:pPr marL="1085850" indent="-171450" eaLnBrk="1" hangingPunct="1">
              <a:spcBef>
                <a:spcPct val="0"/>
              </a:spcBef>
              <a:buFontTx/>
              <a:buChar char="-"/>
              <a:defRPr/>
            </a:pPr>
            <a:endParaRPr lang="en-US" altLang="en-US" sz="1700" i="1" dirty="0">
              <a:solidFill>
                <a:srgbClr val="C00000"/>
              </a:solidFill>
            </a:endParaRPr>
          </a:p>
          <a:p>
            <a:pPr eaLnBrk="1" hangingPunct="1">
              <a:spcBef>
                <a:spcPct val="0"/>
              </a:spcBef>
              <a:defRPr/>
            </a:pPr>
            <a:endParaRPr lang="en-US" altLang="en-US" sz="2600" dirty="0"/>
          </a:p>
          <a:p>
            <a:pPr marL="457200" lvl="1" indent="0" eaLnBrk="1" hangingPunct="1">
              <a:buFont typeface="Arial" panose="020B0604020202020204" pitchFamily="34" charset="0"/>
              <a:buNone/>
              <a:defRPr/>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5815ED97-DEF4-434D-AF32-D61C57A7B5EB}"/>
              </a:ext>
            </a:extLst>
          </p:cNvPr>
          <p:cNvSpPr>
            <a:spLocks noGrp="1"/>
          </p:cNvSpPr>
          <p:nvPr>
            <p:ph type="title"/>
          </p:nvPr>
        </p:nvSpPr>
        <p:spPr/>
        <p:txBody>
          <a:bodyPr>
            <a:normAutofit fontScale="90000"/>
          </a:bodyPr>
          <a:lstStyle/>
          <a:p>
            <a:pPr eaLnBrk="1" hangingPunct="1"/>
            <a:r>
              <a:rPr lang="en-US" altLang="en-US" sz="3600" dirty="0">
                <a:solidFill>
                  <a:schemeClr val="accent2"/>
                </a:solidFill>
              </a:rPr>
              <a:t>Nonobvious Relationship Awareness (NORA)</a:t>
            </a:r>
          </a:p>
        </p:txBody>
      </p:sp>
      <p:pic>
        <p:nvPicPr>
          <p:cNvPr id="2" name="Picture 2" descr="A flow diagram explains the concept of nonobvious relationship awareness (NORA). For a full description, see Notes. Press F6.">
            <a:extLst>
              <a:ext uri="{FF2B5EF4-FFF2-40B4-BE49-F238E27FC236}">
                <a16:creationId xmlns:a16="http://schemas.microsoft.com/office/drawing/2014/main" id="{F7E2ACF5-D3C6-524E-CC7C-ECB067BB383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905000" y="1600200"/>
            <a:ext cx="5004489" cy="47030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5AD60B51-FA05-4BC0-88DF-8629D0B93D0A}"/>
              </a:ext>
            </a:extLst>
          </p:cNvPr>
          <p:cNvSpPr>
            <a:spLocks noGrp="1"/>
          </p:cNvSpPr>
          <p:nvPr>
            <p:ph type="title"/>
          </p:nvPr>
        </p:nvSpPr>
        <p:spPr/>
        <p:txBody>
          <a:bodyPr>
            <a:normAutofit/>
          </a:bodyPr>
          <a:lstStyle/>
          <a:p>
            <a:pPr eaLnBrk="1" hangingPunct="1"/>
            <a:r>
              <a:rPr lang="en-US" altLang="en-US"/>
              <a:t>Basic Concepts: Responsibility, Accountability, and Liability </a:t>
            </a:r>
            <a:r>
              <a:rPr lang="en-US" altLang="en-US" sz="1600" b="0" i="1">
                <a:solidFill>
                  <a:srgbClr val="C00000"/>
                </a:solidFill>
              </a:rPr>
              <a:t>(consequences)</a:t>
            </a:r>
          </a:p>
        </p:txBody>
      </p:sp>
      <p:sp>
        <p:nvSpPr>
          <p:cNvPr id="35843" name="Content Placeholder 2">
            <a:extLst>
              <a:ext uri="{FF2B5EF4-FFF2-40B4-BE49-F238E27FC236}">
                <a16:creationId xmlns:a16="http://schemas.microsoft.com/office/drawing/2014/main" id="{5077C0C3-7043-410B-AA22-E4F35770F08B}"/>
              </a:ext>
            </a:extLst>
          </p:cNvPr>
          <p:cNvSpPr>
            <a:spLocks noGrp="1"/>
          </p:cNvSpPr>
          <p:nvPr>
            <p:ph idx="1"/>
          </p:nvPr>
        </p:nvSpPr>
        <p:spPr bwMode="auto">
          <a:xfrm>
            <a:off x="581192" y="2228003"/>
            <a:ext cx="7989752" cy="3942523"/>
          </a:xfrm>
        </p:spPr>
        <p:txBody>
          <a:bodyPr wrap="square" numCol="1" anchor="t" anchorCtr="0" compatLnSpc="1">
            <a:prstTxWarp prst="textNoShape">
              <a:avLst/>
            </a:prstTxWarp>
            <a:normAutofit fontScale="85000" lnSpcReduction="20000"/>
          </a:bodyPr>
          <a:lstStyle/>
          <a:p>
            <a:pPr marL="0" indent="0">
              <a:buNone/>
              <a:defRPr/>
            </a:pPr>
            <a:r>
              <a:rPr lang="en-US" altLang="en-US" sz="2400" dirty="0">
                <a:ea typeface="ＭＳ Ｐゴシック" panose="020B0600070205080204" pitchFamily="34" charset="-128"/>
              </a:rPr>
              <a:t>What specific principles </a:t>
            </a:r>
            <a:r>
              <a:rPr lang="en-US" altLang="en-US" sz="2400">
                <a:ea typeface="ＭＳ Ｐゴシック" panose="020B0600070205080204" pitchFamily="34" charset="-128"/>
              </a:rPr>
              <a:t>for </a:t>
            </a:r>
            <a:r>
              <a:rPr lang="en-US" altLang="en-US" sz="2400" smtClean="0">
                <a:ea typeface="ＭＳ Ｐゴシック" panose="020B0600070205080204" pitchFamily="34" charset="-128"/>
              </a:rPr>
              <a:t>conduct can </a:t>
            </a:r>
            <a:r>
              <a:rPr lang="en-US" altLang="en-US" sz="2400" dirty="0">
                <a:ea typeface="ＭＳ Ｐゴシック" panose="020B0600070205080204" pitchFamily="34" charset="-128"/>
              </a:rPr>
              <a:t>be used to guide ethical decisions?</a:t>
            </a:r>
          </a:p>
          <a:p>
            <a:pPr eaLnBrk="1" hangingPunct="1">
              <a:buSzTx/>
            </a:pPr>
            <a:r>
              <a:rPr lang="en-US" altLang="en-US" sz="2400" b="1" dirty="0" smtClean="0"/>
              <a:t>Responsibility</a:t>
            </a:r>
            <a:endParaRPr lang="en-US" altLang="en-US" sz="2400" b="1" dirty="0"/>
          </a:p>
          <a:p>
            <a:pPr lvl="1" eaLnBrk="1" hangingPunct="1"/>
            <a:r>
              <a:rPr lang="en-US" altLang="en-US" sz="2000" dirty="0"/>
              <a:t>Accepting the potential costs, duties, and obligations for decisions made by individuals </a:t>
            </a:r>
          </a:p>
          <a:p>
            <a:pPr eaLnBrk="1" hangingPunct="1">
              <a:buSzTx/>
            </a:pPr>
            <a:r>
              <a:rPr lang="en-US" altLang="en-US" sz="2400" b="1" dirty="0"/>
              <a:t>Accountability</a:t>
            </a:r>
          </a:p>
          <a:p>
            <a:pPr lvl="1" eaLnBrk="1" hangingPunct="1"/>
            <a:r>
              <a:rPr lang="en-US" altLang="en-US" sz="2000" dirty="0"/>
              <a:t>Mechanisms for identifying responsible parties</a:t>
            </a:r>
          </a:p>
          <a:p>
            <a:pPr eaLnBrk="1" hangingPunct="1">
              <a:buSzTx/>
            </a:pPr>
            <a:r>
              <a:rPr lang="en-US" altLang="en-US" sz="2400" b="1" dirty="0"/>
              <a:t>Liability </a:t>
            </a:r>
          </a:p>
          <a:p>
            <a:pPr lvl="1" eaLnBrk="1" hangingPunct="1"/>
            <a:r>
              <a:rPr lang="en-US" altLang="en-US" sz="2000" dirty="0"/>
              <a:t>Permits individuals (and firms) to recover damages done to them </a:t>
            </a:r>
          </a:p>
          <a:p>
            <a:pPr eaLnBrk="1" hangingPunct="1">
              <a:buSzTx/>
            </a:pPr>
            <a:r>
              <a:rPr lang="en-US" altLang="en-US" sz="2400" b="1" dirty="0"/>
              <a:t>Due process</a:t>
            </a:r>
          </a:p>
          <a:p>
            <a:pPr lvl="1" eaLnBrk="1" hangingPunct="1"/>
            <a:r>
              <a:rPr lang="en-US" altLang="en-US" sz="2000" dirty="0"/>
              <a:t>Laws are well-known and understood, with an ability to appeal to higher authorities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2BF7D05D-E10B-4FAA-98E5-70B79FBD626F}"/>
              </a:ext>
            </a:extLst>
          </p:cNvPr>
          <p:cNvSpPr>
            <a:spLocks noGrp="1"/>
          </p:cNvSpPr>
          <p:nvPr>
            <p:ph type="title"/>
          </p:nvPr>
        </p:nvSpPr>
        <p:spPr/>
        <p:txBody>
          <a:bodyPr/>
          <a:lstStyle/>
          <a:p>
            <a:pPr eaLnBrk="1" hangingPunct="1"/>
            <a:r>
              <a:rPr lang="en-US" altLang="en-US"/>
              <a:t>Ethical Analysis</a:t>
            </a:r>
          </a:p>
        </p:txBody>
      </p:sp>
      <p:sp>
        <p:nvSpPr>
          <p:cNvPr id="37891" name="Content Placeholder 2">
            <a:extLst>
              <a:ext uri="{FF2B5EF4-FFF2-40B4-BE49-F238E27FC236}">
                <a16:creationId xmlns:a16="http://schemas.microsoft.com/office/drawing/2014/main" id="{F2EBF363-DA0A-4D9F-B6B5-D0F2B2595CDD}"/>
              </a:ext>
            </a:extLst>
          </p:cNvPr>
          <p:cNvSpPr>
            <a:spLocks noGrp="1"/>
          </p:cNvSpPr>
          <p:nvPr>
            <p:ph idx="1"/>
          </p:nvPr>
        </p:nvSpPr>
        <p:spPr bwMode="auto"/>
        <p:txBody>
          <a:bodyPr wrap="square" numCol="1" anchor="t" anchorCtr="0" compatLnSpc="1">
            <a:prstTxWarp prst="textNoShape">
              <a:avLst/>
            </a:prstTxWarp>
            <a:normAutofit/>
          </a:bodyPr>
          <a:lstStyle/>
          <a:p>
            <a:pPr eaLnBrk="1" hangingPunct="1">
              <a:buSzTx/>
            </a:pPr>
            <a:r>
              <a:rPr lang="en-US" altLang="en-US" sz="2400" dirty="0"/>
              <a:t>Five-step process for ethical analysis</a:t>
            </a:r>
          </a:p>
          <a:p>
            <a:pPr marL="914400" lvl="1" indent="-457200" eaLnBrk="1" hangingPunct="1">
              <a:buFont typeface="Arial" panose="020B0604020202020204" pitchFamily="34" charset="0"/>
              <a:buAutoNum type="arabicPeriod"/>
            </a:pPr>
            <a:r>
              <a:rPr lang="en-US" altLang="en-US" sz="2000" dirty="0"/>
              <a:t>Identify and clearly describe the facts.</a:t>
            </a:r>
          </a:p>
          <a:p>
            <a:pPr marL="914400" lvl="1" indent="-457200" eaLnBrk="1" hangingPunct="1">
              <a:buFont typeface="Arial" panose="020B0604020202020204" pitchFamily="34" charset="0"/>
              <a:buAutoNum type="arabicPeriod"/>
            </a:pPr>
            <a:r>
              <a:rPr lang="en-US" altLang="en-US" sz="2000" dirty="0"/>
              <a:t>Define the conflict or dilemma and identify the higher-order values involved.</a:t>
            </a:r>
          </a:p>
          <a:p>
            <a:pPr marL="914400" lvl="1" indent="-457200" eaLnBrk="1" hangingPunct="1">
              <a:buFont typeface="Arial" panose="020B0604020202020204" pitchFamily="34" charset="0"/>
              <a:buAutoNum type="arabicPeriod"/>
            </a:pPr>
            <a:r>
              <a:rPr lang="en-US" altLang="en-US" sz="2000" dirty="0"/>
              <a:t>Identify the stakeholders.</a:t>
            </a:r>
          </a:p>
          <a:p>
            <a:pPr marL="914400" lvl="1" indent="-457200" eaLnBrk="1" hangingPunct="1">
              <a:buFont typeface="Arial" panose="020B0604020202020204" pitchFamily="34" charset="0"/>
              <a:buAutoNum type="arabicPeriod"/>
            </a:pPr>
            <a:r>
              <a:rPr lang="en-US" altLang="en-US" sz="2000" dirty="0"/>
              <a:t>Identify the options that you can reasonably take.</a:t>
            </a:r>
          </a:p>
          <a:p>
            <a:pPr marL="914400" lvl="1" indent="-457200" eaLnBrk="1" hangingPunct="1">
              <a:buFont typeface="Arial" panose="020B0604020202020204" pitchFamily="34" charset="0"/>
              <a:buAutoNum type="arabicPeriod"/>
            </a:pPr>
            <a:r>
              <a:rPr lang="en-US" altLang="en-US" sz="2000" dirty="0"/>
              <a:t>Identify the potential consequences of your options.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118A1057-3405-4E6A-BBE9-1FBBCDD32609}"/>
              </a:ext>
            </a:extLst>
          </p:cNvPr>
          <p:cNvSpPr>
            <a:spLocks noGrp="1"/>
          </p:cNvSpPr>
          <p:nvPr>
            <p:ph type="title"/>
          </p:nvPr>
        </p:nvSpPr>
        <p:spPr/>
        <p:txBody>
          <a:bodyPr/>
          <a:lstStyle/>
          <a:p>
            <a:pPr eaLnBrk="1" hangingPunct="1"/>
            <a:r>
              <a:rPr lang="en-US" altLang="en-US" dirty="0"/>
              <a:t>Candidate Ethical Principles (1 of 2) </a:t>
            </a:r>
            <a:endParaRPr lang="en-US" altLang="en-US" sz="1600" b="0" i="1" dirty="0">
              <a:solidFill>
                <a:srgbClr val="C00000"/>
              </a:solidFill>
            </a:endParaRPr>
          </a:p>
        </p:txBody>
      </p:sp>
      <p:sp>
        <p:nvSpPr>
          <p:cNvPr id="39939" name="Content Placeholder 2">
            <a:extLst>
              <a:ext uri="{FF2B5EF4-FFF2-40B4-BE49-F238E27FC236}">
                <a16:creationId xmlns:a16="http://schemas.microsoft.com/office/drawing/2014/main" id="{A9EE8EA6-D7AD-4BC7-9658-1DE33182426A}"/>
              </a:ext>
            </a:extLst>
          </p:cNvPr>
          <p:cNvSpPr>
            <a:spLocks noGrp="1"/>
          </p:cNvSpPr>
          <p:nvPr>
            <p:ph idx="1"/>
          </p:nvPr>
        </p:nvSpPr>
        <p:spPr bwMode="auto"/>
        <p:txBody>
          <a:bodyPr wrap="square" numCol="1" anchor="t" anchorCtr="0" compatLnSpc="1">
            <a:prstTxWarp prst="textNoShape">
              <a:avLst/>
            </a:prstTxWarp>
            <a:normAutofit fontScale="92500" lnSpcReduction="20000"/>
          </a:bodyPr>
          <a:lstStyle/>
          <a:p>
            <a:pPr eaLnBrk="1" hangingPunct="1">
              <a:buSzTx/>
              <a:defRPr/>
            </a:pPr>
            <a:r>
              <a:rPr lang="en-US" altLang="en-US" sz="2800" dirty="0"/>
              <a:t>Golden Rule</a:t>
            </a:r>
          </a:p>
          <a:p>
            <a:pPr lvl="1" eaLnBrk="1" hangingPunct="1">
              <a:defRPr/>
            </a:pPr>
            <a:r>
              <a:rPr lang="en-US" altLang="en-US" sz="2400" dirty="0"/>
              <a:t>Do unto others as you would have them do unto you </a:t>
            </a:r>
            <a:r>
              <a:rPr lang="en-US" altLang="en-US" sz="2400" i="1" dirty="0">
                <a:solidFill>
                  <a:srgbClr val="C00000"/>
                </a:solidFill>
                <a:latin typeface="Times New Roman" panose="02020603050405020304" pitchFamily="18" charset="0"/>
                <a:ea typeface="+mj-ea"/>
                <a:cs typeface="Times New Roman" panose="02020603050405020304" pitchFamily="18" charset="0"/>
              </a:rPr>
              <a:t>(treat others as you want others to treat you)</a:t>
            </a:r>
          </a:p>
          <a:p>
            <a:pPr eaLnBrk="1" hangingPunct="1">
              <a:buSzTx/>
              <a:defRPr/>
            </a:pPr>
            <a:r>
              <a:rPr lang="en-US" altLang="en-US" sz="2800" dirty="0"/>
              <a:t>Immanuel Kant</a:t>
            </a:r>
            <a:r>
              <a:rPr lang="en-US" altLang="ja-JP" sz="2800" dirty="0">
                <a:ea typeface="MS PGothic" panose="020B0600070205080204" pitchFamily="34" charset="-128"/>
                <a:cs typeface="Arial" panose="020B0604020202020204" pitchFamily="34" charset="0"/>
              </a:rPr>
              <a:t>’s Categorical Imperative</a:t>
            </a:r>
          </a:p>
          <a:p>
            <a:pPr lvl="1" eaLnBrk="1" hangingPunct="1">
              <a:defRPr/>
            </a:pPr>
            <a:r>
              <a:rPr lang="en-US" altLang="en-US" sz="2400" dirty="0"/>
              <a:t>If an action is not right for everyone to take, it is not right for anyone</a:t>
            </a:r>
          </a:p>
          <a:p>
            <a:pPr eaLnBrk="1" hangingPunct="1">
              <a:buSzTx/>
              <a:defRPr/>
            </a:pPr>
            <a:r>
              <a:rPr lang="en-US" altLang="en-US" sz="2800" dirty="0"/>
              <a:t>Slippery Slope Rule</a:t>
            </a:r>
            <a:endParaRPr lang="en-US" altLang="ja-JP" sz="2800" dirty="0">
              <a:ea typeface="MS PGothic" panose="020B0600070205080204" pitchFamily="34" charset="-128"/>
            </a:endParaRPr>
          </a:p>
          <a:p>
            <a:pPr lvl="1" eaLnBrk="1" hangingPunct="1">
              <a:defRPr/>
            </a:pPr>
            <a:r>
              <a:rPr lang="en-US" altLang="en-US" sz="2400" dirty="0"/>
              <a:t>If an action cannot be taken repeatedly, it is not right to take at all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E0A8D6D7-A0B4-4E11-BAF7-C9FF22D07A9C}"/>
              </a:ext>
            </a:extLst>
          </p:cNvPr>
          <p:cNvSpPr>
            <a:spLocks noGrp="1"/>
          </p:cNvSpPr>
          <p:nvPr>
            <p:ph type="title"/>
          </p:nvPr>
        </p:nvSpPr>
        <p:spPr/>
        <p:txBody>
          <a:bodyPr/>
          <a:lstStyle/>
          <a:p>
            <a:pPr eaLnBrk="1" hangingPunct="1"/>
            <a:r>
              <a:rPr lang="en-US" altLang="en-US"/>
              <a:t>Candidate Ethical Principles (2 of 2)</a:t>
            </a:r>
          </a:p>
        </p:txBody>
      </p:sp>
      <p:sp>
        <p:nvSpPr>
          <p:cNvPr id="41987" name="Content Placeholder 2">
            <a:extLst>
              <a:ext uri="{FF2B5EF4-FFF2-40B4-BE49-F238E27FC236}">
                <a16:creationId xmlns:a16="http://schemas.microsoft.com/office/drawing/2014/main" id="{A35ED113-DE33-4DF0-B39D-A72306EDC417}"/>
              </a:ext>
            </a:extLst>
          </p:cNvPr>
          <p:cNvSpPr>
            <a:spLocks noGrp="1"/>
          </p:cNvSpPr>
          <p:nvPr>
            <p:ph idx="1"/>
          </p:nvPr>
        </p:nvSpPr>
        <p:spPr bwMode="auto"/>
        <p:txBody>
          <a:bodyPr wrap="square" numCol="1" anchor="t" anchorCtr="0" compatLnSpc="1">
            <a:prstTxWarp prst="textNoShape">
              <a:avLst/>
            </a:prstTxWarp>
            <a:normAutofit fontScale="85000" lnSpcReduction="10000"/>
          </a:bodyPr>
          <a:lstStyle/>
          <a:p>
            <a:pPr eaLnBrk="1" hangingPunct="1">
              <a:buSzTx/>
            </a:pPr>
            <a:r>
              <a:rPr lang="en-US" altLang="en-US" sz="2800" dirty="0"/>
              <a:t>Utilitarian Principle</a:t>
            </a:r>
          </a:p>
          <a:p>
            <a:pPr lvl="1" eaLnBrk="1" hangingPunct="1"/>
            <a:r>
              <a:rPr lang="en-US" altLang="en-US" sz="2400" dirty="0"/>
              <a:t>Take the action that achieves the higher or greater value</a:t>
            </a:r>
          </a:p>
          <a:p>
            <a:pPr eaLnBrk="1" hangingPunct="1">
              <a:buSzTx/>
            </a:pPr>
            <a:r>
              <a:rPr lang="en-US" altLang="en-US" sz="2800" dirty="0"/>
              <a:t>Risk Aversion Principle</a:t>
            </a:r>
          </a:p>
          <a:p>
            <a:pPr lvl="1" eaLnBrk="1" hangingPunct="1"/>
            <a:r>
              <a:rPr lang="en-US" altLang="en-US" sz="2400" dirty="0"/>
              <a:t>Take the action that produces the least harm or potential cost</a:t>
            </a:r>
          </a:p>
          <a:p>
            <a:pPr eaLnBrk="1" hangingPunct="1">
              <a:buSzTx/>
            </a:pPr>
            <a:r>
              <a:rPr lang="en-US" altLang="en-US" sz="2800" dirty="0"/>
              <a:t>Ethical </a:t>
            </a:r>
            <a:r>
              <a:rPr lang="ja-JP" altLang="en-US" sz="2800" dirty="0">
                <a:ea typeface="MS PGothic" panose="020B0600070205080204" pitchFamily="34" charset="-128"/>
                <a:cs typeface="Arial" panose="020B0604020202020204" pitchFamily="34" charset="0"/>
              </a:rPr>
              <a:t>“</a:t>
            </a:r>
            <a:r>
              <a:rPr lang="en-US" altLang="ja-JP" sz="2800" dirty="0">
                <a:ea typeface="MS PGothic" panose="020B0600070205080204" pitchFamily="34" charset="-128"/>
                <a:cs typeface="Arial" panose="020B0604020202020204" pitchFamily="34" charset="0"/>
              </a:rPr>
              <a:t>No Free Lunch</a:t>
            </a:r>
            <a:r>
              <a:rPr lang="ja-JP" altLang="en-US" sz="2800" dirty="0">
                <a:ea typeface="MS PGothic" panose="020B0600070205080204" pitchFamily="34" charset="-128"/>
                <a:cs typeface="Arial" panose="020B0604020202020204" pitchFamily="34" charset="0"/>
              </a:rPr>
              <a:t>”</a:t>
            </a:r>
            <a:r>
              <a:rPr lang="en-US" altLang="ja-JP" sz="2800" dirty="0">
                <a:ea typeface="MS PGothic" panose="020B0600070205080204" pitchFamily="34" charset="-128"/>
                <a:cs typeface="Arial" panose="020B0604020202020204" pitchFamily="34" charset="0"/>
              </a:rPr>
              <a:t> Rule</a:t>
            </a:r>
          </a:p>
          <a:p>
            <a:pPr lvl="1" eaLnBrk="1" hangingPunct="1"/>
            <a:r>
              <a:rPr lang="en-US" altLang="en-US" sz="2400" dirty="0"/>
              <a:t>Assume that virtually all tangible and intangible objects are owned by someone unless there is a specific declaration otherwise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25E008C0-477F-4DFD-9D52-0BABB2F6FF28}"/>
              </a:ext>
            </a:extLst>
          </p:cNvPr>
          <p:cNvSpPr>
            <a:spLocks noGrp="1"/>
          </p:cNvSpPr>
          <p:nvPr>
            <p:ph type="title"/>
          </p:nvPr>
        </p:nvSpPr>
        <p:spPr/>
        <p:txBody>
          <a:bodyPr/>
          <a:lstStyle/>
          <a:p>
            <a:pPr eaLnBrk="1" hangingPunct="1"/>
            <a:r>
              <a:rPr lang="en-US" altLang="en-US">
                <a:ea typeface="MS PGothic" panose="020B0600070205080204" pitchFamily="34" charset="-128"/>
              </a:rPr>
              <a:t>Professional Codes of Conduct</a:t>
            </a:r>
            <a:endParaRPr lang="en-US" altLang="en-US"/>
          </a:p>
        </p:txBody>
      </p:sp>
      <p:sp>
        <p:nvSpPr>
          <p:cNvPr id="44035" name="Content Placeholder 2">
            <a:extLst>
              <a:ext uri="{FF2B5EF4-FFF2-40B4-BE49-F238E27FC236}">
                <a16:creationId xmlns:a16="http://schemas.microsoft.com/office/drawing/2014/main" id="{25EE003D-3C6C-43BA-9C4E-CBBD1F4D6F52}"/>
              </a:ext>
            </a:extLst>
          </p:cNvPr>
          <p:cNvSpPr>
            <a:spLocks noGrp="1"/>
          </p:cNvSpPr>
          <p:nvPr>
            <p:ph idx="1"/>
          </p:nvPr>
        </p:nvSpPr>
        <p:spPr bwMode="auto"/>
        <p:txBody>
          <a:bodyPr wrap="square" numCol="1" anchor="t" anchorCtr="0" compatLnSpc="1">
            <a:prstTxWarp prst="textNoShape">
              <a:avLst/>
            </a:prstTxWarp>
            <a:normAutofit lnSpcReduction="10000"/>
          </a:bodyPr>
          <a:lstStyle/>
          <a:p>
            <a:pPr eaLnBrk="1" hangingPunct="1">
              <a:buSzTx/>
            </a:pPr>
            <a:r>
              <a:rPr lang="en-US" altLang="en-US" sz="2800" dirty="0"/>
              <a:t>Promulgated by associations of professionals</a:t>
            </a:r>
          </a:p>
          <a:p>
            <a:pPr lvl="1" eaLnBrk="1" hangingPunct="1"/>
            <a:r>
              <a:rPr lang="en-US" altLang="en-US" sz="2400" dirty="0"/>
              <a:t>American Medical Association (AMA)</a:t>
            </a:r>
          </a:p>
          <a:p>
            <a:pPr lvl="1" eaLnBrk="1" hangingPunct="1"/>
            <a:r>
              <a:rPr lang="en-US" altLang="en-US" sz="2400" dirty="0"/>
              <a:t>American Bar Association (ABA)</a:t>
            </a:r>
          </a:p>
          <a:p>
            <a:pPr lvl="1" eaLnBrk="1" hangingPunct="1"/>
            <a:r>
              <a:rPr lang="en-US" altLang="en-US" sz="2400" dirty="0"/>
              <a:t>Association for Computing Machinery (ACM)</a:t>
            </a:r>
          </a:p>
          <a:p>
            <a:pPr eaLnBrk="1" hangingPunct="1">
              <a:buSzTx/>
            </a:pPr>
            <a:r>
              <a:rPr lang="en-US" altLang="en-US" sz="2800" dirty="0"/>
              <a:t>Promises by </a:t>
            </a:r>
            <a:r>
              <a:rPr lang="en-US" altLang="en-US" sz="2800" b="1" dirty="0"/>
              <a:t>professions</a:t>
            </a:r>
            <a:r>
              <a:rPr lang="en-US" altLang="en-US" sz="2800" dirty="0"/>
              <a:t> to regulate themselves in the general interest of society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E978414E-CFAE-470F-B0BE-11B6A211C136}"/>
              </a:ext>
            </a:extLst>
          </p:cNvPr>
          <p:cNvSpPr>
            <a:spLocks noGrp="1"/>
          </p:cNvSpPr>
          <p:nvPr>
            <p:ph type="title"/>
          </p:nvPr>
        </p:nvSpPr>
        <p:spPr/>
        <p:txBody>
          <a:bodyPr/>
          <a:lstStyle/>
          <a:p>
            <a:pPr eaLnBrk="1" hangingPunct="1"/>
            <a:r>
              <a:rPr lang="en-US" altLang="en-US">
                <a:ea typeface="MS PGothic" panose="020B0600070205080204" pitchFamily="34" charset="-128"/>
              </a:rPr>
              <a:t>Real-world Ethical Dilemmas</a:t>
            </a:r>
          </a:p>
        </p:txBody>
      </p:sp>
      <p:sp>
        <p:nvSpPr>
          <p:cNvPr id="46083" name="Content Placeholder 2">
            <a:extLst>
              <a:ext uri="{FF2B5EF4-FFF2-40B4-BE49-F238E27FC236}">
                <a16:creationId xmlns:a16="http://schemas.microsoft.com/office/drawing/2014/main" id="{F021A9E5-0517-4FB2-8B10-DFF72E14BD92}"/>
              </a:ext>
            </a:extLst>
          </p:cNvPr>
          <p:cNvSpPr>
            <a:spLocks noGrp="1"/>
          </p:cNvSpPr>
          <p:nvPr>
            <p:ph idx="1"/>
          </p:nvPr>
        </p:nvSpPr>
        <p:spPr bwMode="auto"/>
        <p:txBody>
          <a:bodyPr wrap="square" numCol="1" anchor="t" anchorCtr="0" compatLnSpc="1">
            <a:prstTxWarp prst="textNoShape">
              <a:avLst/>
            </a:prstTxWarp>
            <a:normAutofit/>
          </a:bodyPr>
          <a:lstStyle/>
          <a:p>
            <a:pPr eaLnBrk="1" hangingPunct="1">
              <a:buSzTx/>
            </a:pPr>
            <a:r>
              <a:rPr lang="en-US" altLang="en-US" sz="2800" dirty="0"/>
              <a:t>One set of interests pitted against another</a:t>
            </a:r>
          </a:p>
          <a:p>
            <a:pPr eaLnBrk="1" hangingPunct="1">
              <a:buSzTx/>
            </a:pPr>
            <a:r>
              <a:rPr lang="en-US" altLang="en-US" sz="2800" dirty="0"/>
              <a:t>Examples</a:t>
            </a:r>
          </a:p>
          <a:p>
            <a:pPr lvl="1" eaLnBrk="1" hangingPunct="1"/>
            <a:r>
              <a:rPr lang="en-US" altLang="en-US" sz="2400" dirty="0"/>
              <a:t>Monitoring employees: Right of company to maximize productivity of workers versus workers right to use Internet for short personal tasks</a:t>
            </a:r>
          </a:p>
          <a:p>
            <a:pPr lvl="1">
              <a:defRPr/>
            </a:pPr>
            <a:r>
              <a:rPr lang="en-US" sz="2400" dirty="0"/>
              <a:t>Facebook provides useful services for users but monitors user behavior and sells information to advertisers and app developers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927E4BC-174C-4D27-87B6-9D199B24DB1B}"/>
              </a:ext>
            </a:extLst>
          </p:cNvPr>
          <p:cNvSpPr>
            <a:spLocks noGrp="1"/>
          </p:cNvSpPr>
          <p:nvPr>
            <p:ph type="title"/>
          </p:nvPr>
        </p:nvSpPr>
        <p:spPr/>
        <p:txBody>
          <a:bodyPr>
            <a:normAutofit/>
          </a:bodyPr>
          <a:lstStyle/>
          <a:p>
            <a:pPr eaLnBrk="1" hangingPunct="1"/>
            <a:r>
              <a:rPr lang="en-US" altLang="en-US" dirty="0">
                <a:ea typeface="MS PGothic" panose="020B0600070205080204" pitchFamily="34" charset="-128"/>
              </a:rPr>
              <a:t>Information Rights: Privacy and Freedom in the Internet Age </a:t>
            </a:r>
            <a:endParaRPr lang="en-US" altLang="en-US" dirty="0"/>
          </a:p>
        </p:txBody>
      </p:sp>
      <p:sp>
        <p:nvSpPr>
          <p:cNvPr id="49155" name="Content Placeholder 2">
            <a:extLst>
              <a:ext uri="{FF2B5EF4-FFF2-40B4-BE49-F238E27FC236}">
                <a16:creationId xmlns:a16="http://schemas.microsoft.com/office/drawing/2014/main" id="{FB0212F4-9421-4FEA-9FCB-AC58276C61CF}"/>
              </a:ext>
            </a:extLst>
          </p:cNvPr>
          <p:cNvSpPr>
            <a:spLocks noGrp="1"/>
          </p:cNvSpPr>
          <p:nvPr>
            <p:ph idx="1"/>
          </p:nvPr>
        </p:nvSpPr>
        <p:spPr bwMode="auto"/>
        <p:txBody>
          <a:bodyPr wrap="square" numCol="1" anchor="t" anchorCtr="0" compatLnSpc="1">
            <a:prstTxWarp prst="textNoShape">
              <a:avLst/>
            </a:prstTxWarp>
            <a:normAutofit fontScale="85000" lnSpcReduction="20000"/>
          </a:bodyPr>
          <a:lstStyle/>
          <a:p>
            <a:pPr eaLnBrk="1" hangingPunct="1">
              <a:buSzTx/>
            </a:pPr>
            <a:r>
              <a:rPr lang="en-US" altLang="en-US" sz="2800" dirty="0"/>
              <a:t>Privacy </a:t>
            </a:r>
          </a:p>
          <a:p>
            <a:pPr lvl="1" eaLnBrk="1" hangingPunct="1"/>
            <a:r>
              <a:rPr lang="en-US" altLang="en-US" sz="2400" dirty="0"/>
              <a:t>Claim of individuals to be left alone, free from surveillance or interference from other individuals, organizations, or state; claim to be able to control information about yourself</a:t>
            </a:r>
          </a:p>
          <a:p>
            <a:pPr lvl="1" eaLnBrk="1" hangingPunct="1"/>
            <a:endParaRPr lang="en-US" altLang="en-US" sz="2400" dirty="0"/>
          </a:p>
          <a:p>
            <a:pPr lvl="1" eaLnBrk="1" hangingPunct="1"/>
            <a:r>
              <a:rPr lang="en-US" altLang="en-US" sz="2400" dirty="0"/>
              <a:t>Personal Data Protection Law (PDPL) of 2018: This is Bahrain's primary legislation for the protection of personal data and privacy. It regulates the processing of personal data, ensuring that individuals' data is handled securely and with respect for their privacy rights. </a:t>
            </a:r>
            <a:r>
              <a:rPr lang="en-US" sz="2100" dirty="0">
                <a:hlinkClick r:id="rId3"/>
              </a:rPr>
              <a:t>regulations.pdf (pdp.gov.bh)</a:t>
            </a:r>
            <a:endParaRPr lang="en-US" altLang="en-US" sz="2400" dirty="0"/>
          </a:p>
          <a:p>
            <a:pPr eaLnBrk="1" hangingPunct="1">
              <a:buSzTx/>
            </a:pPr>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060622"/>
            <a:ext cx="8229600" cy="954107"/>
          </a:xfrm>
        </p:spPr>
        <p:txBody>
          <a:bodyPr>
            <a:spAutoFit/>
          </a:bodyPr>
          <a:lstStyle/>
          <a:p>
            <a:r>
              <a:rPr lang="en-US" dirty="0">
                <a:solidFill>
                  <a:schemeClr val="accent2"/>
                </a:solidFill>
              </a:rPr>
              <a:t>EU General Data Protection Regulation </a:t>
            </a:r>
            <a:r>
              <a:rPr lang="en-US" dirty="0"/>
              <a:t>(</a:t>
            </a:r>
            <a:r>
              <a:rPr lang="en-US" spc="-450" dirty="0"/>
              <a:t>G D P </a:t>
            </a:r>
            <a:r>
              <a:rPr lang="en-US" dirty="0"/>
              <a:t>R)</a:t>
            </a:r>
          </a:p>
        </p:txBody>
      </p:sp>
      <p:sp>
        <p:nvSpPr>
          <p:cNvPr id="5" name="Content Placeholder 4"/>
          <p:cNvSpPr>
            <a:spLocks noGrp="1"/>
          </p:cNvSpPr>
          <p:nvPr>
            <p:ph idx="1"/>
          </p:nvPr>
        </p:nvSpPr>
        <p:spPr>
          <a:xfrm>
            <a:off x="457200" y="1606279"/>
            <a:ext cx="8229600" cy="4539704"/>
          </a:xfrm>
        </p:spPr>
        <p:txBody>
          <a:bodyPr>
            <a:spAutoFit/>
          </a:bodyPr>
          <a:lstStyle/>
          <a:p>
            <a:r>
              <a:rPr lang="en-US" sz="2400" dirty="0"/>
              <a:t>Requires </a:t>
            </a:r>
            <a:r>
              <a:rPr lang="en-US" sz="2400" b="1" dirty="0"/>
              <a:t>unambiguous explicit informed consent of customer</a:t>
            </a:r>
          </a:p>
          <a:p>
            <a:r>
              <a:rPr lang="en-US" sz="2400" spc="-300" dirty="0"/>
              <a:t>E </a:t>
            </a:r>
            <a:r>
              <a:rPr lang="en-US" sz="2400" dirty="0"/>
              <a:t>U member nations </a:t>
            </a:r>
            <a:r>
              <a:rPr lang="en-US" sz="2400" b="1" dirty="0"/>
              <a:t>cannot transfer personal data to countries without similar privacy protection</a:t>
            </a:r>
          </a:p>
          <a:p>
            <a:pPr lvl="1"/>
            <a:r>
              <a:rPr lang="en-US" sz="2400" dirty="0"/>
              <a:t>Applies across all </a:t>
            </a:r>
            <a:r>
              <a:rPr lang="en-US" sz="2400" spc="-300" dirty="0"/>
              <a:t>E </a:t>
            </a:r>
            <a:r>
              <a:rPr lang="en-US" sz="2400" dirty="0"/>
              <a:t>U countries to any firms operating in </a:t>
            </a:r>
            <a:r>
              <a:rPr lang="en-US" sz="2400" spc="-300" dirty="0"/>
              <a:t>E </a:t>
            </a:r>
            <a:r>
              <a:rPr lang="en-US" sz="2400" dirty="0"/>
              <a:t>U or processing data on </a:t>
            </a:r>
            <a:r>
              <a:rPr lang="en-US" sz="2400" spc="-300" dirty="0"/>
              <a:t>E </a:t>
            </a:r>
            <a:r>
              <a:rPr lang="en-US" sz="2400" dirty="0"/>
              <a:t>U citizens or residents</a:t>
            </a:r>
          </a:p>
          <a:p>
            <a:pPr lvl="1"/>
            <a:r>
              <a:rPr lang="en-US" sz="2400" dirty="0"/>
              <a:t>Strengthens right to be forgotten</a:t>
            </a:r>
          </a:p>
          <a:p>
            <a:r>
              <a:rPr lang="en-US" sz="2400" dirty="0"/>
              <a:t>Privacy Shield: All countries processing </a:t>
            </a:r>
            <a:r>
              <a:rPr lang="en-US" sz="2400" spc="-300" dirty="0"/>
              <a:t>E </a:t>
            </a:r>
            <a:r>
              <a:rPr lang="en-US" sz="2400" dirty="0"/>
              <a:t>U data must conform to </a:t>
            </a:r>
            <a:r>
              <a:rPr lang="en-US" sz="2400" spc="-300" dirty="0"/>
              <a:t>G D P </a:t>
            </a:r>
            <a:r>
              <a:rPr lang="en-US" sz="2400" dirty="0"/>
              <a:t>R requirements</a:t>
            </a:r>
          </a:p>
          <a:p>
            <a:r>
              <a:rPr lang="en-US" sz="2400" b="1" dirty="0"/>
              <a:t>Heavy fines: 4% of global daily revenue </a:t>
            </a:r>
          </a:p>
        </p:txBody>
      </p:sp>
    </p:spTree>
    <p:extLst>
      <p:ext uri="{BB962C8B-B14F-4D97-AF65-F5344CB8AC3E}">
        <p14:creationId xmlns:p14="http://schemas.microsoft.com/office/powerpoint/2010/main" val="87046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47A64338-EA81-4CBA-B1F6-3E177CADA07A}"/>
              </a:ext>
            </a:extLst>
          </p:cNvPr>
          <p:cNvSpPr>
            <a:spLocks noGrp="1"/>
          </p:cNvSpPr>
          <p:nvPr>
            <p:ph type="title"/>
          </p:nvPr>
        </p:nvSpPr>
        <p:spPr/>
        <p:txBody>
          <a:bodyPr/>
          <a:lstStyle/>
          <a:p>
            <a:pPr eaLnBrk="1" hangingPunct="1"/>
            <a:r>
              <a:rPr lang="en-US" altLang="en-US" dirty="0"/>
              <a:t>Internet Challenges to Privacy (1 of 2) </a:t>
            </a:r>
          </a:p>
        </p:txBody>
      </p:sp>
      <p:sp>
        <p:nvSpPr>
          <p:cNvPr id="53251" name="Content Placeholder 2">
            <a:extLst>
              <a:ext uri="{FF2B5EF4-FFF2-40B4-BE49-F238E27FC236}">
                <a16:creationId xmlns:a16="http://schemas.microsoft.com/office/drawing/2014/main" id="{978ACF0F-BC35-4612-B3BD-3C72031EC5B3}"/>
              </a:ext>
            </a:extLst>
          </p:cNvPr>
          <p:cNvSpPr>
            <a:spLocks noGrp="1"/>
          </p:cNvSpPr>
          <p:nvPr>
            <p:ph idx="1"/>
          </p:nvPr>
        </p:nvSpPr>
        <p:spPr bwMode="auto">
          <a:xfrm>
            <a:off x="618599" y="2057400"/>
            <a:ext cx="8229600" cy="4525963"/>
          </a:xfrm>
        </p:spPr>
        <p:txBody>
          <a:bodyPr wrap="square" numCol="1" anchor="t" anchorCtr="0" compatLnSpc="1">
            <a:prstTxWarp prst="textNoShape">
              <a:avLst/>
            </a:prstTxWarp>
          </a:bodyPr>
          <a:lstStyle/>
          <a:p>
            <a:pPr eaLnBrk="1" hangingPunct="1">
              <a:buSzTx/>
            </a:pPr>
            <a:r>
              <a:rPr lang="en-US" altLang="en-US" dirty="0"/>
              <a:t>Cookies </a:t>
            </a:r>
            <a:r>
              <a:rPr lang="en-US" altLang="en-US" sz="1400" dirty="0"/>
              <a:t>(small text files deposited on computer hard drive when user visits website)</a:t>
            </a:r>
          </a:p>
          <a:p>
            <a:pPr lvl="1" eaLnBrk="1" hangingPunct="1"/>
            <a:r>
              <a:rPr lang="en-US" altLang="en-US" dirty="0"/>
              <a:t>Identify </a:t>
            </a:r>
            <a:r>
              <a:rPr lang="en-US" altLang="ja-JP" dirty="0">
                <a:ea typeface="MS PGothic" panose="020B0600070205080204" pitchFamily="34" charset="-128"/>
                <a:cs typeface="Arial" panose="020B0604020202020204" pitchFamily="34" charset="0"/>
              </a:rPr>
              <a:t>browser and track visits to site</a:t>
            </a:r>
          </a:p>
          <a:p>
            <a:pPr eaLnBrk="1" hangingPunct="1">
              <a:buSzTx/>
            </a:pPr>
            <a:r>
              <a:rPr lang="en-US" altLang="en-US" dirty="0"/>
              <a:t>Web beacons (web bugs or tracking files)</a:t>
            </a:r>
          </a:p>
          <a:p>
            <a:pPr lvl="1" eaLnBrk="1" hangingPunct="1"/>
            <a:r>
              <a:rPr lang="en-US" altLang="en-US" dirty="0"/>
              <a:t>Tiny graphics embedded in e-mails and web pages</a:t>
            </a:r>
          </a:p>
          <a:p>
            <a:pPr lvl="1" eaLnBrk="1" hangingPunct="1"/>
            <a:r>
              <a:rPr lang="en-US" altLang="en-US" dirty="0"/>
              <a:t>Monitor who is reading e-mail message or visiting site </a:t>
            </a:r>
            <a:r>
              <a:rPr lang="en-US" altLang="en-US" sz="1400" dirty="0"/>
              <a:t>(monitor online behavior)</a:t>
            </a:r>
          </a:p>
          <a:p>
            <a:pPr eaLnBrk="1" hangingPunct="1">
              <a:buSzTx/>
            </a:pPr>
            <a:r>
              <a:rPr lang="en-US" altLang="en-US" dirty="0"/>
              <a:t>Spyware</a:t>
            </a:r>
          </a:p>
          <a:p>
            <a:pPr lvl="1" eaLnBrk="1" hangingPunct="1"/>
            <a:r>
              <a:rPr lang="en-US" altLang="en-US" dirty="0"/>
              <a:t>Surreptitiously installed on user</a:t>
            </a:r>
            <a:r>
              <a:rPr lang="en-US" altLang="ja-JP" dirty="0">
                <a:ea typeface="MS PGothic" panose="020B0600070205080204" pitchFamily="34" charset="-128"/>
              </a:rPr>
              <a:t>’s computer</a:t>
            </a:r>
          </a:p>
          <a:p>
            <a:pPr lvl="1" eaLnBrk="1" hangingPunct="1"/>
            <a:r>
              <a:rPr lang="en-US" altLang="en-US" dirty="0"/>
              <a:t>May transmit user</a:t>
            </a:r>
            <a:r>
              <a:rPr lang="en-US" altLang="ja-JP" dirty="0">
                <a:ea typeface="MS PGothic" panose="020B0600070205080204" pitchFamily="34" charset="-128"/>
              </a:rPr>
              <a:t>’s keystrokes or display unwanted ads</a:t>
            </a:r>
          </a:p>
          <a:p>
            <a:pPr eaLnBrk="1" hangingPunct="1">
              <a:buSzTx/>
            </a:pPr>
            <a:r>
              <a:rPr lang="en-US" altLang="en-US" dirty="0"/>
              <a:t>Google services and behavioral targeting: </a:t>
            </a:r>
          </a:p>
          <a:p>
            <a:pPr lvl="1">
              <a:buSzTx/>
            </a:pPr>
            <a:r>
              <a:rPr lang="en-US" altLang="en-US" dirty="0"/>
              <a:t>Tracking and analyzing user behavior to serve personalized ads, raising concerns about how personal data is collected and used.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8D087D23-32AF-4D90-8873-2A4A61CEA38B}"/>
              </a:ext>
            </a:extLst>
          </p:cNvPr>
          <p:cNvSpPr>
            <a:spLocks noGrp="1"/>
          </p:cNvSpPr>
          <p:nvPr>
            <p:ph type="title"/>
          </p:nvPr>
        </p:nvSpPr>
        <p:spPr/>
        <p:txBody>
          <a:bodyPr/>
          <a:lstStyle/>
          <a:p>
            <a:pPr eaLnBrk="1" hangingPunct="1"/>
            <a:r>
              <a:rPr lang="en-US" altLang="en-US"/>
              <a:t>Internet Challenges to Privacy (2 of 2) </a:t>
            </a:r>
          </a:p>
        </p:txBody>
      </p:sp>
      <p:sp>
        <p:nvSpPr>
          <p:cNvPr id="55299" name="Content Placeholder 2">
            <a:extLst>
              <a:ext uri="{FF2B5EF4-FFF2-40B4-BE49-F238E27FC236}">
                <a16:creationId xmlns:a16="http://schemas.microsoft.com/office/drawing/2014/main" id="{AE1A1CCA-77C4-489F-9BDC-B53BEFF4CEFC}"/>
              </a:ext>
            </a:extLst>
          </p:cNvPr>
          <p:cNvSpPr>
            <a:spLocks noGrp="1"/>
          </p:cNvSpPr>
          <p:nvPr>
            <p:ph idx="1"/>
          </p:nvPr>
        </p:nvSpPr>
        <p:spPr bwMode="auto"/>
        <p:txBody>
          <a:bodyPr wrap="square" numCol="1" anchor="t" anchorCtr="0" compatLnSpc="1">
            <a:prstTxWarp prst="textNoShape">
              <a:avLst/>
            </a:prstTxWarp>
            <a:normAutofit lnSpcReduction="10000"/>
          </a:bodyPr>
          <a:lstStyle/>
          <a:p>
            <a:pPr eaLnBrk="1" hangingPunct="1">
              <a:buSzTx/>
            </a:pPr>
            <a:r>
              <a:rPr lang="en-US" altLang="en-US" sz="2400" dirty="0"/>
              <a:t>The United States allows businesses to gather transaction information and use this for other marketing purposes </a:t>
            </a:r>
            <a:r>
              <a:rPr lang="en-US" altLang="en-US" dirty="0"/>
              <a:t>(without user’s approval)</a:t>
            </a:r>
          </a:p>
          <a:p>
            <a:pPr marL="0" indent="0" eaLnBrk="1" hangingPunct="1">
              <a:buSzTx/>
              <a:buNone/>
            </a:pPr>
            <a:endParaRPr lang="en-US" altLang="en-US" sz="1400" dirty="0"/>
          </a:p>
          <a:p>
            <a:pPr eaLnBrk="1" hangingPunct="1">
              <a:buSzTx/>
            </a:pPr>
            <a:r>
              <a:rPr lang="en-US" altLang="en-US" sz="2400" dirty="0"/>
              <a:t>Opt-out vs. opt-in model</a:t>
            </a:r>
          </a:p>
          <a:p>
            <a:pPr lvl="1">
              <a:buSzTx/>
            </a:pPr>
            <a:r>
              <a:rPr lang="en-US" altLang="en-US" sz="2000" dirty="0"/>
              <a:t>The </a:t>
            </a:r>
            <a:r>
              <a:rPr lang="en-US" altLang="en-US" sz="2000" dirty="0">
                <a:solidFill>
                  <a:schemeClr val="accent2"/>
                </a:solidFill>
              </a:rPr>
              <a:t>opt-out</a:t>
            </a:r>
            <a:r>
              <a:rPr lang="en-US" altLang="en-US" sz="2000" dirty="0"/>
              <a:t> model automatically includes users in data collection or subscriptions and requires them to actively choose to leave, </a:t>
            </a:r>
          </a:p>
          <a:p>
            <a:pPr lvl="1">
              <a:buSzTx/>
            </a:pPr>
            <a:r>
              <a:rPr lang="en-US" altLang="en-US" sz="2000" dirty="0"/>
              <a:t>while the</a:t>
            </a:r>
            <a:r>
              <a:rPr lang="en-US" altLang="en-US" sz="2000" dirty="0">
                <a:solidFill>
                  <a:schemeClr val="accent2"/>
                </a:solidFill>
              </a:rPr>
              <a:t> opt-in </a:t>
            </a:r>
            <a:r>
              <a:rPr lang="en-US" altLang="en-US" sz="2000" dirty="0"/>
              <a:t>model requires users to actively choose to participate or subscribe</a:t>
            </a:r>
            <a:r>
              <a:rPr lang="en-US" altLang="en-US" dirty="0"/>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791FAF3A-6B83-480B-B406-B0F61FD12444}"/>
              </a:ext>
            </a:extLst>
          </p:cNvPr>
          <p:cNvSpPr>
            <a:spLocks noGrp="1"/>
          </p:cNvSpPr>
          <p:nvPr>
            <p:ph type="title"/>
          </p:nvPr>
        </p:nvSpPr>
        <p:spPr>
          <a:xfrm>
            <a:off x="457200" y="173038"/>
            <a:ext cx="8229600" cy="1096962"/>
          </a:xfrm>
        </p:spPr>
        <p:txBody>
          <a:bodyPr/>
          <a:lstStyle/>
          <a:p>
            <a:pPr eaLnBrk="1" hangingPunct="1"/>
            <a:r>
              <a:rPr lang="en-US" altLang="en-US" dirty="0"/>
              <a:t>Technical Solutions </a:t>
            </a:r>
            <a:br>
              <a:rPr lang="en-US" altLang="en-US" dirty="0"/>
            </a:br>
            <a:r>
              <a:rPr lang="en-US" altLang="en-US" sz="1600" b="0" i="1" dirty="0"/>
              <a:t>(to protect user privacy during interactions with websites)</a:t>
            </a:r>
          </a:p>
        </p:txBody>
      </p:sp>
      <p:sp>
        <p:nvSpPr>
          <p:cNvPr id="59395" name="Content Placeholder 2">
            <a:extLst>
              <a:ext uri="{FF2B5EF4-FFF2-40B4-BE49-F238E27FC236}">
                <a16:creationId xmlns:a16="http://schemas.microsoft.com/office/drawing/2014/main" id="{503C8067-7A85-4257-B956-45C6F927CDA1}"/>
              </a:ext>
            </a:extLst>
          </p:cNvPr>
          <p:cNvSpPr>
            <a:spLocks noGrp="1"/>
          </p:cNvSpPr>
          <p:nvPr>
            <p:ph idx="1"/>
          </p:nvPr>
        </p:nvSpPr>
        <p:spPr bwMode="auto">
          <a:xfrm>
            <a:off x="457200" y="1981200"/>
            <a:ext cx="8229600" cy="4525963"/>
          </a:xfrm>
        </p:spPr>
        <p:txBody>
          <a:bodyPr wrap="square" numCol="1" anchor="t" anchorCtr="0" compatLnSpc="1">
            <a:prstTxWarp prst="textNoShape">
              <a:avLst/>
            </a:prstTxWarp>
            <a:normAutofit fontScale="92500" lnSpcReduction="10000"/>
          </a:bodyPr>
          <a:lstStyle/>
          <a:p>
            <a:pPr eaLnBrk="1" hangingPunct="1">
              <a:buSzTx/>
            </a:pPr>
            <a:r>
              <a:rPr lang="en-US" altLang="en-US" dirty="0"/>
              <a:t>Solutions include:</a:t>
            </a:r>
          </a:p>
          <a:p>
            <a:pPr lvl="1" eaLnBrk="1" hangingPunct="1"/>
            <a:r>
              <a:rPr lang="en-US" altLang="en-US" dirty="0"/>
              <a:t>E-mail encryption</a:t>
            </a:r>
          </a:p>
          <a:p>
            <a:pPr lvl="1" eaLnBrk="1" hangingPunct="1"/>
            <a:r>
              <a:rPr lang="en-US" altLang="en-US" dirty="0"/>
              <a:t>Anonymity tools</a:t>
            </a:r>
          </a:p>
          <a:p>
            <a:pPr lvl="1" eaLnBrk="1" hangingPunct="1"/>
            <a:r>
              <a:rPr lang="en-US" altLang="en-US" dirty="0"/>
              <a:t>Anti-spyware tools</a:t>
            </a:r>
          </a:p>
          <a:p>
            <a:pPr eaLnBrk="1" hangingPunct="1">
              <a:buSzTx/>
            </a:pPr>
            <a:r>
              <a:rPr lang="en-US" altLang="ja-JP" dirty="0">
                <a:ea typeface="MS PGothic" panose="020B0600070205080204" pitchFamily="34" charset="-128"/>
                <a:cs typeface="Arial" panose="020B0604020202020204" pitchFamily="34" charset="0"/>
              </a:rPr>
              <a:t>Overall, technical solutions have failed to protect users from being tracked from one site to another</a:t>
            </a:r>
          </a:p>
          <a:p>
            <a:pPr lvl="1" eaLnBrk="1" hangingPunct="1"/>
            <a:r>
              <a:rPr lang="en-US" altLang="en-US" sz="2400" dirty="0"/>
              <a:t>Browser features</a:t>
            </a:r>
          </a:p>
          <a:p>
            <a:pPr lvl="2" algn="just" eaLnBrk="1" hangingPunct="1"/>
            <a:r>
              <a:rPr lang="ja-JP" altLang="en-US" sz="2000" dirty="0">
                <a:ea typeface="MS PGothic" panose="020B0600070205080204" pitchFamily="34" charset="-128"/>
              </a:rPr>
              <a:t>“</a:t>
            </a:r>
            <a:r>
              <a:rPr lang="en-US" altLang="ja-JP" sz="2000" dirty="0">
                <a:ea typeface="MS PGothic" panose="020B0600070205080204" pitchFamily="34" charset="-128"/>
              </a:rPr>
              <a:t>Private</a:t>
            </a:r>
            <a:r>
              <a:rPr lang="ja-JP" altLang="en-US" sz="2000" dirty="0">
                <a:ea typeface="MS PGothic" panose="020B0600070205080204" pitchFamily="34" charset="-128"/>
              </a:rPr>
              <a:t>”</a:t>
            </a:r>
            <a:r>
              <a:rPr lang="en-US" altLang="ja-JP" sz="2000" dirty="0">
                <a:ea typeface="MS PGothic" panose="020B0600070205080204" pitchFamily="34" charset="-128"/>
              </a:rPr>
              <a:t> browsing </a:t>
            </a:r>
            <a:r>
              <a:rPr lang="en-US" altLang="ja-JP" sz="1800" i="1" dirty="0">
                <a:solidFill>
                  <a:srgbClr val="C00000"/>
                </a:solidFill>
                <a:ea typeface="MS PGothic" panose="020B0600070205080204" pitchFamily="34" charset="-128"/>
              </a:rPr>
              <a:t>- </a:t>
            </a:r>
            <a:r>
              <a:rPr lang="en-US" altLang="en-US" sz="1800" i="1" dirty="0"/>
              <a:t>privacy feature in some web browsers to disable </a:t>
            </a:r>
            <a:r>
              <a:rPr lang="en-US" altLang="en-US" sz="1800" b="1" i="1" dirty="0"/>
              <a:t>browsing</a:t>
            </a:r>
            <a:r>
              <a:rPr lang="en-US" altLang="en-US" sz="1800" i="1" dirty="0"/>
              <a:t> history and the web cache. This allows a person to </a:t>
            </a:r>
            <a:r>
              <a:rPr lang="en-US" altLang="en-US" sz="1800" b="1" i="1" dirty="0"/>
              <a:t>browse</a:t>
            </a:r>
            <a:r>
              <a:rPr lang="en-US" altLang="en-US" sz="1800" i="1" dirty="0"/>
              <a:t> the Web without storing local data that could be retrieved at a later date</a:t>
            </a:r>
            <a:r>
              <a:rPr lang="en-US" altLang="en-US" sz="1800" i="1" dirty="0">
                <a:solidFill>
                  <a:srgbClr val="FF0000"/>
                </a:solidFill>
              </a:rPr>
              <a:t>. Example:  Incognito mode.</a:t>
            </a:r>
            <a:endParaRPr lang="en-US" altLang="ja-JP" sz="1800" i="1" dirty="0">
              <a:solidFill>
                <a:srgbClr val="FF0000"/>
              </a:solidFill>
              <a:ea typeface="MS PGothic" panose="020B0600070205080204" pitchFamily="34" charset="-128"/>
            </a:endParaRPr>
          </a:p>
          <a:p>
            <a:pPr lvl="2" algn="just" eaLnBrk="1" hangingPunct="1"/>
            <a:r>
              <a:rPr lang="ja-JP" altLang="en-US" sz="2000" dirty="0">
                <a:ea typeface="MS PGothic" panose="020B0600070205080204" pitchFamily="34" charset="-128"/>
              </a:rPr>
              <a:t>“</a:t>
            </a:r>
            <a:r>
              <a:rPr lang="en-US" altLang="ja-JP" sz="2000" dirty="0">
                <a:ea typeface="MS PGothic" panose="020B0600070205080204" pitchFamily="34" charset="-128"/>
              </a:rPr>
              <a:t>Do not track</a:t>
            </a:r>
            <a:r>
              <a:rPr lang="ja-JP" altLang="en-US" sz="2000" dirty="0">
                <a:ea typeface="MS PGothic" panose="020B0600070205080204" pitchFamily="34" charset="-128"/>
              </a:rPr>
              <a:t>”</a:t>
            </a:r>
            <a:r>
              <a:rPr lang="en-US" altLang="ja-JP" sz="2000" dirty="0">
                <a:ea typeface="MS PGothic" panose="020B0600070205080204" pitchFamily="34" charset="-128"/>
              </a:rPr>
              <a:t> options </a:t>
            </a:r>
            <a:r>
              <a:rPr lang="en-US" altLang="ja-JP" sz="1800" i="1" dirty="0">
                <a:ea typeface="MS PGothic" panose="020B0600070205080204" pitchFamily="34" charset="-128"/>
              </a:rPr>
              <a:t>- </a:t>
            </a:r>
            <a:r>
              <a:rPr lang="en-US" altLang="en-US" sz="1800" i="1" dirty="0"/>
              <a:t>let you tell every website you visit, their advertisers, and content providers that you don't want your browsing behavior tracked</a:t>
            </a:r>
            <a:r>
              <a:rPr lang="en-US" altLang="en-US" sz="1800" i="1" dirty="0">
                <a:solidFill>
                  <a:srgbClr val="C00000"/>
                </a:solidFill>
              </a:rPr>
              <a:t>.</a:t>
            </a:r>
            <a:endParaRPr lang="en-US" altLang="ja-JP" sz="1800" i="1" dirty="0">
              <a:solidFill>
                <a:srgbClr val="C00000"/>
              </a:solidFill>
              <a:ea typeface="MS PGothic"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C8823722-717E-4F6F-AE7F-070D3BFE3EB3}"/>
              </a:ext>
            </a:extLst>
          </p:cNvPr>
          <p:cNvSpPr>
            <a:spLocks noGrp="1"/>
          </p:cNvSpPr>
          <p:nvPr>
            <p:ph type="title"/>
          </p:nvPr>
        </p:nvSpPr>
        <p:spPr/>
        <p:txBody>
          <a:bodyPr/>
          <a:lstStyle/>
          <a:p>
            <a:pPr eaLnBrk="1" hangingPunct="1"/>
            <a:r>
              <a:rPr lang="en-US" altLang="en-US">
                <a:ea typeface="MS PGothic" panose="020B0600070205080204" pitchFamily="34" charset="-128"/>
              </a:rPr>
              <a:t>Property Rights: Intellectual Property</a:t>
            </a:r>
            <a:endParaRPr lang="en-US" altLang="en-US"/>
          </a:p>
        </p:txBody>
      </p:sp>
      <p:sp>
        <p:nvSpPr>
          <p:cNvPr id="60419" name="Content Placeholder 2">
            <a:extLst>
              <a:ext uri="{FF2B5EF4-FFF2-40B4-BE49-F238E27FC236}">
                <a16:creationId xmlns:a16="http://schemas.microsoft.com/office/drawing/2014/main" id="{8DE52EB8-AD58-41A1-9086-FE7808B71FAB}"/>
              </a:ext>
            </a:extLst>
          </p:cNvPr>
          <p:cNvSpPr>
            <a:spLocks noGrp="1"/>
          </p:cNvSpPr>
          <p:nvPr>
            <p:ph idx="1"/>
          </p:nvPr>
        </p:nvSpPr>
        <p:spPr bwMode="auto"/>
        <p:txBody>
          <a:bodyPr wrap="square" numCol="1" anchor="t" anchorCtr="0" compatLnSpc="1">
            <a:prstTxWarp prst="textNoShape">
              <a:avLst/>
            </a:prstTxWarp>
            <a:normAutofit/>
          </a:bodyPr>
          <a:lstStyle/>
          <a:p>
            <a:pPr eaLnBrk="1" hangingPunct="1">
              <a:buSzTx/>
            </a:pPr>
            <a:r>
              <a:rPr lang="en-US" altLang="en-US" dirty="0"/>
              <a:t>Intellectual property</a:t>
            </a:r>
          </a:p>
          <a:p>
            <a:pPr lvl="1" eaLnBrk="1" hangingPunct="1"/>
            <a:r>
              <a:rPr lang="en-US" altLang="en-US" dirty="0"/>
              <a:t>Intangible property of any kind created by individuals or corporations</a:t>
            </a:r>
          </a:p>
          <a:p>
            <a:pPr eaLnBrk="1" hangingPunct="1">
              <a:buSzTx/>
            </a:pPr>
            <a:r>
              <a:rPr lang="en-US" altLang="en-US" dirty="0"/>
              <a:t>Four main ways that intellectual property is protected: </a:t>
            </a:r>
          </a:p>
          <a:p>
            <a:pPr lvl="1" eaLnBrk="1" hangingPunct="1"/>
            <a:r>
              <a:rPr lang="en-US" altLang="en-US" dirty="0">
                <a:solidFill>
                  <a:srgbClr val="C00000"/>
                </a:solidFill>
              </a:rPr>
              <a:t>Trade secret</a:t>
            </a:r>
            <a:r>
              <a:rPr lang="en-US" altLang="en-US" dirty="0"/>
              <a:t>: intellectual work or product belonging to business (not based on the information in the public domain) </a:t>
            </a:r>
            <a:r>
              <a:rPr lang="en-US" altLang="en-US" sz="1200" dirty="0">
                <a:solidFill>
                  <a:srgbClr val="C00000"/>
                </a:solidFill>
              </a:rPr>
              <a:t>i.e. formula, device, pattern</a:t>
            </a:r>
          </a:p>
          <a:p>
            <a:pPr lvl="1" eaLnBrk="1" hangingPunct="1"/>
            <a:r>
              <a:rPr lang="en-US" altLang="en-US" dirty="0">
                <a:solidFill>
                  <a:srgbClr val="C00000"/>
                </a:solidFill>
              </a:rPr>
              <a:t>Copyright:</a:t>
            </a:r>
            <a:r>
              <a:rPr lang="en-US" altLang="en-US" dirty="0"/>
              <a:t> statutory grant protecting intellectual property from being copied for the life of the author, plus 70 years</a:t>
            </a:r>
          </a:p>
          <a:p>
            <a:pPr lvl="1" eaLnBrk="1" hangingPunct="1"/>
            <a:r>
              <a:rPr lang="en-US" altLang="en-US" dirty="0">
                <a:solidFill>
                  <a:srgbClr val="C00000"/>
                </a:solidFill>
              </a:rPr>
              <a:t>Patents:</a:t>
            </a:r>
            <a:r>
              <a:rPr lang="en-US" altLang="en-US" dirty="0"/>
              <a:t> grants creator of invention an exclusive monopoly on ideas behind invention for 20 years</a:t>
            </a:r>
          </a:p>
          <a:p>
            <a:pPr lvl="1" eaLnBrk="1" hangingPunct="1"/>
            <a:r>
              <a:rPr lang="en-US" altLang="en-US" dirty="0">
                <a:solidFill>
                  <a:schemeClr val="accent1"/>
                </a:solidFill>
              </a:rPr>
              <a:t>Trademarks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00F77153-B517-43B6-BBB9-309C6B43230C}"/>
              </a:ext>
            </a:extLst>
          </p:cNvPr>
          <p:cNvSpPr>
            <a:spLocks noGrp="1"/>
          </p:cNvSpPr>
          <p:nvPr>
            <p:ph type="title"/>
          </p:nvPr>
        </p:nvSpPr>
        <p:spPr>
          <a:xfrm>
            <a:off x="435894" y="702156"/>
            <a:ext cx="8272212" cy="1013800"/>
          </a:xfrm>
        </p:spPr>
        <p:txBody>
          <a:bodyPr>
            <a:normAutofit/>
          </a:bodyPr>
          <a:lstStyle/>
          <a:p>
            <a:pPr eaLnBrk="1" hangingPunct="1"/>
            <a:r>
              <a:rPr lang="en-US" altLang="en-US">
                <a:solidFill>
                  <a:srgbClr val="FFFFFF"/>
                </a:solidFill>
                <a:ea typeface="MS PGothic" panose="020B0600070205080204" pitchFamily="34" charset="-128"/>
              </a:rPr>
              <a:t>Challenges to Intellectual Property Rights</a:t>
            </a:r>
            <a:endParaRPr lang="en-US" altLang="en-US">
              <a:solidFill>
                <a:srgbClr val="FFFFFF"/>
              </a:solidFill>
            </a:endParaRPr>
          </a:p>
        </p:txBody>
      </p:sp>
      <p:sp useBgFill="1">
        <p:nvSpPr>
          <p:cNvPr id="62472" name="Rectangle 62471">
            <a:extLst>
              <a:ext uri="{FF2B5EF4-FFF2-40B4-BE49-F238E27FC236}">
                <a16:creationId xmlns:a16="http://schemas.microsoft.com/office/drawing/2014/main" id="{9E661D03-4DD4-45E7-A047-ED722E826D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899" y="2180496"/>
            <a:ext cx="4053480" cy="4045683"/>
          </a:xfrm>
          <a:prstGeom prst="rect">
            <a:avLst/>
          </a:prstGeom>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w Digital Media Has Reshaped The Entertainment Sector | The Social ...">
            <a:extLst>
              <a:ext uri="{FF2B5EF4-FFF2-40B4-BE49-F238E27FC236}">
                <a16:creationId xmlns:a16="http://schemas.microsoft.com/office/drawing/2014/main" id="{9F68116F-6271-18F9-227B-909B566A35A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2918" y="2924874"/>
            <a:ext cx="3721894" cy="2521583"/>
          </a:xfrm>
          <a:prstGeom prst="rect">
            <a:avLst/>
          </a:prstGeom>
          <a:noFill/>
          <a:extLst>
            <a:ext uri="{909E8E84-426E-40DD-AFC4-6F175D3DCCD1}">
              <a14:hiddenFill xmlns:a14="http://schemas.microsoft.com/office/drawing/2010/main">
                <a:solidFill>
                  <a:srgbClr val="FFFFFF"/>
                </a:solidFill>
              </a14:hiddenFill>
            </a:ext>
          </a:extLst>
        </p:spPr>
      </p:pic>
      <p:sp>
        <p:nvSpPr>
          <p:cNvPr id="62467" name="Content Placeholder 2">
            <a:extLst>
              <a:ext uri="{FF2B5EF4-FFF2-40B4-BE49-F238E27FC236}">
                <a16:creationId xmlns:a16="http://schemas.microsoft.com/office/drawing/2014/main" id="{F6ECEEC1-6768-4B91-A703-F8EAD199CEC4}"/>
              </a:ext>
            </a:extLst>
          </p:cNvPr>
          <p:cNvSpPr>
            <a:spLocks noGrp="1"/>
          </p:cNvSpPr>
          <p:nvPr>
            <p:ph idx="1"/>
          </p:nvPr>
        </p:nvSpPr>
        <p:spPr bwMode="auto">
          <a:xfrm>
            <a:off x="4751853" y="2180496"/>
            <a:ext cx="3956251" cy="4045683"/>
          </a:xfrm>
        </p:spPr>
        <p:txBody>
          <a:bodyPr numCol="1" anchorCtr="0" compatLnSpc="1">
            <a:prstTxWarp prst="textNoShape">
              <a:avLst/>
            </a:prstTxWarp>
            <a:normAutofit fontScale="92500" lnSpcReduction="20000"/>
          </a:bodyPr>
          <a:lstStyle/>
          <a:p>
            <a:pPr eaLnBrk="1" hangingPunct="1">
              <a:buSzTx/>
            </a:pPr>
            <a:r>
              <a:rPr lang="en-US" altLang="en-US" sz="2800" dirty="0"/>
              <a:t>Digital media different from physical media</a:t>
            </a:r>
          </a:p>
          <a:p>
            <a:pPr lvl="1" eaLnBrk="1" hangingPunct="1"/>
            <a:r>
              <a:rPr lang="en-US" altLang="en-US" sz="2400" dirty="0"/>
              <a:t>Ease of replication</a:t>
            </a:r>
          </a:p>
          <a:p>
            <a:pPr lvl="1" eaLnBrk="1" hangingPunct="1"/>
            <a:r>
              <a:rPr lang="en-US" altLang="en-US" sz="2400" dirty="0"/>
              <a:t>Ease of transmission (networks, Internet)</a:t>
            </a:r>
          </a:p>
          <a:p>
            <a:pPr lvl="1" eaLnBrk="1" hangingPunct="1"/>
            <a:r>
              <a:rPr lang="en-US" altLang="en-US" sz="2400" dirty="0"/>
              <a:t>Ease of alteration</a:t>
            </a:r>
          </a:p>
          <a:p>
            <a:pPr lvl="1" eaLnBrk="1" hangingPunct="1"/>
            <a:r>
              <a:rPr lang="en-US" altLang="en-US" sz="2400" dirty="0"/>
              <a:t>Compactness</a:t>
            </a:r>
          </a:p>
          <a:p>
            <a:pPr lvl="1" eaLnBrk="1" hangingPunct="1"/>
            <a:r>
              <a:rPr lang="en-US" altLang="en-US" sz="2400" dirty="0"/>
              <a:t>Difficulties in establishing uniqueness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543" name="Rectangle 65542">
            <a:extLst>
              <a:ext uri="{FF2B5EF4-FFF2-40B4-BE49-F238E27FC236}">
                <a16:creationId xmlns:a16="http://schemas.microsoft.com/office/drawing/2014/main" id="{42AC7AAA-F039-4011-98DE-17464A67B2E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38" name="Title 1">
            <a:extLst>
              <a:ext uri="{FF2B5EF4-FFF2-40B4-BE49-F238E27FC236}">
                <a16:creationId xmlns:a16="http://schemas.microsoft.com/office/drawing/2014/main" id="{7B9979FD-DA48-427C-AB0D-9B148F5236E7}"/>
              </a:ext>
            </a:extLst>
          </p:cNvPr>
          <p:cNvSpPr>
            <a:spLocks noGrp="1"/>
          </p:cNvSpPr>
          <p:nvPr>
            <p:ph type="title"/>
          </p:nvPr>
        </p:nvSpPr>
        <p:spPr>
          <a:xfrm>
            <a:off x="435894" y="702156"/>
            <a:ext cx="5418806" cy="1013800"/>
          </a:xfrm>
        </p:spPr>
        <p:txBody>
          <a:bodyPr>
            <a:normAutofit/>
          </a:bodyPr>
          <a:lstStyle/>
          <a:p>
            <a:pPr eaLnBrk="1" hangingPunct="1"/>
            <a:r>
              <a:rPr lang="en-US" altLang="en-US">
                <a:solidFill>
                  <a:schemeClr val="accent1"/>
                </a:solidFill>
              </a:rPr>
              <a:t>Computer-Related Liability Problems</a:t>
            </a:r>
          </a:p>
        </p:txBody>
      </p:sp>
      <p:grpSp>
        <p:nvGrpSpPr>
          <p:cNvPr id="65545" name="Group 65544">
            <a:extLst>
              <a:ext uri="{FF2B5EF4-FFF2-40B4-BE49-F238E27FC236}">
                <a16:creationId xmlns:a16="http://schemas.microsoft.com/office/drawing/2014/main" id="{85EBB90B-3A54-4B2B-9FA6-7B47E1075FE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4900" y="453643"/>
            <a:ext cx="8474200" cy="98554"/>
            <a:chOff x="446534" y="453643"/>
            <a:chExt cx="11298933" cy="98554"/>
          </a:xfrm>
        </p:grpSpPr>
        <p:sp>
          <p:nvSpPr>
            <p:cNvPr id="65546" name="Rectangle 65545">
              <a:extLst>
                <a:ext uri="{FF2B5EF4-FFF2-40B4-BE49-F238E27FC236}">
                  <a16:creationId xmlns:a16="http://schemas.microsoft.com/office/drawing/2014/main" id="{E04116F5-E398-4593-B279-7099177A09B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547" name="Rectangle 65546">
              <a:extLst>
                <a:ext uri="{FF2B5EF4-FFF2-40B4-BE49-F238E27FC236}">
                  <a16:creationId xmlns:a16="http://schemas.microsoft.com/office/drawing/2014/main" id="{DC1AD6AE-28AC-4C67-A749-1BC18D86C317}"/>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548" name="Rectangle 65547">
              <a:extLst>
                <a:ext uri="{FF2B5EF4-FFF2-40B4-BE49-F238E27FC236}">
                  <a16:creationId xmlns:a16="http://schemas.microsoft.com/office/drawing/2014/main" id="{D122DC0F-D6EF-4A88-9742-855D48E4E2A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33795" name="Content Placeholder 2">
            <a:extLst>
              <a:ext uri="{FF2B5EF4-FFF2-40B4-BE49-F238E27FC236}">
                <a16:creationId xmlns:a16="http://schemas.microsoft.com/office/drawing/2014/main" id="{10871A9D-3093-42AA-89ED-E21049D6E5D3}"/>
              </a:ext>
            </a:extLst>
          </p:cNvPr>
          <p:cNvSpPr>
            <a:spLocks noGrp="1"/>
          </p:cNvSpPr>
          <p:nvPr>
            <p:ph idx="1"/>
          </p:nvPr>
        </p:nvSpPr>
        <p:spPr bwMode="auto">
          <a:xfrm>
            <a:off x="402987" y="2294959"/>
            <a:ext cx="5835002" cy="3962266"/>
          </a:xfrm>
        </p:spPr>
        <p:txBody>
          <a:bodyPr numCol="1" anchorCtr="0" compatLnSpc="1">
            <a:prstTxWarp prst="textNoShape">
              <a:avLst/>
            </a:prstTxWarp>
            <a:normAutofit fontScale="85000" lnSpcReduction="20000"/>
          </a:bodyPr>
          <a:lstStyle/>
          <a:p>
            <a:pPr algn="just" eaLnBrk="1" hangingPunct="1">
              <a:buSzTx/>
              <a:defRPr/>
            </a:pPr>
            <a:r>
              <a:rPr lang="en-US" altLang="en-US" sz="3000" dirty="0"/>
              <a:t>If software fails, who is responsible?</a:t>
            </a:r>
          </a:p>
          <a:p>
            <a:pPr lvl="1" algn="just" eaLnBrk="1" hangingPunct="1">
              <a:defRPr/>
            </a:pPr>
            <a:r>
              <a:rPr lang="en-US" altLang="en-US" sz="2600" dirty="0"/>
              <a:t>If seen as part of a machine that injures or harms, software producer and operator may be liable. </a:t>
            </a:r>
          </a:p>
          <a:p>
            <a:pPr lvl="1" algn="just" eaLnBrk="1" hangingPunct="1">
              <a:defRPr/>
            </a:pPr>
            <a:r>
              <a:rPr lang="en-US" altLang="en-US" sz="2600" dirty="0"/>
              <a:t>If seen as similar to book, difficult to hold author/publisher responsible.</a:t>
            </a:r>
          </a:p>
          <a:p>
            <a:pPr lvl="1" algn="just" eaLnBrk="1" hangingPunct="1">
              <a:defRPr/>
            </a:pPr>
            <a:r>
              <a:rPr lang="en-US" altLang="en-US" sz="2600" dirty="0"/>
              <a:t>If seen as a service? Would this be similar to telephone systems not being liable for transmitted messages?</a:t>
            </a:r>
          </a:p>
          <a:p>
            <a:pPr marL="457200" lvl="1" indent="0" eaLnBrk="1" hangingPunct="1">
              <a:buFont typeface="Arial" panose="020B0604020202020204" pitchFamily="34" charset="0"/>
              <a:buNone/>
              <a:defRPr/>
            </a:pPr>
            <a:endParaRPr lang="en-US" altLang="en-US" dirty="0"/>
          </a:p>
          <a:p>
            <a:pPr marL="457200" lvl="1" indent="0" eaLnBrk="1" hangingPunct="1">
              <a:buFont typeface="Arial" panose="020B0604020202020204" pitchFamily="34" charset="0"/>
              <a:buNone/>
              <a:defRPr/>
            </a:pPr>
            <a:endParaRPr lang="en-US" altLang="en-US" dirty="0"/>
          </a:p>
          <a:p>
            <a:pPr marL="457200" lvl="1" indent="0" eaLnBrk="1" hangingPunct="1">
              <a:buFont typeface="Arial" panose="020B0604020202020204" pitchFamily="34" charset="0"/>
              <a:buNone/>
              <a:defRPr/>
            </a:pPr>
            <a:endParaRPr lang="en-US" altLang="en-US" dirty="0"/>
          </a:p>
        </p:txBody>
      </p:sp>
      <p:pic>
        <p:nvPicPr>
          <p:cNvPr id="2050" name="Picture 2" descr="Serious and Thoughtful 3d Human Stock Illustration - Illustration of ...">
            <a:extLst>
              <a:ext uri="{FF2B5EF4-FFF2-40B4-BE49-F238E27FC236}">
                <a16:creationId xmlns:a16="http://schemas.microsoft.com/office/drawing/2014/main" id="{E9E1DA9D-AD2C-ED9A-D31E-0E57EA61FF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697" r="20452"/>
          <a:stretch/>
        </p:blipFill>
        <p:spPr bwMode="auto">
          <a:xfrm>
            <a:off x="6237989" y="600075"/>
            <a:ext cx="2565492" cy="53614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99" name="Rectangle 67598">
            <a:extLst>
              <a:ext uri="{FF2B5EF4-FFF2-40B4-BE49-F238E27FC236}">
                <a16:creationId xmlns:a16="http://schemas.microsoft.com/office/drawing/2014/main" id="{3CED7894-4F62-4A6C-8DB5-DB5BE08E9C0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7586" name="Title 1">
            <a:extLst>
              <a:ext uri="{FF2B5EF4-FFF2-40B4-BE49-F238E27FC236}">
                <a16:creationId xmlns:a16="http://schemas.microsoft.com/office/drawing/2014/main" id="{06BDF840-F446-4D6B-A5EA-564B876CC418}"/>
              </a:ext>
            </a:extLst>
          </p:cNvPr>
          <p:cNvSpPr>
            <a:spLocks noGrp="1"/>
          </p:cNvSpPr>
          <p:nvPr>
            <p:ph type="title"/>
          </p:nvPr>
        </p:nvSpPr>
        <p:spPr>
          <a:xfrm>
            <a:off x="457429" y="702155"/>
            <a:ext cx="2676496" cy="1269713"/>
          </a:xfrm>
        </p:spPr>
        <p:txBody>
          <a:bodyPr>
            <a:normAutofit/>
          </a:bodyPr>
          <a:lstStyle/>
          <a:p>
            <a:pPr eaLnBrk="1" hangingPunct="1">
              <a:lnSpc>
                <a:spcPct val="90000"/>
              </a:lnSpc>
            </a:pPr>
            <a:r>
              <a:rPr lang="en-US" altLang="en-US" sz="2000">
                <a:solidFill>
                  <a:schemeClr val="tx2"/>
                </a:solidFill>
              </a:rPr>
              <a:t>System Quality: Data Quality and System Errors</a:t>
            </a:r>
          </a:p>
        </p:txBody>
      </p:sp>
      <p:sp>
        <p:nvSpPr>
          <p:cNvPr id="67600" name="Rectangle 67599">
            <a:extLst>
              <a:ext uri="{FF2B5EF4-FFF2-40B4-BE49-F238E27FC236}">
                <a16:creationId xmlns:a16="http://schemas.microsoft.com/office/drawing/2014/main" id="{E536F3B4-50F6-4C52-8F76-4EB1214719D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965" y="457200"/>
            <a:ext cx="2633424" cy="914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7587" name="Content Placeholder 2">
            <a:extLst>
              <a:ext uri="{FF2B5EF4-FFF2-40B4-BE49-F238E27FC236}">
                <a16:creationId xmlns:a16="http://schemas.microsoft.com/office/drawing/2014/main" id="{0CAE8278-DB0E-4E91-97E4-452CF019FDA3}"/>
              </a:ext>
            </a:extLst>
          </p:cNvPr>
          <p:cNvSpPr>
            <a:spLocks noGrp="1"/>
          </p:cNvSpPr>
          <p:nvPr>
            <p:ph idx="1"/>
          </p:nvPr>
        </p:nvSpPr>
        <p:spPr bwMode="auto">
          <a:xfrm>
            <a:off x="457429" y="2014216"/>
            <a:ext cx="8153171" cy="3634486"/>
          </a:xfrm>
        </p:spPr>
        <p:txBody>
          <a:bodyPr numCol="1" anchorCtr="0" compatLnSpc="1">
            <a:prstTxWarp prst="textNoShape">
              <a:avLst/>
            </a:prstTxWarp>
            <a:normAutofit fontScale="92500"/>
          </a:bodyPr>
          <a:lstStyle/>
          <a:p>
            <a:pPr eaLnBrk="1" hangingPunct="1">
              <a:lnSpc>
                <a:spcPct val="90000"/>
              </a:lnSpc>
              <a:buSzTx/>
            </a:pPr>
            <a:r>
              <a:rPr lang="en-US" altLang="en-US" sz="2400" dirty="0"/>
              <a:t>What is an acceptable, technologically feasible level of system quality?</a:t>
            </a:r>
          </a:p>
          <a:p>
            <a:pPr lvl="1" eaLnBrk="1" hangingPunct="1">
              <a:lnSpc>
                <a:spcPct val="90000"/>
              </a:lnSpc>
            </a:pPr>
            <a:r>
              <a:rPr lang="en-US" altLang="en-US" sz="2400" dirty="0"/>
              <a:t>Flawless software (perfect) is economically unfeasible (high cost and no one then can not afford it)</a:t>
            </a:r>
          </a:p>
          <a:p>
            <a:pPr eaLnBrk="1" hangingPunct="1">
              <a:lnSpc>
                <a:spcPct val="90000"/>
              </a:lnSpc>
              <a:buSzTx/>
            </a:pPr>
            <a:r>
              <a:rPr lang="en-US" altLang="en-US" sz="2400" dirty="0"/>
              <a:t>Three principal sources of poor system performance</a:t>
            </a:r>
          </a:p>
          <a:p>
            <a:pPr lvl="1" eaLnBrk="1" hangingPunct="1">
              <a:lnSpc>
                <a:spcPct val="90000"/>
              </a:lnSpc>
            </a:pPr>
            <a:r>
              <a:rPr lang="en-US" altLang="en-US" sz="2400" dirty="0"/>
              <a:t>Software bugs, errors</a:t>
            </a:r>
          </a:p>
          <a:p>
            <a:pPr lvl="1" eaLnBrk="1" hangingPunct="1">
              <a:lnSpc>
                <a:spcPct val="90000"/>
              </a:lnSpc>
            </a:pPr>
            <a:r>
              <a:rPr lang="en-US" altLang="en-US" sz="2400" dirty="0"/>
              <a:t>Hardware or facility failures</a:t>
            </a:r>
          </a:p>
          <a:p>
            <a:pPr lvl="1" eaLnBrk="1" hangingPunct="1">
              <a:lnSpc>
                <a:spcPct val="90000"/>
              </a:lnSpc>
            </a:pPr>
            <a:r>
              <a:rPr lang="en-US" altLang="en-US" sz="2400" dirty="0"/>
              <a:t>Poor input data quality (most common source of business system failure)</a:t>
            </a:r>
          </a:p>
        </p:txBody>
      </p:sp>
      <p:pic>
        <p:nvPicPr>
          <p:cNvPr id="3074" name="Picture 2" descr="Performance Management: Handling Poor Performance – Quantumtrainings">
            <a:extLst>
              <a:ext uri="{FF2B5EF4-FFF2-40B4-BE49-F238E27FC236}">
                <a16:creationId xmlns:a16="http://schemas.microsoft.com/office/drawing/2014/main" id="{94D6C580-0476-6C36-BD36-5689D430814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029799" y="5267138"/>
            <a:ext cx="3114201" cy="146367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B23C18D3-4385-4558-AD38-126D12BC8327}"/>
              </a:ext>
            </a:extLst>
          </p:cNvPr>
          <p:cNvSpPr>
            <a:spLocks noGrp="1"/>
          </p:cNvSpPr>
          <p:nvPr>
            <p:ph type="title"/>
          </p:nvPr>
        </p:nvSpPr>
        <p:spPr/>
        <p:txBody>
          <a:bodyPr/>
          <a:lstStyle/>
          <a:p>
            <a:pPr eaLnBrk="1" hangingPunct="1"/>
            <a:r>
              <a:rPr lang="en-US" altLang="en-US"/>
              <a:t>Quality of Life: Equity, Access, Boundaries (1 of 3)</a:t>
            </a:r>
          </a:p>
        </p:txBody>
      </p:sp>
      <p:sp>
        <p:nvSpPr>
          <p:cNvPr id="35843" name="Content Placeholder 2">
            <a:extLst>
              <a:ext uri="{FF2B5EF4-FFF2-40B4-BE49-F238E27FC236}">
                <a16:creationId xmlns:a16="http://schemas.microsoft.com/office/drawing/2014/main" id="{4CF47F4A-EC60-4B7D-8F51-BAD916469B95}"/>
              </a:ext>
            </a:extLst>
          </p:cNvPr>
          <p:cNvSpPr>
            <a:spLocks noGrp="1"/>
          </p:cNvSpPr>
          <p:nvPr>
            <p:ph idx="1"/>
          </p:nvPr>
        </p:nvSpPr>
        <p:spPr bwMode="auto">
          <a:xfrm>
            <a:off x="581192" y="2228003"/>
            <a:ext cx="7989752" cy="4248997"/>
          </a:xfrm>
        </p:spPr>
        <p:txBody>
          <a:bodyPr wrap="square" numCol="1" anchor="t" anchorCtr="0" compatLnSpc="1">
            <a:prstTxWarp prst="textNoShape">
              <a:avLst/>
            </a:prstTxWarp>
            <a:normAutofit/>
          </a:bodyPr>
          <a:lstStyle/>
          <a:p>
            <a:pPr marL="0" indent="0" eaLnBrk="1" hangingPunct="1">
              <a:buSzTx/>
              <a:buFont typeface="Arial" panose="020B0604020202020204" pitchFamily="34" charset="0"/>
              <a:buNone/>
              <a:defRPr/>
            </a:pPr>
            <a:r>
              <a:rPr lang="en-US" altLang="en-US" sz="2400" b="1" dirty="0"/>
              <a:t>Negative social consequences of systems: </a:t>
            </a:r>
            <a:endParaRPr lang="en-US" altLang="en-US" b="1" dirty="0"/>
          </a:p>
          <a:p>
            <a:pPr eaLnBrk="1" hangingPunct="1">
              <a:buSzTx/>
              <a:defRPr/>
            </a:pPr>
            <a:r>
              <a:rPr lang="en-US" altLang="en-US" sz="2400" dirty="0"/>
              <a:t>Rapidity of change: reduced response time to competition </a:t>
            </a:r>
            <a:r>
              <a:rPr lang="en-US" altLang="en-US" sz="1600" dirty="0">
                <a:solidFill>
                  <a:srgbClr val="C00000"/>
                </a:solidFill>
              </a:rPr>
              <a:t>not enough time to respond to global competitors (lead to loose your business and job)</a:t>
            </a:r>
          </a:p>
          <a:p>
            <a:pPr eaLnBrk="1" hangingPunct="1">
              <a:buSzTx/>
              <a:defRPr/>
            </a:pPr>
            <a:r>
              <a:rPr lang="en-US" altLang="en-US" sz="2400" dirty="0"/>
              <a:t>Maintaining boundaries: family, work, and leisure </a:t>
            </a:r>
            <a:r>
              <a:rPr lang="en-US" altLang="en-US" dirty="0"/>
              <a:t>(i.e. do anything anywhere anytime)</a:t>
            </a:r>
          </a:p>
          <a:p>
            <a:pPr eaLnBrk="1" hangingPunct="1">
              <a:buSzTx/>
              <a:defRPr/>
            </a:pPr>
            <a:r>
              <a:rPr lang="en-US" altLang="en-US" sz="2400" dirty="0"/>
              <a:t>Dependence and vulnerability </a:t>
            </a:r>
            <a:r>
              <a:rPr lang="en-US" altLang="en-US" dirty="0"/>
              <a:t>(all depend on IS and as such they are vulnerable to system fails)</a:t>
            </a:r>
          </a:p>
          <a:p>
            <a:pPr eaLnBrk="1" hangingPunct="1">
              <a:buSzTx/>
              <a:defRPr/>
            </a:pPr>
            <a:r>
              <a:rPr lang="en-US" altLang="en-US" sz="2400" dirty="0"/>
              <a:t>Computer crime and abuse </a:t>
            </a:r>
            <a:r>
              <a:rPr lang="en-US" altLang="en-US" dirty="0"/>
              <a:t>(i.e. spam)</a:t>
            </a:r>
            <a:endParaRPr lang="en-US" alt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B742AB30-59DC-4188-92D5-42C08757F5CE}"/>
              </a:ext>
            </a:extLst>
          </p:cNvPr>
          <p:cNvSpPr>
            <a:spLocks noGrp="1"/>
          </p:cNvSpPr>
          <p:nvPr>
            <p:ph type="title"/>
          </p:nvPr>
        </p:nvSpPr>
        <p:spPr/>
        <p:txBody>
          <a:bodyPr/>
          <a:lstStyle/>
          <a:p>
            <a:pPr eaLnBrk="1" hangingPunct="1"/>
            <a:r>
              <a:rPr lang="en-US" altLang="en-US"/>
              <a:t>Quality of Life: Equity, Access, Boundaries (2 of 3)</a:t>
            </a:r>
          </a:p>
        </p:txBody>
      </p:sp>
      <p:sp>
        <p:nvSpPr>
          <p:cNvPr id="71683" name="Content Placeholder 2">
            <a:extLst>
              <a:ext uri="{FF2B5EF4-FFF2-40B4-BE49-F238E27FC236}">
                <a16:creationId xmlns:a16="http://schemas.microsoft.com/office/drawing/2014/main" id="{9880DB14-793C-4763-A767-FC1BEE7C516B}"/>
              </a:ext>
            </a:extLst>
          </p:cNvPr>
          <p:cNvSpPr>
            <a:spLocks noGrp="1"/>
          </p:cNvSpPr>
          <p:nvPr>
            <p:ph idx="1"/>
          </p:nvPr>
        </p:nvSpPr>
        <p:spPr bwMode="auto">
          <a:xfrm>
            <a:off x="581192" y="2228003"/>
            <a:ext cx="7989752" cy="4096597"/>
          </a:xfrm>
        </p:spPr>
        <p:txBody>
          <a:bodyPr wrap="square" numCol="1" anchor="t" anchorCtr="0" compatLnSpc="1">
            <a:prstTxWarp prst="textNoShape">
              <a:avLst/>
            </a:prstTxWarp>
            <a:normAutofit fontScale="92500" lnSpcReduction="10000"/>
          </a:bodyPr>
          <a:lstStyle/>
          <a:p>
            <a:pPr eaLnBrk="1" hangingPunct="1">
              <a:buSzTx/>
            </a:pPr>
            <a:r>
              <a:rPr lang="en-US" altLang="en-US" sz="2400" dirty="0"/>
              <a:t>Computer crime and abuse</a:t>
            </a:r>
          </a:p>
          <a:p>
            <a:pPr lvl="1" eaLnBrk="1" hangingPunct="1"/>
            <a:r>
              <a:rPr lang="en-US" altLang="en-US" sz="2000" dirty="0"/>
              <a:t>Computer crime </a:t>
            </a:r>
          </a:p>
          <a:p>
            <a:pPr lvl="1" eaLnBrk="1" hangingPunct="1"/>
            <a:r>
              <a:rPr lang="en-US" altLang="en-US" sz="2000" dirty="0"/>
              <a:t>Computer abuse</a:t>
            </a:r>
          </a:p>
          <a:p>
            <a:pPr lvl="1" eaLnBrk="1" hangingPunct="1"/>
            <a:r>
              <a:rPr lang="en-US" altLang="en-US" sz="2000" dirty="0"/>
              <a:t>Spam</a:t>
            </a:r>
          </a:p>
          <a:p>
            <a:pPr lvl="1" eaLnBrk="1" hangingPunct="1"/>
            <a:r>
              <a:rPr lang="en-US" altLang="en-US" sz="2000" dirty="0"/>
              <a:t>CAN-SPAM Act of 2003 </a:t>
            </a:r>
            <a:r>
              <a:rPr lang="en-US" altLang="en-US" sz="1800" dirty="0"/>
              <a:t>(require commercial messages to display accurate subject lines, identify the true senders and offer recipients an easy way to remove their names from email lists)</a:t>
            </a:r>
          </a:p>
          <a:p>
            <a:pPr eaLnBrk="1" hangingPunct="1">
              <a:buSzTx/>
            </a:pPr>
            <a:r>
              <a:rPr lang="en-US" altLang="en-US" sz="2400" dirty="0"/>
              <a:t>Employment </a:t>
            </a:r>
            <a:r>
              <a:rPr lang="en-US" altLang="en-US" dirty="0">
                <a:latin typeface="Times New Roman" panose="02020603050405020304" pitchFamily="18" charset="0"/>
              </a:rPr>
              <a:t>(i.e. end result of continuing advances in information technology will be rising unemployment and a small number of elite corporate professionals)</a:t>
            </a:r>
            <a:endParaRPr lang="en-US" altLang="en-US" dirty="0"/>
          </a:p>
          <a:p>
            <a:pPr lvl="1" eaLnBrk="1" hangingPunct="1"/>
            <a:r>
              <a:rPr lang="en-US" altLang="en-US" sz="2000" dirty="0"/>
              <a:t>Trickle-down technology </a:t>
            </a:r>
            <a:r>
              <a:rPr lang="en-US" altLang="en-US" dirty="0">
                <a:solidFill>
                  <a:srgbClr val="C00000"/>
                </a:solidFill>
              </a:rPr>
              <a:t>(i.e. AI, IoT, robotics…</a:t>
            </a:r>
            <a:r>
              <a:rPr lang="en-US" altLang="en-US" dirty="0" err="1">
                <a:solidFill>
                  <a:srgbClr val="C00000"/>
                </a:solidFill>
              </a:rPr>
              <a:t>etc</a:t>
            </a:r>
            <a:r>
              <a:rPr lang="en-US" altLang="en-US" dirty="0">
                <a:solidFill>
                  <a:srgbClr val="C00000"/>
                </a:solidFill>
              </a:rPr>
              <a:t>)</a:t>
            </a:r>
          </a:p>
          <a:p>
            <a:pPr lvl="1" eaLnBrk="1" hangingPunct="1"/>
            <a:r>
              <a:rPr lang="en-US" altLang="en-US" sz="2000" dirty="0"/>
              <a:t>Reengineering job loss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a:extLst>
              <a:ext uri="{FF2B5EF4-FFF2-40B4-BE49-F238E27FC236}">
                <a16:creationId xmlns:a16="http://schemas.microsoft.com/office/drawing/2014/main" id="{762D6117-3472-471D-839F-7AAA79DC8203}"/>
              </a:ext>
            </a:extLst>
          </p:cNvPr>
          <p:cNvSpPr>
            <a:spLocks noGrp="1"/>
          </p:cNvSpPr>
          <p:nvPr>
            <p:ph type="title"/>
          </p:nvPr>
        </p:nvSpPr>
        <p:spPr/>
        <p:txBody>
          <a:bodyPr/>
          <a:lstStyle/>
          <a:p>
            <a:pPr eaLnBrk="1" hangingPunct="1"/>
            <a:r>
              <a:rPr lang="en-US" altLang="en-US"/>
              <a:t>Quality of Life: Equity, Access, Boundaries (3 of 3)</a:t>
            </a:r>
          </a:p>
        </p:txBody>
      </p:sp>
      <p:sp>
        <p:nvSpPr>
          <p:cNvPr id="73731" name="Content Placeholder 2">
            <a:extLst>
              <a:ext uri="{FF2B5EF4-FFF2-40B4-BE49-F238E27FC236}">
                <a16:creationId xmlns:a16="http://schemas.microsoft.com/office/drawing/2014/main" id="{530BDDA9-9D81-4549-9861-28D675F19742}"/>
              </a:ext>
            </a:extLst>
          </p:cNvPr>
          <p:cNvSpPr>
            <a:spLocks noGrp="1"/>
          </p:cNvSpPr>
          <p:nvPr>
            <p:ph idx="1"/>
          </p:nvPr>
        </p:nvSpPr>
        <p:spPr bwMode="auto">
          <a:xfrm>
            <a:off x="581192" y="2228003"/>
            <a:ext cx="7989752" cy="4096597"/>
          </a:xfrm>
        </p:spPr>
        <p:txBody>
          <a:bodyPr wrap="square" numCol="1" anchor="t" anchorCtr="0" compatLnSpc="1">
            <a:prstTxWarp prst="textNoShape">
              <a:avLst/>
            </a:prstTxWarp>
            <a:normAutofit/>
          </a:bodyPr>
          <a:lstStyle/>
          <a:p>
            <a:pPr eaLnBrk="1" hangingPunct="1">
              <a:buSzTx/>
            </a:pPr>
            <a:r>
              <a:rPr lang="en-US" altLang="en-US" sz="2800" dirty="0"/>
              <a:t>Equity and access</a:t>
            </a:r>
            <a:endParaRPr lang="en-US" altLang="en-US" sz="2400" dirty="0"/>
          </a:p>
          <a:p>
            <a:pPr lvl="1" eaLnBrk="1" hangingPunct="1"/>
            <a:r>
              <a:rPr lang="en-US" altLang="en-US" sz="2400" dirty="0"/>
              <a:t>The digital divide </a:t>
            </a:r>
            <a:r>
              <a:rPr lang="en-US" altLang="en-US" sz="2000" dirty="0"/>
              <a:t>(does everyone has an equal opportunity to participate in the digital age?)</a:t>
            </a:r>
          </a:p>
          <a:p>
            <a:pPr eaLnBrk="1" hangingPunct="1">
              <a:buSzTx/>
            </a:pPr>
            <a:r>
              <a:rPr lang="en-US" altLang="en-US" sz="2800" dirty="0"/>
              <a:t>Health risks</a:t>
            </a:r>
          </a:p>
          <a:p>
            <a:pPr lvl="1" eaLnBrk="1" hangingPunct="1"/>
            <a:r>
              <a:rPr lang="en-US" altLang="en-US" sz="2400" dirty="0"/>
              <a:t>Repetitive stress injury (RSI)</a:t>
            </a:r>
          </a:p>
          <a:p>
            <a:pPr lvl="1" eaLnBrk="1" hangingPunct="1"/>
            <a:r>
              <a:rPr lang="en-US" altLang="en-US" sz="2400" dirty="0"/>
              <a:t>Carpal tunnel syndrome (CTS)</a:t>
            </a:r>
          </a:p>
          <a:p>
            <a:pPr lvl="1" eaLnBrk="1" hangingPunct="1"/>
            <a:r>
              <a:rPr lang="en-US" altLang="en-US" sz="2400" dirty="0"/>
              <a:t>Computer vision syndrome (CVS)</a:t>
            </a:r>
          </a:p>
          <a:p>
            <a:pPr lvl="1" eaLnBrk="1" hangingPunct="1"/>
            <a:r>
              <a:rPr lang="en-US" altLang="en-US" sz="2400" dirty="0"/>
              <a:t>Technostress</a:t>
            </a:r>
            <a:endParaRPr lang="en-US" altLang="en-US" sz="1800" dirty="0"/>
          </a:p>
        </p:txBody>
      </p:sp>
    </p:spTree>
  </p:cSld>
  <p:clrMapOvr>
    <a:masterClrMapping/>
  </p:clrMapOvr>
</p:sld>
</file>

<file path=ppt/theme/theme1.xml><?xml version="1.0" encoding="utf-8"?>
<a:theme xmlns:a="http://schemas.openxmlformats.org/drawingml/2006/main" name="Dividend">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Dividend</Template>
  <TotalTime>30419</TotalTime>
  <Words>2780</Words>
  <Application>Microsoft Office PowerPoint</Application>
  <PresentationFormat>On-screen Show (4:3)</PresentationFormat>
  <Paragraphs>225</Paragraphs>
  <Slides>28</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MS PGothic</vt:lpstr>
      <vt:lpstr>MS PGothic</vt:lpstr>
      <vt:lpstr>Arial</vt:lpstr>
      <vt:lpstr>Gill Sans MT</vt:lpstr>
      <vt:lpstr>Times New Roman</vt:lpstr>
      <vt:lpstr>Wingdings 2</vt:lpstr>
      <vt:lpstr>Dividend</vt:lpstr>
      <vt:lpstr>Management Information Systems: Managing the Digital Firm</vt:lpstr>
      <vt:lpstr>Learning Objectives</vt:lpstr>
      <vt:lpstr>What Ethical, Social, and Political Issues Are Raised by Information Systems? (1 of 2)</vt:lpstr>
      <vt:lpstr>What Ethical, Social, and Political Issues Are Raised by Information Systems? (2 of 2)</vt:lpstr>
      <vt:lpstr>A Model for Thinking about Ethical, Social, and Political Issues.</vt:lpstr>
      <vt:lpstr>The Relationship Between Ethical, Social, and Political Issues in an Information Society</vt:lpstr>
      <vt:lpstr>Five Moral Dimensions of the  Information Age</vt:lpstr>
      <vt:lpstr>Key Technology Trends that Raise Ethical Issues</vt:lpstr>
      <vt:lpstr>Advances in Data Analysis Techniques</vt:lpstr>
      <vt:lpstr>Nonobvious Relationship Awareness (NORA)</vt:lpstr>
      <vt:lpstr>Basic Concepts: Responsibility, Accountability, and Liability (consequences)</vt:lpstr>
      <vt:lpstr>Ethical Analysis</vt:lpstr>
      <vt:lpstr>Candidate Ethical Principles (1 of 2) </vt:lpstr>
      <vt:lpstr>Candidate Ethical Principles (2 of 2)</vt:lpstr>
      <vt:lpstr>Professional Codes of Conduct</vt:lpstr>
      <vt:lpstr>Real-world Ethical Dilemmas</vt:lpstr>
      <vt:lpstr>Information Rights: Privacy and Freedom in the Internet Age </vt:lpstr>
      <vt:lpstr>EU General Data Protection Regulation (G D P R)</vt:lpstr>
      <vt:lpstr>Internet Challenges to Privacy (1 of 2) </vt:lpstr>
      <vt:lpstr>Internet Challenges to Privacy (2 of 2) </vt:lpstr>
      <vt:lpstr>Technical Solutions  (to protect user privacy during interactions with websites)</vt:lpstr>
      <vt:lpstr>Property Rights: Intellectual Property</vt:lpstr>
      <vt:lpstr>Challenges to Intellectual Property Rights</vt:lpstr>
      <vt:lpstr>Computer-Related Liability Problems</vt:lpstr>
      <vt:lpstr>System Quality: Data Quality and System Errors</vt:lpstr>
      <vt:lpstr>Quality of Life: Equity, Access, Boundaries (1 of 3)</vt:lpstr>
      <vt:lpstr>Quality of Life: Equity, Access, Boundaries (2 of 3)</vt:lpstr>
      <vt:lpstr>Quality of Life: Equity, Access, Boundaries (3 of 3)</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Management Information Systems:  Managing the Digital Firm, 15th edition</dc:subject>
  <dc:creator>Kenneth C. Laudon/Jane P. Laudon</dc:creator>
  <cp:keywords>Management Information Systems</cp:keywords>
  <cp:lastModifiedBy>Dr. Fatema Yusuf Mohamed Alsebaie</cp:lastModifiedBy>
  <cp:revision>292</cp:revision>
  <dcterms:created xsi:type="dcterms:W3CDTF">2014-07-14T20:04:21Z</dcterms:created>
  <dcterms:modified xsi:type="dcterms:W3CDTF">2024-09-25T05:02:35Z</dcterms:modified>
  <cp:category>Information Systems</cp:category>
</cp:coreProperties>
</file>