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7" r:id="rId1"/>
  </p:sldMasterIdLst>
  <p:notesMasterIdLst>
    <p:notesMasterId r:id="rId39"/>
  </p:notesMasterIdLst>
  <p:handoutMasterIdLst>
    <p:handoutMasterId r:id="rId40"/>
  </p:handoutMasterIdLst>
  <p:sldIdLst>
    <p:sldId id="349" r:id="rId2"/>
    <p:sldId id="350" r:id="rId3"/>
    <p:sldId id="351" r:id="rId4"/>
    <p:sldId id="369" r:id="rId5"/>
    <p:sldId id="420" r:id="rId6"/>
    <p:sldId id="409" r:id="rId7"/>
    <p:sldId id="579" r:id="rId8"/>
    <p:sldId id="410" r:id="rId9"/>
    <p:sldId id="421" r:id="rId10"/>
    <p:sldId id="422" r:id="rId11"/>
    <p:sldId id="411" r:id="rId12"/>
    <p:sldId id="423" r:id="rId13"/>
    <p:sldId id="424" r:id="rId14"/>
    <p:sldId id="425" r:id="rId15"/>
    <p:sldId id="412" r:id="rId16"/>
    <p:sldId id="426" r:id="rId17"/>
    <p:sldId id="427" r:id="rId18"/>
    <p:sldId id="428" r:id="rId19"/>
    <p:sldId id="429" r:id="rId20"/>
    <p:sldId id="430" r:id="rId21"/>
    <p:sldId id="431" r:id="rId22"/>
    <p:sldId id="432" r:id="rId23"/>
    <p:sldId id="413" r:id="rId24"/>
    <p:sldId id="433" r:id="rId25"/>
    <p:sldId id="414" r:id="rId26"/>
    <p:sldId id="434" r:id="rId27"/>
    <p:sldId id="436" r:id="rId28"/>
    <p:sldId id="437" r:id="rId29"/>
    <p:sldId id="438" r:id="rId30"/>
    <p:sldId id="415" r:id="rId31"/>
    <p:sldId id="439" r:id="rId32"/>
    <p:sldId id="440" r:id="rId33"/>
    <p:sldId id="441" r:id="rId34"/>
    <p:sldId id="442" r:id="rId35"/>
    <p:sldId id="452" r:id="rId36"/>
    <p:sldId id="443" r:id="rId37"/>
    <p:sldId id="416"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638"/>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1" autoAdjust="0"/>
    <p:restoredTop sz="94967" autoAdjust="0"/>
  </p:normalViewPr>
  <p:slideViewPr>
    <p:cSldViewPr>
      <p:cViewPr varScale="1">
        <p:scale>
          <a:sx n="68" d="100"/>
          <a:sy n="68" d="100"/>
        </p:scale>
        <p:origin x="1266" y="4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8275"/>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 FRYAD HENARI" userId="2fb9e235-c2d7-409a-bfcd-eb21f7492d83" providerId="ADAL" clId="{EEFA88BE-17F2-41D3-A7EC-DADF79D1A4E3}"/>
    <pc:docChg chg="undo redo custSel addSld delSld modSld modMainMaster">
      <pc:chgData name="TARA FRYAD HENARI" userId="2fb9e235-c2d7-409a-bfcd-eb21f7492d83" providerId="ADAL" clId="{EEFA88BE-17F2-41D3-A7EC-DADF79D1A4E3}" dt="2024-02-12T09:14:06.818" v="584" actId="47"/>
      <pc:docMkLst>
        <pc:docMk/>
      </pc:docMkLst>
      <pc:sldChg chg="addSp delSp modSp mod">
        <pc:chgData name="TARA FRYAD HENARI" userId="2fb9e235-c2d7-409a-bfcd-eb21f7492d83" providerId="ADAL" clId="{EEFA88BE-17F2-41D3-A7EC-DADF79D1A4E3}" dt="2024-02-12T08:12:49.287" v="38" actId="1440"/>
        <pc:sldMkLst>
          <pc:docMk/>
          <pc:sldMk cId="0" sldId="349"/>
        </pc:sldMkLst>
        <pc:spChg chg="add del mod">
          <ac:chgData name="TARA FRYAD HENARI" userId="2fb9e235-c2d7-409a-bfcd-eb21f7492d83" providerId="ADAL" clId="{EEFA88BE-17F2-41D3-A7EC-DADF79D1A4E3}" dt="2024-02-12T08:09:35.772" v="21" actId="478"/>
          <ac:spMkLst>
            <pc:docMk/>
            <pc:sldMk cId="0" sldId="349"/>
            <ac:spMk id="3" creationId="{86676C4A-98DE-9688-110B-B4C7E7BF4066}"/>
          </ac:spMkLst>
        </pc:spChg>
        <pc:spChg chg="mod">
          <ac:chgData name="TARA FRYAD HENARI" userId="2fb9e235-c2d7-409a-bfcd-eb21f7492d83" providerId="ADAL" clId="{EEFA88BE-17F2-41D3-A7EC-DADF79D1A4E3}" dt="2024-02-12T08:12:21.240" v="35" actId="1076"/>
          <ac:spMkLst>
            <pc:docMk/>
            <pc:sldMk cId="0" sldId="349"/>
            <ac:spMk id="5" creationId="{22D189C9-BD14-5FC3-496E-B2705B7E9B1B}"/>
          </ac:spMkLst>
        </pc:spChg>
        <pc:spChg chg="mod">
          <ac:chgData name="TARA FRYAD HENARI" userId="2fb9e235-c2d7-409a-bfcd-eb21f7492d83" providerId="ADAL" clId="{EEFA88BE-17F2-41D3-A7EC-DADF79D1A4E3}" dt="2024-02-12T08:09:19.615" v="1" actId="27636"/>
          <ac:spMkLst>
            <pc:docMk/>
            <pc:sldMk cId="0" sldId="349"/>
            <ac:spMk id="8194" creationId="{1E532695-382F-8BC6-83BA-7091F1FB83B1}"/>
          </ac:spMkLst>
        </pc:spChg>
        <pc:spChg chg="del">
          <ac:chgData name="TARA FRYAD HENARI" userId="2fb9e235-c2d7-409a-bfcd-eb21f7492d83" providerId="ADAL" clId="{EEFA88BE-17F2-41D3-A7EC-DADF79D1A4E3}" dt="2024-02-12T08:09:32.676" v="20" actId="478"/>
          <ac:spMkLst>
            <pc:docMk/>
            <pc:sldMk cId="0" sldId="349"/>
            <ac:spMk id="8195" creationId="{91757CF1-F4E1-5E42-878A-3B0FC5A52CF6}"/>
          </ac:spMkLst>
        </pc:spChg>
        <pc:spChg chg="mod">
          <ac:chgData name="TARA FRYAD HENARI" userId="2fb9e235-c2d7-409a-bfcd-eb21f7492d83" providerId="ADAL" clId="{EEFA88BE-17F2-41D3-A7EC-DADF79D1A4E3}" dt="2024-02-12T08:12:26.860" v="36" actId="1076"/>
          <ac:spMkLst>
            <pc:docMk/>
            <pc:sldMk cId="0" sldId="349"/>
            <ac:spMk id="8196" creationId="{A8E070B1-318B-2BFC-D314-349C6D93C627}"/>
          </ac:spMkLst>
        </pc:spChg>
        <pc:picChg chg="del">
          <ac:chgData name="TARA FRYAD HENARI" userId="2fb9e235-c2d7-409a-bfcd-eb21f7492d83" providerId="ADAL" clId="{EEFA88BE-17F2-41D3-A7EC-DADF79D1A4E3}" dt="2024-02-12T08:09:39" v="23" actId="478"/>
          <ac:picMkLst>
            <pc:docMk/>
            <pc:sldMk cId="0" sldId="349"/>
            <ac:picMk id="6" creationId="{2D4D2014-7366-75E6-D7BF-2B46BEAFB573}"/>
          </ac:picMkLst>
        </pc:picChg>
        <pc:picChg chg="add mod">
          <ac:chgData name="TARA FRYAD HENARI" userId="2fb9e235-c2d7-409a-bfcd-eb21f7492d83" providerId="ADAL" clId="{EEFA88BE-17F2-41D3-A7EC-DADF79D1A4E3}" dt="2024-02-12T08:12:49.287" v="38" actId="1440"/>
          <ac:picMkLst>
            <pc:docMk/>
            <pc:sldMk cId="0" sldId="349"/>
            <ac:picMk id="1026" creationId="{E3DFE891-13A4-E404-8978-BED27E9DC956}"/>
          </ac:picMkLst>
        </pc:picChg>
      </pc:sldChg>
      <pc:sldChg chg="modSp mod">
        <pc:chgData name="TARA FRYAD HENARI" userId="2fb9e235-c2d7-409a-bfcd-eb21f7492d83" providerId="ADAL" clId="{EEFA88BE-17F2-41D3-A7EC-DADF79D1A4E3}" dt="2024-02-12T08:13:10.774" v="42" actId="1076"/>
        <pc:sldMkLst>
          <pc:docMk/>
          <pc:sldMk cId="0" sldId="350"/>
        </pc:sldMkLst>
        <pc:spChg chg="mod">
          <ac:chgData name="TARA FRYAD HENARI" userId="2fb9e235-c2d7-409a-bfcd-eb21f7492d83" providerId="ADAL" clId="{EEFA88BE-17F2-41D3-A7EC-DADF79D1A4E3}" dt="2024-02-12T08:13:07.955" v="41" actId="207"/>
          <ac:spMkLst>
            <pc:docMk/>
            <pc:sldMk cId="0" sldId="350"/>
            <ac:spMk id="9218" creationId="{79C97770-820E-CEAB-0129-A4A5DF9F2D6D}"/>
          </ac:spMkLst>
        </pc:spChg>
        <pc:spChg chg="mod">
          <ac:chgData name="TARA FRYAD HENARI" userId="2fb9e235-c2d7-409a-bfcd-eb21f7492d83" providerId="ADAL" clId="{EEFA88BE-17F2-41D3-A7EC-DADF79D1A4E3}" dt="2024-02-12T08:13:10.774" v="42" actId="1076"/>
          <ac:spMkLst>
            <pc:docMk/>
            <pc:sldMk cId="0" sldId="350"/>
            <ac:spMk id="9219" creationId="{145C4C80-2613-9473-3750-FD1F47B87575}"/>
          </ac:spMkLst>
        </pc:spChg>
      </pc:sldChg>
      <pc:sldChg chg="modSp modNotesTx">
        <pc:chgData name="TARA FRYAD HENARI" userId="2fb9e235-c2d7-409a-bfcd-eb21f7492d83" providerId="ADAL" clId="{EEFA88BE-17F2-41D3-A7EC-DADF79D1A4E3}" dt="2024-02-12T08:14:25.063" v="47" actId="20577"/>
        <pc:sldMkLst>
          <pc:docMk/>
          <pc:sldMk cId="0" sldId="351"/>
        </pc:sldMkLst>
        <pc:spChg chg="mod">
          <ac:chgData name="TARA FRYAD HENARI" userId="2fb9e235-c2d7-409a-bfcd-eb21f7492d83" providerId="ADAL" clId="{EEFA88BE-17F2-41D3-A7EC-DADF79D1A4E3}" dt="2024-02-12T08:09:19.440" v="0"/>
          <ac:spMkLst>
            <pc:docMk/>
            <pc:sldMk cId="0" sldId="351"/>
            <ac:spMk id="19458" creationId="{3879699B-FC21-77BA-5179-1449574622BA}"/>
          </ac:spMkLst>
        </pc:spChg>
        <pc:spChg chg="mod">
          <ac:chgData name="TARA FRYAD HENARI" userId="2fb9e235-c2d7-409a-bfcd-eb21f7492d83" providerId="ADAL" clId="{EEFA88BE-17F2-41D3-A7EC-DADF79D1A4E3}" dt="2024-02-12T08:09:19.440" v="0"/>
          <ac:spMkLst>
            <pc:docMk/>
            <pc:sldMk cId="0" sldId="351"/>
            <ac:spMk id="19459" creationId="{3D927819-01D5-5AE5-DD77-FDD1CC55075F}"/>
          </ac:spMkLst>
        </pc:spChg>
      </pc:sldChg>
      <pc:sldChg chg="modSp del mod">
        <pc:chgData name="TARA FRYAD HENARI" userId="2fb9e235-c2d7-409a-bfcd-eb21f7492d83" providerId="ADAL" clId="{EEFA88BE-17F2-41D3-A7EC-DADF79D1A4E3}" dt="2024-02-12T08:13:30.647" v="44" actId="47"/>
        <pc:sldMkLst>
          <pc:docMk/>
          <pc:sldMk cId="0" sldId="355"/>
        </pc:sldMkLst>
        <pc:spChg chg="mod">
          <ac:chgData name="TARA FRYAD HENARI" userId="2fb9e235-c2d7-409a-bfcd-eb21f7492d83" providerId="ADAL" clId="{EEFA88BE-17F2-41D3-A7EC-DADF79D1A4E3}" dt="2024-02-12T08:09:19.440" v="0"/>
          <ac:spMkLst>
            <pc:docMk/>
            <pc:sldMk cId="0" sldId="355"/>
            <ac:spMk id="13314" creationId="{F2E5E8CA-08A2-C6C6-91C8-72E50C391A77}"/>
          </ac:spMkLst>
        </pc:spChg>
        <pc:spChg chg="mod">
          <ac:chgData name="TARA FRYAD HENARI" userId="2fb9e235-c2d7-409a-bfcd-eb21f7492d83" providerId="ADAL" clId="{EEFA88BE-17F2-41D3-A7EC-DADF79D1A4E3}" dt="2024-02-12T08:09:19.646" v="2" actId="27636"/>
          <ac:spMkLst>
            <pc:docMk/>
            <pc:sldMk cId="0" sldId="355"/>
            <ac:spMk id="13315" creationId="{21254C34-1FF4-2174-B7F0-7B623B867FEF}"/>
          </ac:spMkLst>
        </pc:spChg>
      </pc:sldChg>
      <pc:sldChg chg="addSp delSp modSp mod">
        <pc:chgData name="TARA FRYAD HENARI" userId="2fb9e235-c2d7-409a-bfcd-eb21f7492d83" providerId="ADAL" clId="{EEFA88BE-17F2-41D3-A7EC-DADF79D1A4E3}" dt="2024-02-12T08:15:13.528" v="59" actId="20577"/>
        <pc:sldMkLst>
          <pc:docMk/>
          <pc:sldMk cId="0" sldId="369"/>
        </pc:sldMkLst>
        <pc:spChg chg="mod">
          <ac:chgData name="TARA FRYAD HENARI" userId="2fb9e235-c2d7-409a-bfcd-eb21f7492d83" providerId="ADAL" clId="{EEFA88BE-17F2-41D3-A7EC-DADF79D1A4E3}" dt="2024-02-12T08:15:13.528" v="59" actId="20577"/>
          <ac:spMkLst>
            <pc:docMk/>
            <pc:sldMk cId="0" sldId="369"/>
            <ac:spMk id="21506" creationId="{03D0ED50-AA6A-9677-DD73-6B04D40D9B52}"/>
          </ac:spMkLst>
        </pc:spChg>
        <pc:picChg chg="add mod">
          <ac:chgData name="TARA FRYAD HENARI" userId="2fb9e235-c2d7-409a-bfcd-eb21f7492d83" providerId="ADAL" clId="{EEFA88BE-17F2-41D3-A7EC-DADF79D1A4E3}" dt="2024-02-12T08:14:54.387" v="55" actId="14100"/>
          <ac:picMkLst>
            <pc:docMk/>
            <pc:sldMk cId="0" sldId="369"/>
            <ac:picMk id="2" creationId="{34426DE5-A0D4-8930-606B-A265AB442DFE}"/>
          </ac:picMkLst>
        </pc:picChg>
        <pc:picChg chg="del">
          <ac:chgData name="TARA FRYAD HENARI" userId="2fb9e235-c2d7-409a-bfcd-eb21f7492d83" providerId="ADAL" clId="{EEFA88BE-17F2-41D3-A7EC-DADF79D1A4E3}" dt="2024-02-12T08:14:34.524" v="48" actId="478"/>
          <ac:picMkLst>
            <pc:docMk/>
            <pc:sldMk cId="0" sldId="369"/>
            <ac:picMk id="21507" creationId="{7E2F5B07-02E8-2CA7-C63C-4A22D013B805}"/>
          </ac:picMkLst>
        </pc:picChg>
      </pc:sldChg>
      <pc:sldChg chg="modSp del">
        <pc:chgData name="TARA FRYAD HENARI" userId="2fb9e235-c2d7-409a-bfcd-eb21f7492d83" providerId="ADAL" clId="{EEFA88BE-17F2-41D3-A7EC-DADF79D1A4E3}" dt="2024-02-12T08:13:15.416" v="43" actId="2696"/>
        <pc:sldMkLst>
          <pc:docMk/>
          <pc:sldMk cId="0" sldId="376"/>
        </pc:sldMkLst>
        <pc:spChg chg="mod">
          <ac:chgData name="TARA FRYAD HENARI" userId="2fb9e235-c2d7-409a-bfcd-eb21f7492d83" providerId="ADAL" clId="{EEFA88BE-17F2-41D3-A7EC-DADF79D1A4E3}" dt="2024-02-12T08:09:19.440" v="0"/>
          <ac:spMkLst>
            <pc:docMk/>
            <pc:sldMk cId="0" sldId="376"/>
            <ac:spMk id="11266" creationId="{02684823-43DC-4D7E-BEBB-4EA812D5CD7F}"/>
          </ac:spMkLst>
        </pc:spChg>
        <pc:spChg chg="mod">
          <ac:chgData name="TARA FRYAD HENARI" userId="2fb9e235-c2d7-409a-bfcd-eb21f7492d83" providerId="ADAL" clId="{EEFA88BE-17F2-41D3-A7EC-DADF79D1A4E3}" dt="2024-02-12T08:09:19.440" v="0"/>
          <ac:spMkLst>
            <pc:docMk/>
            <pc:sldMk cId="0" sldId="376"/>
            <ac:spMk id="11267" creationId="{16F9D2BE-907B-F056-2816-9144F97A46CC}"/>
          </ac:spMkLst>
        </pc:spChg>
      </pc:sldChg>
      <pc:sldChg chg="modSp del">
        <pc:chgData name="TARA FRYAD HENARI" userId="2fb9e235-c2d7-409a-bfcd-eb21f7492d83" providerId="ADAL" clId="{EEFA88BE-17F2-41D3-A7EC-DADF79D1A4E3}" dt="2024-02-12T08:13:36.842" v="45" actId="47"/>
        <pc:sldMkLst>
          <pc:docMk/>
          <pc:sldMk cId="0" sldId="377"/>
        </pc:sldMkLst>
        <pc:spChg chg="mod">
          <ac:chgData name="TARA FRYAD HENARI" userId="2fb9e235-c2d7-409a-bfcd-eb21f7492d83" providerId="ADAL" clId="{EEFA88BE-17F2-41D3-A7EC-DADF79D1A4E3}" dt="2024-02-12T08:09:19.440" v="0"/>
          <ac:spMkLst>
            <pc:docMk/>
            <pc:sldMk cId="0" sldId="377"/>
            <ac:spMk id="15362" creationId="{355E975F-76F6-CB54-B981-F6D9E08857B5}"/>
          </ac:spMkLst>
        </pc:spChg>
        <pc:spChg chg="mod">
          <ac:chgData name="TARA FRYAD HENARI" userId="2fb9e235-c2d7-409a-bfcd-eb21f7492d83" providerId="ADAL" clId="{EEFA88BE-17F2-41D3-A7EC-DADF79D1A4E3}" dt="2024-02-12T08:09:19.440" v="0"/>
          <ac:spMkLst>
            <pc:docMk/>
            <pc:sldMk cId="0" sldId="377"/>
            <ac:spMk id="15363" creationId="{F56EEB8C-CBC4-2E9E-7804-479933281878}"/>
          </ac:spMkLst>
        </pc:spChg>
      </pc:sldChg>
      <pc:sldChg chg="modSp del">
        <pc:chgData name="TARA FRYAD HENARI" userId="2fb9e235-c2d7-409a-bfcd-eb21f7492d83" providerId="ADAL" clId="{EEFA88BE-17F2-41D3-A7EC-DADF79D1A4E3}" dt="2024-02-12T09:01:46.919" v="464" actId="47"/>
        <pc:sldMkLst>
          <pc:docMk/>
          <pc:sldMk cId="0" sldId="408"/>
        </pc:sldMkLst>
        <pc:spChg chg="mod">
          <ac:chgData name="TARA FRYAD HENARI" userId="2fb9e235-c2d7-409a-bfcd-eb21f7492d83" providerId="ADAL" clId="{EEFA88BE-17F2-41D3-A7EC-DADF79D1A4E3}" dt="2024-02-12T08:09:19.440" v="0"/>
          <ac:spMkLst>
            <pc:docMk/>
            <pc:sldMk cId="0" sldId="408"/>
            <ac:spMk id="67586" creationId="{0A29C563-8E0D-9389-709C-2D7898736787}"/>
          </ac:spMkLst>
        </pc:spChg>
        <pc:spChg chg="mod">
          <ac:chgData name="TARA FRYAD HENARI" userId="2fb9e235-c2d7-409a-bfcd-eb21f7492d83" providerId="ADAL" clId="{EEFA88BE-17F2-41D3-A7EC-DADF79D1A4E3}" dt="2024-02-12T08:09:19.440" v="0"/>
          <ac:spMkLst>
            <pc:docMk/>
            <pc:sldMk cId="0" sldId="408"/>
            <ac:spMk id="67587" creationId="{494FDED5-0A09-1FEA-E91E-49A84448E587}"/>
          </ac:spMkLst>
        </pc:spChg>
      </pc:sldChg>
      <pc:sldChg chg="delSp modSp mod">
        <pc:chgData name="TARA FRYAD HENARI" userId="2fb9e235-c2d7-409a-bfcd-eb21f7492d83" providerId="ADAL" clId="{EEFA88BE-17F2-41D3-A7EC-DADF79D1A4E3}" dt="2024-02-12T08:17:41.313" v="75" actId="478"/>
        <pc:sldMkLst>
          <pc:docMk/>
          <pc:sldMk cId="0" sldId="409"/>
        </pc:sldMkLst>
        <pc:spChg chg="mod">
          <ac:chgData name="TARA FRYAD HENARI" userId="2fb9e235-c2d7-409a-bfcd-eb21f7492d83" providerId="ADAL" clId="{EEFA88BE-17F2-41D3-A7EC-DADF79D1A4E3}" dt="2024-02-12T08:09:19.662" v="4" actId="27636"/>
          <ac:spMkLst>
            <pc:docMk/>
            <pc:sldMk cId="0" sldId="409"/>
            <ac:spMk id="25602" creationId="{38484F57-B33A-9849-2A61-F1EEF7BB23DF}"/>
          </ac:spMkLst>
        </pc:spChg>
        <pc:spChg chg="del">
          <ac:chgData name="TARA FRYAD HENARI" userId="2fb9e235-c2d7-409a-bfcd-eb21f7492d83" providerId="ADAL" clId="{EEFA88BE-17F2-41D3-A7EC-DADF79D1A4E3}" dt="2024-02-12T08:17:41.313" v="75" actId="478"/>
          <ac:spMkLst>
            <pc:docMk/>
            <pc:sldMk cId="0" sldId="409"/>
            <ac:spMk id="25604" creationId="{1C182510-3177-1A42-2E0D-EDE8118CC549}"/>
          </ac:spMkLst>
        </pc:spChg>
        <pc:spChg chg="del">
          <ac:chgData name="TARA FRYAD HENARI" userId="2fb9e235-c2d7-409a-bfcd-eb21f7492d83" providerId="ADAL" clId="{EEFA88BE-17F2-41D3-A7EC-DADF79D1A4E3}" dt="2024-02-12T08:17:39.687" v="74" actId="478"/>
          <ac:spMkLst>
            <pc:docMk/>
            <pc:sldMk cId="0" sldId="409"/>
            <ac:spMk id="25605" creationId="{F9C2D86B-439F-B9F7-3DAC-9026FC51D8D3}"/>
          </ac:spMkLst>
        </pc:spChg>
        <pc:spChg chg="del">
          <ac:chgData name="TARA FRYAD HENARI" userId="2fb9e235-c2d7-409a-bfcd-eb21f7492d83" providerId="ADAL" clId="{EEFA88BE-17F2-41D3-A7EC-DADF79D1A4E3}" dt="2024-02-12T08:17:37.763" v="73" actId="478"/>
          <ac:spMkLst>
            <pc:docMk/>
            <pc:sldMk cId="0" sldId="409"/>
            <ac:spMk id="25606" creationId="{7B24ADCE-5422-7927-E265-80F82B3CF87A}"/>
          </ac:spMkLst>
        </pc:spChg>
        <pc:picChg chg="del">
          <ac:chgData name="TARA FRYAD HENARI" userId="2fb9e235-c2d7-409a-bfcd-eb21f7492d83" providerId="ADAL" clId="{EEFA88BE-17F2-41D3-A7EC-DADF79D1A4E3}" dt="2024-02-12T08:17:35.840" v="72" actId="478"/>
          <ac:picMkLst>
            <pc:docMk/>
            <pc:sldMk cId="0" sldId="409"/>
            <ac:picMk id="25603" creationId="{8CB78E40-D426-056D-03ED-81E4E5733AD1}"/>
          </ac:picMkLst>
        </pc:picChg>
      </pc:sldChg>
      <pc:sldChg chg="addSp delSp modSp mod">
        <pc:chgData name="TARA FRYAD HENARI" userId="2fb9e235-c2d7-409a-bfcd-eb21f7492d83" providerId="ADAL" clId="{EEFA88BE-17F2-41D3-A7EC-DADF79D1A4E3}" dt="2024-02-12T08:18:47.847" v="96" actId="1076"/>
        <pc:sldMkLst>
          <pc:docMk/>
          <pc:sldMk cId="0" sldId="410"/>
        </pc:sldMkLst>
        <pc:spChg chg="mod">
          <ac:chgData name="TARA FRYAD HENARI" userId="2fb9e235-c2d7-409a-bfcd-eb21f7492d83" providerId="ADAL" clId="{EEFA88BE-17F2-41D3-A7EC-DADF79D1A4E3}" dt="2024-02-12T08:18:38.118" v="93" actId="207"/>
          <ac:spMkLst>
            <pc:docMk/>
            <pc:sldMk cId="0" sldId="410"/>
            <ac:spMk id="27650" creationId="{16F95331-D3E7-97D6-8E58-4A143EC5081B}"/>
          </ac:spMkLst>
        </pc:spChg>
        <pc:spChg chg="del">
          <ac:chgData name="TARA FRYAD HENARI" userId="2fb9e235-c2d7-409a-bfcd-eb21f7492d83" providerId="ADAL" clId="{EEFA88BE-17F2-41D3-A7EC-DADF79D1A4E3}" dt="2024-02-12T08:18:13.848" v="86" actId="478"/>
          <ac:spMkLst>
            <pc:docMk/>
            <pc:sldMk cId="0" sldId="410"/>
            <ac:spMk id="27652" creationId="{66C7176D-69E2-E450-ABE3-A1F6ACC44B50}"/>
          </ac:spMkLst>
        </pc:spChg>
        <pc:spChg chg="del">
          <ac:chgData name="TARA FRYAD HENARI" userId="2fb9e235-c2d7-409a-bfcd-eb21f7492d83" providerId="ADAL" clId="{EEFA88BE-17F2-41D3-A7EC-DADF79D1A4E3}" dt="2024-02-12T08:18:15.364" v="87" actId="478"/>
          <ac:spMkLst>
            <pc:docMk/>
            <pc:sldMk cId="0" sldId="410"/>
            <ac:spMk id="27653" creationId="{71748BDE-92D2-D0E1-7872-6CC5EE4584F3}"/>
          </ac:spMkLst>
        </pc:spChg>
        <pc:picChg chg="add mod">
          <ac:chgData name="TARA FRYAD HENARI" userId="2fb9e235-c2d7-409a-bfcd-eb21f7492d83" providerId="ADAL" clId="{EEFA88BE-17F2-41D3-A7EC-DADF79D1A4E3}" dt="2024-02-12T08:18:47.847" v="96" actId="1076"/>
          <ac:picMkLst>
            <pc:docMk/>
            <pc:sldMk cId="0" sldId="410"/>
            <ac:picMk id="2" creationId="{B490B986-8F81-BF1C-9E87-A207913AEDB9}"/>
          </ac:picMkLst>
        </pc:picChg>
        <pc:picChg chg="del">
          <ac:chgData name="TARA FRYAD HENARI" userId="2fb9e235-c2d7-409a-bfcd-eb21f7492d83" providerId="ADAL" clId="{EEFA88BE-17F2-41D3-A7EC-DADF79D1A4E3}" dt="2024-02-12T08:18:12.097" v="85" actId="478"/>
          <ac:picMkLst>
            <pc:docMk/>
            <pc:sldMk cId="0" sldId="410"/>
            <ac:picMk id="27651" creationId="{B052F5C1-D58E-FE4B-6A45-D689234B39E3}"/>
          </ac:picMkLst>
        </pc:picChg>
      </pc:sldChg>
      <pc:sldChg chg="addSp delSp modSp mod">
        <pc:chgData name="TARA FRYAD HENARI" userId="2fb9e235-c2d7-409a-bfcd-eb21f7492d83" providerId="ADAL" clId="{EEFA88BE-17F2-41D3-A7EC-DADF79D1A4E3}" dt="2024-02-12T08:22:39.082" v="110" actId="1076"/>
        <pc:sldMkLst>
          <pc:docMk/>
          <pc:sldMk cId="0" sldId="411"/>
        </pc:sldMkLst>
        <pc:spChg chg="mod">
          <ac:chgData name="TARA FRYAD HENARI" userId="2fb9e235-c2d7-409a-bfcd-eb21f7492d83" providerId="ADAL" clId="{EEFA88BE-17F2-41D3-A7EC-DADF79D1A4E3}" dt="2024-02-12T08:22:36.377" v="109" actId="207"/>
          <ac:spMkLst>
            <pc:docMk/>
            <pc:sldMk cId="0" sldId="411"/>
            <ac:spMk id="35842" creationId="{BEC61EB3-B31F-5CBA-60AE-66260C663832}"/>
          </ac:spMkLst>
        </pc:spChg>
        <pc:picChg chg="add mod">
          <ac:chgData name="TARA FRYAD HENARI" userId="2fb9e235-c2d7-409a-bfcd-eb21f7492d83" providerId="ADAL" clId="{EEFA88BE-17F2-41D3-A7EC-DADF79D1A4E3}" dt="2024-02-12T08:22:39.082" v="110" actId="1076"/>
          <ac:picMkLst>
            <pc:docMk/>
            <pc:sldMk cId="0" sldId="411"/>
            <ac:picMk id="2" creationId="{AA15ADEA-8918-72DB-93BE-4A7C62EC301D}"/>
          </ac:picMkLst>
        </pc:picChg>
        <pc:picChg chg="del">
          <ac:chgData name="TARA FRYAD HENARI" userId="2fb9e235-c2d7-409a-bfcd-eb21f7492d83" providerId="ADAL" clId="{EEFA88BE-17F2-41D3-A7EC-DADF79D1A4E3}" dt="2024-02-12T08:22:19.643" v="104" actId="478"/>
          <ac:picMkLst>
            <pc:docMk/>
            <pc:sldMk cId="0" sldId="411"/>
            <ac:picMk id="35843" creationId="{A8E0DE8A-52F9-FD3D-7811-562695D0C005}"/>
          </ac:picMkLst>
        </pc:picChg>
      </pc:sldChg>
      <pc:sldChg chg="addSp delSp modSp mod setBg">
        <pc:chgData name="TARA FRYAD HENARI" userId="2fb9e235-c2d7-409a-bfcd-eb21f7492d83" providerId="ADAL" clId="{EEFA88BE-17F2-41D3-A7EC-DADF79D1A4E3}" dt="2024-02-12T08:32:09.960" v="218" actId="1076"/>
        <pc:sldMkLst>
          <pc:docMk/>
          <pc:sldMk cId="0" sldId="412"/>
        </pc:sldMkLst>
        <pc:spChg chg="mod ord">
          <ac:chgData name="TARA FRYAD HENARI" userId="2fb9e235-c2d7-409a-bfcd-eb21f7492d83" providerId="ADAL" clId="{EEFA88BE-17F2-41D3-A7EC-DADF79D1A4E3}" dt="2024-02-12T08:32:05.252" v="216" actId="26606"/>
          <ac:spMkLst>
            <pc:docMk/>
            <pc:sldMk cId="0" sldId="412"/>
            <ac:spMk id="46082" creationId="{7F8CBBD7-5B0D-8A58-2047-9A55C23FABD8}"/>
          </ac:spMkLst>
        </pc:spChg>
        <pc:spChg chg="add del">
          <ac:chgData name="TARA FRYAD HENARI" userId="2fb9e235-c2d7-409a-bfcd-eb21f7492d83" providerId="ADAL" clId="{EEFA88BE-17F2-41D3-A7EC-DADF79D1A4E3}" dt="2024-02-12T08:32:05.252" v="216" actId="26606"/>
          <ac:spMkLst>
            <pc:docMk/>
            <pc:sldMk cId="0" sldId="412"/>
            <ac:spMk id="46087" creationId="{DB691D59-8F51-4DD8-AD41-D568D29B08F8}"/>
          </ac:spMkLst>
        </pc:spChg>
        <pc:spChg chg="add del">
          <ac:chgData name="TARA FRYAD HENARI" userId="2fb9e235-c2d7-409a-bfcd-eb21f7492d83" providerId="ADAL" clId="{EEFA88BE-17F2-41D3-A7EC-DADF79D1A4E3}" dt="2024-02-12T08:32:05.252" v="216" actId="26606"/>
          <ac:spMkLst>
            <pc:docMk/>
            <pc:sldMk cId="0" sldId="412"/>
            <ac:spMk id="46089" creationId="{204AEF18-0627-48F3-9B3D-F7E8F050B1D4}"/>
          </ac:spMkLst>
        </pc:spChg>
        <pc:spChg chg="add del">
          <ac:chgData name="TARA FRYAD HENARI" userId="2fb9e235-c2d7-409a-bfcd-eb21f7492d83" providerId="ADAL" clId="{EEFA88BE-17F2-41D3-A7EC-DADF79D1A4E3}" dt="2024-02-12T08:32:05.252" v="216" actId="26606"/>
          <ac:spMkLst>
            <pc:docMk/>
            <pc:sldMk cId="0" sldId="412"/>
            <ac:spMk id="46091" creationId="{CEAEE08A-C572-438F-9753-B0D527A515A7}"/>
          </ac:spMkLst>
        </pc:spChg>
        <pc:spChg chg="add del">
          <ac:chgData name="TARA FRYAD HENARI" userId="2fb9e235-c2d7-409a-bfcd-eb21f7492d83" providerId="ADAL" clId="{EEFA88BE-17F2-41D3-A7EC-DADF79D1A4E3}" dt="2024-02-12T08:32:05.252" v="216" actId="26606"/>
          <ac:spMkLst>
            <pc:docMk/>
            <pc:sldMk cId="0" sldId="412"/>
            <ac:spMk id="46093" creationId="{DB93146F-62ED-4C59-844C-0935D0FB5031}"/>
          </ac:spMkLst>
        </pc:spChg>
        <pc:spChg chg="add del">
          <ac:chgData name="TARA FRYAD HENARI" userId="2fb9e235-c2d7-409a-bfcd-eb21f7492d83" providerId="ADAL" clId="{EEFA88BE-17F2-41D3-A7EC-DADF79D1A4E3}" dt="2024-02-12T08:32:05.252" v="216" actId="26606"/>
          <ac:spMkLst>
            <pc:docMk/>
            <pc:sldMk cId="0" sldId="412"/>
            <ac:spMk id="46095" creationId="{BF3D65BA-1C65-40FB-92EF-83951BDC1D7C}"/>
          </ac:spMkLst>
        </pc:spChg>
        <pc:spChg chg="add del">
          <ac:chgData name="TARA FRYAD HENARI" userId="2fb9e235-c2d7-409a-bfcd-eb21f7492d83" providerId="ADAL" clId="{EEFA88BE-17F2-41D3-A7EC-DADF79D1A4E3}" dt="2024-02-12T08:32:05.252" v="216" actId="26606"/>
          <ac:spMkLst>
            <pc:docMk/>
            <pc:sldMk cId="0" sldId="412"/>
            <ac:spMk id="46097" creationId="{ADF52CCA-FCDD-49A0-BFFC-3BD41F1B827A}"/>
          </ac:spMkLst>
        </pc:spChg>
        <pc:picChg chg="add mod">
          <ac:chgData name="TARA FRYAD HENARI" userId="2fb9e235-c2d7-409a-bfcd-eb21f7492d83" providerId="ADAL" clId="{EEFA88BE-17F2-41D3-A7EC-DADF79D1A4E3}" dt="2024-02-12T08:32:09.960" v="218" actId="1076"/>
          <ac:picMkLst>
            <pc:docMk/>
            <pc:sldMk cId="0" sldId="412"/>
            <ac:picMk id="2" creationId="{8C3BFFAA-E835-2288-9B07-5EA81681BF11}"/>
          </ac:picMkLst>
        </pc:picChg>
        <pc:picChg chg="del">
          <ac:chgData name="TARA FRYAD HENARI" userId="2fb9e235-c2d7-409a-bfcd-eb21f7492d83" providerId="ADAL" clId="{EEFA88BE-17F2-41D3-A7EC-DADF79D1A4E3}" dt="2024-02-12T08:31:31.793" v="209" actId="478"/>
          <ac:picMkLst>
            <pc:docMk/>
            <pc:sldMk cId="0" sldId="412"/>
            <ac:picMk id="46083" creationId="{4969BB98-0F05-615F-B43B-C0181517F7BF}"/>
          </ac:picMkLst>
        </pc:picChg>
      </pc:sldChg>
      <pc:sldChg chg="addSp delSp modSp mod">
        <pc:chgData name="TARA FRYAD HENARI" userId="2fb9e235-c2d7-409a-bfcd-eb21f7492d83" providerId="ADAL" clId="{EEFA88BE-17F2-41D3-A7EC-DADF79D1A4E3}" dt="2024-02-12T09:01:32.156" v="463" actId="207"/>
        <pc:sldMkLst>
          <pc:docMk/>
          <pc:sldMk cId="0" sldId="413"/>
        </pc:sldMkLst>
        <pc:spChg chg="mod">
          <ac:chgData name="TARA FRYAD HENARI" userId="2fb9e235-c2d7-409a-bfcd-eb21f7492d83" providerId="ADAL" clId="{EEFA88BE-17F2-41D3-A7EC-DADF79D1A4E3}" dt="2024-02-12T09:01:32.156" v="463" actId="207"/>
          <ac:spMkLst>
            <pc:docMk/>
            <pc:sldMk cId="0" sldId="413"/>
            <ac:spMk id="65538" creationId="{2A7CDDE1-76F7-214B-E7F9-806C8A62905A}"/>
          </ac:spMkLst>
        </pc:spChg>
        <pc:picChg chg="add mod">
          <ac:chgData name="TARA FRYAD HENARI" userId="2fb9e235-c2d7-409a-bfcd-eb21f7492d83" providerId="ADAL" clId="{EEFA88BE-17F2-41D3-A7EC-DADF79D1A4E3}" dt="2024-02-12T09:01:26.077" v="460" actId="1076"/>
          <ac:picMkLst>
            <pc:docMk/>
            <pc:sldMk cId="0" sldId="413"/>
            <ac:picMk id="2" creationId="{EDBCF459-D5A8-540F-1C28-9F7439943F5A}"/>
          </ac:picMkLst>
        </pc:picChg>
        <pc:picChg chg="del">
          <ac:chgData name="TARA FRYAD HENARI" userId="2fb9e235-c2d7-409a-bfcd-eb21f7492d83" providerId="ADAL" clId="{EEFA88BE-17F2-41D3-A7EC-DADF79D1A4E3}" dt="2024-02-12T09:01:20.009" v="455" actId="478"/>
          <ac:picMkLst>
            <pc:docMk/>
            <pc:sldMk cId="0" sldId="413"/>
            <ac:picMk id="65539" creationId="{2954A084-FF0B-2F56-FA73-EC16BD836241}"/>
          </ac:picMkLst>
        </pc:picChg>
      </pc:sldChg>
      <pc:sldChg chg="modSp mod modNotesTx">
        <pc:chgData name="TARA FRYAD HENARI" userId="2fb9e235-c2d7-409a-bfcd-eb21f7492d83" providerId="ADAL" clId="{EEFA88BE-17F2-41D3-A7EC-DADF79D1A4E3}" dt="2024-02-12T09:02:41.158" v="469" actId="207"/>
        <pc:sldMkLst>
          <pc:docMk/>
          <pc:sldMk cId="0" sldId="414"/>
        </pc:sldMkLst>
        <pc:spChg chg="mod">
          <ac:chgData name="TARA FRYAD HENARI" userId="2fb9e235-c2d7-409a-bfcd-eb21f7492d83" providerId="ADAL" clId="{EEFA88BE-17F2-41D3-A7EC-DADF79D1A4E3}" dt="2024-02-12T09:02:41.158" v="469" actId="207"/>
          <ac:spMkLst>
            <pc:docMk/>
            <pc:sldMk cId="0" sldId="414"/>
            <ac:spMk id="71682" creationId="{53F97606-19C1-E129-90AB-811C9EAD78C0}"/>
          </ac:spMkLst>
        </pc:spChg>
      </pc:sldChg>
      <pc:sldChg chg="addSp delSp modSp mod">
        <pc:chgData name="TARA FRYAD HENARI" userId="2fb9e235-c2d7-409a-bfcd-eb21f7492d83" providerId="ADAL" clId="{EEFA88BE-17F2-41D3-A7EC-DADF79D1A4E3}" dt="2024-02-12T09:06:15.696" v="508" actId="1076"/>
        <pc:sldMkLst>
          <pc:docMk/>
          <pc:sldMk cId="0" sldId="415"/>
        </pc:sldMkLst>
        <pc:spChg chg="mod">
          <ac:chgData name="TARA FRYAD HENARI" userId="2fb9e235-c2d7-409a-bfcd-eb21f7492d83" providerId="ADAL" clId="{EEFA88BE-17F2-41D3-A7EC-DADF79D1A4E3}" dt="2024-02-12T09:06:07.829" v="506" actId="207"/>
          <ac:spMkLst>
            <pc:docMk/>
            <pc:sldMk cId="0" sldId="415"/>
            <ac:spMk id="86018" creationId="{35BADA2A-727B-EE3A-3846-83D7F4067EDF}"/>
          </ac:spMkLst>
        </pc:spChg>
        <pc:spChg chg="del">
          <ac:chgData name="TARA FRYAD HENARI" userId="2fb9e235-c2d7-409a-bfcd-eb21f7492d83" providerId="ADAL" clId="{EEFA88BE-17F2-41D3-A7EC-DADF79D1A4E3}" dt="2024-02-12T09:05:53.784" v="501" actId="478"/>
          <ac:spMkLst>
            <pc:docMk/>
            <pc:sldMk cId="0" sldId="415"/>
            <ac:spMk id="86020" creationId="{90D16F44-7376-60ED-CFD5-6EBC0220E0CE}"/>
          </ac:spMkLst>
        </pc:spChg>
        <pc:picChg chg="add mod">
          <ac:chgData name="TARA FRYAD HENARI" userId="2fb9e235-c2d7-409a-bfcd-eb21f7492d83" providerId="ADAL" clId="{EEFA88BE-17F2-41D3-A7EC-DADF79D1A4E3}" dt="2024-02-12T09:06:15.696" v="508" actId="1076"/>
          <ac:picMkLst>
            <pc:docMk/>
            <pc:sldMk cId="0" sldId="415"/>
            <ac:picMk id="2" creationId="{8A386568-5DF2-BBB7-9FAB-08D99C8E02E5}"/>
          </ac:picMkLst>
        </pc:picChg>
        <pc:picChg chg="del">
          <ac:chgData name="TARA FRYAD HENARI" userId="2fb9e235-c2d7-409a-bfcd-eb21f7492d83" providerId="ADAL" clId="{EEFA88BE-17F2-41D3-A7EC-DADF79D1A4E3}" dt="2024-02-12T09:05:49.344" v="500" actId="478"/>
          <ac:picMkLst>
            <pc:docMk/>
            <pc:sldMk cId="0" sldId="415"/>
            <ac:picMk id="86019" creationId="{388D65F6-8F0E-CB4F-8EFA-F07BCB9A1A18}"/>
          </ac:picMkLst>
        </pc:picChg>
      </pc:sldChg>
      <pc:sldChg chg="addSp delSp modSp mod modNotesTx">
        <pc:chgData name="TARA FRYAD HENARI" userId="2fb9e235-c2d7-409a-bfcd-eb21f7492d83" providerId="ADAL" clId="{EEFA88BE-17F2-41D3-A7EC-DADF79D1A4E3}" dt="2024-02-12T09:12:48.050" v="581" actId="20577"/>
        <pc:sldMkLst>
          <pc:docMk/>
          <pc:sldMk cId="0" sldId="416"/>
        </pc:sldMkLst>
        <pc:spChg chg="mod">
          <ac:chgData name="TARA FRYAD HENARI" userId="2fb9e235-c2d7-409a-bfcd-eb21f7492d83" providerId="ADAL" clId="{EEFA88BE-17F2-41D3-A7EC-DADF79D1A4E3}" dt="2024-02-12T09:12:37.977" v="580" actId="207"/>
          <ac:spMkLst>
            <pc:docMk/>
            <pc:sldMk cId="0" sldId="416"/>
            <ac:spMk id="102402" creationId="{3D627485-7EAD-8276-0CC1-491E0FFDF379}"/>
          </ac:spMkLst>
        </pc:spChg>
        <pc:spChg chg="del">
          <ac:chgData name="TARA FRYAD HENARI" userId="2fb9e235-c2d7-409a-bfcd-eb21f7492d83" providerId="ADAL" clId="{EEFA88BE-17F2-41D3-A7EC-DADF79D1A4E3}" dt="2024-02-12T09:12:07.478" v="569" actId="478"/>
          <ac:spMkLst>
            <pc:docMk/>
            <pc:sldMk cId="0" sldId="416"/>
            <ac:spMk id="102404" creationId="{B6798341-91F7-34C2-4E92-EF8B039AB023}"/>
          </ac:spMkLst>
        </pc:spChg>
        <pc:spChg chg="del">
          <ac:chgData name="TARA FRYAD HENARI" userId="2fb9e235-c2d7-409a-bfcd-eb21f7492d83" providerId="ADAL" clId="{EEFA88BE-17F2-41D3-A7EC-DADF79D1A4E3}" dt="2024-02-12T09:12:09.278" v="570" actId="478"/>
          <ac:spMkLst>
            <pc:docMk/>
            <pc:sldMk cId="0" sldId="416"/>
            <ac:spMk id="102405" creationId="{A586D1E8-E332-0B49-3C3C-A858F817EAD6}"/>
          </ac:spMkLst>
        </pc:spChg>
        <pc:spChg chg="add del">
          <ac:chgData name="TARA FRYAD HENARI" userId="2fb9e235-c2d7-409a-bfcd-eb21f7492d83" providerId="ADAL" clId="{EEFA88BE-17F2-41D3-A7EC-DADF79D1A4E3}" dt="2024-02-12T09:12:30.105" v="578" actId="478"/>
          <ac:spMkLst>
            <pc:docMk/>
            <pc:sldMk cId="0" sldId="416"/>
            <ac:spMk id="102406" creationId="{F2732304-D26C-1694-57FD-C7C499FB8615}"/>
          </ac:spMkLst>
        </pc:spChg>
        <pc:picChg chg="add mod">
          <ac:chgData name="TARA FRYAD HENARI" userId="2fb9e235-c2d7-409a-bfcd-eb21f7492d83" providerId="ADAL" clId="{EEFA88BE-17F2-41D3-A7EC-DADF79D1A4E3}" dt="2024-02-12T09:12:21.052" v="574"/>
          <ac:picMkLst>
            <pc:docMk/>
            <pc:sldMk cId="0" sldId="416"/>
            <ac:picMk id="2" creationId="{33347719-DA78-0928-CC78-C593EFFFE381}"/>
          </ac:picMkLst>
        </pc:picChg>
        <pc:picChg chg="add del mod">
          <ac:chgData name="TARA FRYAD HENARI" userId="2fb9e235-c2d7-409a-bfcd-eb21f7492d83" providerId="ADAL" clId="{EEFA88BE-17F2-41D3-A7EC-DADF79D1A4E3}" dt="2024-02-12T09:12:33.857" v="579" actId="14100"/>
          <ac:picMkLst>
            <pc:docMk/>
            <pc:sldMk cId="0" sldId="416"/>
            <ac:picMk id="102403" creationId="{39688C6F-3F57-C084-087D-7FDB0282BD7C}"/>
          </ac:picMkLst>
        </pc:picChg>
      </pc:sldChg>
      <pc:sldChg chg="modSp del">
        <pc:chgData name="TARA FRYAD HENARI" userId="2fb9e235-c2d7-409a-bfcd-eb21f7492d83" providerId="ADAL" clId="{EEFA88BE-17F2-41D3-A7EC-DADF79D1A4E3}" dt="2024-02-12T09:14:06.818" v="584" actId="47"/>
        <pc:sldMkLst>
          <pc:docMk/>
          <pc:sldMk cId="0" sldId="417"/>
        </pc:sldMkLst>
        <pc:spChg chg="mod">
          <ac:chgData name="TARA FRYAD HENARI" userId="2fb9e235-c2d7-409a-bfcd-eb21f7492d83" providerId="ADAL" clId="{EEFA88BE-17F2-41D3-A7EC-DADF79D1A4E3}" dt="2024-02-12T08:09:19.440" v="0"/>
          <ac:spMkLst>
            <pc:docMk/>
            <pc:sldMk cId="0" sldId="417"/>
            <ac:spMk id="106498" creationId="{9058ED06-F216-F93D-8047-69312BB4577E}"/>
          </ac:spMkLst>
        </pc:spChg>
      </pc:sldChg>
      <pc:sldChg chg="modSp del">
        <pc:chgData name="TARA FRYAD HENARI" userId="2fb9e235-c2d7-409a-bfcd-eb21f7492d83" providerId="ADAL" clId="{EEFA88BE-17F2-41D3-A7EC-DADF79D1A4E3}" dt="2024-02-12T09:11:19.589" v="563" actId="47"/>
        <pc:sldMkLst>
          <pc:docMk/>
          <pc:sldMk cId="0" sldId="419"/>
        </pc:sldMkLst>
        <pc:spChg chg="mod">
          <ac:chgData name="TARA FRYAD HENARI" userId="2fb9e235-c2d7-409a-bfcd-eb21f7492d83" providerId="ADAL" clId="{EEFA88BE-17F2-41D3-A7EC-DADF79D1A4E3}" dt="2024-02-12T08:09:19.440" v="0"/>
          <ac:spMkLst>
            <pc:docMk/>
            <pc:sldMk cId="0" sldId="419"/>
            <ac:spMk id="98306" creationId="{0466F5FA-52AB-39BE-9202-A24576260CDD}"/>
          </ac:spMkLst>
        </pc:spChg>
        <pc:spChg chg="mod">
          <ac:chgData name="TARA FRYAD HENARI" userId="2fb9e235-c2d7-409a-bfcd-eb21f7492d83" providerId="ADAL" clId="{EEFA88BE-17F2-41D3-A7EC-DADF79D1A4E3}" dt="2024-02-12T08:09:19.440" v="0"/>
          <ac:spMkLst>
            <pc:docMk/>
            <pc:sldMk cId="0" sldId="419"/>
            <ac:spMk id="98307" creationId="{9B4571CF-B604-B3C8-8444-A6EC1C0729CD}"/>
          </ac:spMkLst>
        </pc:spChg>
      </pc:sldChg>
      <pc:sldChg chg="modSp mod">
        <pc:chgData name="TARA FRYAD HENARI" userId="2fb9e235-c2d7-409a-bfcd-eb21f7492d83" providerId="ADAL" clId="{EEFA88BE-17F2-41D3-A7EC-DADF79D1A4E3}" dt="2024-02-12T08:17:29.259" v="71" actId="14100"/>
        <pc:sldMkLst>
          <pc:docMk/>
          <pc:sldMk cId="0" sldId="420"/>
        </pc:sldMkLst>
        <pc:spChg chg="mod">
          <ac:chgData name="TARA FRYAD HENARI" userId="2fb9e235-c2d7-409a-bfcd-eb21f7492d83" providerId="ADAL" clId="{EEFA88BE-17F2-41D3-A7EC-DADF79D1A4E3}" dt="2024-02-12T08:09:19.440" v="0"/>
          <ac:spMkLst>
            <pc:docMk/>
            <pc:sldMk cId="0" sldId="420"/>
            <ac:spMk id="23554" creationId="{EA270F3C-6276-0F34-2537-5FA04A8440F9}"/>
          </ac:spMkLst>
        </pc:spChg>
        <pc:spChg chg="mod">
          <ac:chgData name="TARA FRYAD HENARI" userId="2fb9e235-c2d7-409a-bfcd-eb21f7492d83" providerId="ADAL" clId="{EEFA88BE-17F2-41D3-A7EC-DADF79D1A4E3}" dt="2024-02-12T08:17:29.259" v="71" actId="14100"/>
          <ac:spMkLst>
            <pc:docMk/>
            <pc:sldMk cId="0" sldId="420"/>
            <ac:spMk id="23555" creationId="{8B1F6185-08B7-1513-882C-27982C966B7D}"/>
          </ac:spMkLst>
        </pc:spChg>
      </pc:sldChg>
      <pc:sldChg chg="modSp mod modNotesTx">
        <pc:chgData name="TARA FRYAD HENARI" userId="2fb9e235-c2d7-409a-bfcd-eb21f7492d83" providerId="ADAL" clId="{EEFA88BE-17F2-41D3-A7EC-DADF79D1A4E3}" dt="2024-02-12T08:19:41.987" v="102" actId="403"/>
        <pc:sldMkLst>
          <pc:docMk/>
          <pc:sldMk cId="0" sldId="421"/>
        </pc:sldMkLst>
        <pc:spChg chg="mod">
          <ac:chgData name="TARA FRYAD HENARI" userId="2fb9e235-c2d7-409a-bfcd-eb21f7492d83" providerId="ADAL" clId="{EEFA88BE-17F2-41D3-A7EC-DADF79D1A4E3}" dt="2024-02-12T08:09:19.440" v="0"/>
          <ac:spMkLst>
            <pc:docMk/>
            <pc:sldMk cId="0" sldId="421"/>
            <ac:spMk id="31746" creationId="{A4E4ADF2-EECB-E17E-7F45-CA881A73CC99}"/>
          </ac:spMkLst>
        </pc:spChg>
        <pc:spChg chg="mod">
          <ac:chgData name="TARA FRYAD HENARI" userId="2fb9e235-c2d7-409a-bfcd-eb21f7492d83" providerId="ADAL" clId="{EEFA88BE-17F2-41D3-A7EC-DADF79D1A4E3}" dt="2024-02-12T08:19:41.987" v="102" actId="403"/>
          <ac:spMkLst>
            <pc:docMk/>
            <pc:sldMk cId="0" sldId="421"/>
            <ac:spMk id="31747" creationId="{1AE9BEC0-E122-8428-3545-AC16AB1A09E1}"/>
          </ac:spMkLst>
        </pc:spChg>
      </pc:sldChg>
      <pc:sldChg chg="modSp modNotesTx">
        <pc:chgData name="TARA FRYAD HENARI" userId="2fb9e235-c2d7-409a-bfcd-eb21f7492d83" providerId="ADAL" clId="{EEFA88BE-17F2-41D3-A7EC-DADF79D1A4E3}" dt="2024-02-12T08:22:11.890" v="103" actId="20577"/>
        <pc:sldMkLst>
          <pc:docMk/>
          <pc:sldMk cId="0" sldId="422"/>
        </pc:sldMkLst>
        <pc:spChg chg="mod">
          <ac:chgData name="TARA FRYAD HENARI" userId="2fb9e235-c2d7-409a-bfcd-eb21f7492d83" providerId="ADAL" clId="{EEFA88BE-17F2-41D3-A7EC-DADF79D1A4E3}" dt="2024-02-12T08:09:19.440" v="0"/>
          <ac:spMkLst>
            <pc:docMk/>
            <pc:sldMk cId="0" sldId="422"/>
            <ac:spMk id="17411" creationId="{0AB531FB-4F47-0576-5679-0F17E7D75A1F}"/>
          </ac:spMkLst>
        </pc:spChg>
        <pc:spChg chg="mod">
          <ac:chgData name="TARA FRYAD HENARI" userId="2fb9e235-c2d7-409a-bfcd-eb21f7492d83" providerId="ADAL" clId="{EEFA88BE-17F2-41D3-A7EC-DADF79D1A4E3}" dt="2024-02-12T08:09:19.440" v="0"/>
          <ac:spMkLst>
            <pc:docMk/>
            <pc:sldMk cId="0" sldId="422"/>
            <ac:spMk id="33794" creationId="{CBE0F840-EC43-5F4D-7C1D-360214DBE951}"/>
          </ac:spMkLst>
        </pc:spChg>
      </pc:sldChg>
      <pc:sldChg chg="modSp mod">
        <pc:chgData name="TARA FRYAD HENARI" userId="2fb9e235-c2d7-409a-bfcd-eb21f7492d83" providerId="ADAL" clId="{EEFA88BE-17F2-41D3-A7EC-DADF79D1A4E3}" dt="2024-02-12T08:24:37.383" v="140" actId="20577"/>
        <pc:sldMkLst>
          <pc:docMk/>
          <pc:sldMk cId="0" sldId="423"/>
        </pc:sldMkLst>
        <pc:spChg chg="mod">
          <ac:chgData name="TARA FRYAD HENARI" userId="2fb9e235-c2d7-409a-bfcd-eb21f7492d83" providerId="ADAL" clId="{EEFA88BE-17F2-41D3-A7EC-DADF79D1A4E3}" dt="2024-02-12T08:09:19.440" v="0"/>
          <ac:spMkLst>
            <pc:docMk/>
            <pc:sldMk cId="0" sldId="423"/>
            <ac:spMk id="37890" creationId="{6340F552-DB29-2716-D865-A9E50F6FB6C0}"/>
          </ac:spMkLst>
        </pc:spChg>
        <pc:spChg chg="mod">
          <ac:chgData name="TARA FRYAD HENARI" userId="2fb9e235-c2d7-409a-bfcd-eb21f7492d83" providerId="ADAL" clId="{EEFA88BE-17F2-41D3-A7EC-DADF79D1A4E3}" dt="2024-02-12T08:24:37.383" v="140" actId="20577"/>
          <ac:spMkLst>
            <pc:docMk/>
            <pc:sldMk cId="0" sldId="423"/>
            <ac:spMk id="37891" creationId="{9908F498-A58D-9703-8732-BCA0838F2AF7}"/>
          </ac:spMkLst>
        </pc:spChg>
      </pc:sldChg>
      <pc:sldChg chg="modSp mod modNotesTx">
        <pc:chgData name="TARA FRYAD HENARI" userId="2fb9e235-c2d7-409a-bfcd-eb21f7492d83" providerId="ADAL" clId="{EEFA88BE-17F2-41D3-A7EC-DADF79D1A4E3}" dt="2024-02-12T08:27:36.048" v="172" actId="403"/>
        <pc:sldMkLst>
          <pc:docMk/>
          <pc:sldMk cId="0" sldId="424"/>
        </pc:sldMkLst>
        <pc:spChg chg="mod">
          <ac:chgData name="TARA FRYAD HENARI" userId="2fb9e235-c2d7-409a-bfcd-eb21f7492d83" providerId="ADAL" clId="{EEFA88BE-17F2-41D3-A7EC-DADF79D1A4E3}" dt="2024-02-12T08:09:19.440" v="0"/>
          <ac:spMkLst>
            <pc:docMk/>
            <pc:sldMk cId="0" sldId="424"/>
            <ac:spMk id="39938" creationId="{51E1D325-B8E7-EADD-56F3-308CF07FF26A}"/>
          </ac:spMkLst>
        </pc:spChg>
        <pc:spChg chg="mod">
          <ac:chgData name="TARA FRYAD HENARI" userId="2fb9e235-c2d7-409a-bfcd-eb21f7492d83" providerId="ADAL" clId="{EEFA88BE-17F2-41D3-A7EC-DADF79D1A4E3}" dt="2024-02-12T08:27:36.048" v="172" actId="403"/>
          <ac:spMkLst>
            <pc:docMk/>
            <pc:sldMk cId="0" sldId="424"/>
            <ac:spMk id="39939" creationId="{C394612C-10DA-B9C2-C168-18199E0A6F47}"/>
          </ac:spMkLst>
        </pc:spChg>
      </pc:sldChg>
      <pc:sldChg chg="modSp mod modNotesTx">
        <pc:chgData name="TARA FRYAD HENARI" userId="2fb9e235-c2d7-409a-bfcd-eb21f7492d83" providerId="ADAL" clId="{EEFA88BE-17F2-41D3-A7EC-DADF79D1A4E3}" dt="2024-02-12T08:31:22.935" v="208" actId="20577"/>
        <pc:sldMkLst>
          <pc:docMk/>
          <pc:sldMk cId="0" sldId="425"/>
        </pc:sldMkLst>
        <pc:spChg chg="mod">
          <ac:chgData name="TARA FRYAD HENARI" userId="2fb9e235-c2d7-409a-bfcd-eb21f7492d83" providerId="ADAL" clId="{EEFA88BE-17F2-41D3-A7EC-DADF79D1A4E3}" dt="2024-02-12T08:09:19.440" v="0"/>
          <ac:spMkLst>
            <pc:docMk/>
            <pc:sldMk cId="0" sldId="425"/>
            <ac:spMk id="44034" creationId="{7D1B416A-13DE-5C59-6C8D-273A5D44FEF1}"/>
          </ac:spMkLst>
        </pc:spChg>
        <pc:spChg chg="mod">
          <ac:chgData name="TARA FRYAD HENARI" userId="2fb9e235-c2d7-409a-bfcd-eb21f7492d83" providerId="ADAL" clId="{EEFA88BE-17F2-41D3-A7EC-DADF79D1A4E3}" dt="2024-02-12T08:31:15.538" v="207" actId="27636"/>
          <ac:spMkLst>
            <pc:docMk/>
            <pc:sldMk cId="0" sldId="425"/>
            <ac:spMk id="44035" creationId="{AB87DFD0-D464-28CA-65D0-C6C307912E15}"/>
          </ac:spMkLst>
        </pc:spChg>
      </pc:sldChg>
      <pc:sldChg chg="modSp mod modNotesTx">
        <pc:chgData name="TARA FRYAD HENARI" userId="2fb9e235-c2d7-409a-bfcd-eb21f7492d83" providerId="ADAL" clId="{EEFA88BE-17F2-41D3-A7EC-DADF79D1A4E3}" dt="2024-02-12T08:36:45.961" v="367" actId="20577"/>
        <pc:sldMkLst>
          <pc:docMk/>
          <pc:sldMk cId="0" sldId="426"/>
        </pc:sldMkLst>
        <pc:spChg chg="mod">
          <ac:chgData name="TARA FRYAD HENARI" userId="2fb9e235-c2d7-409a-bfcd-eb21f7492d83" providerId="ADAL" clId="{EEFA88BE-17F2-41D3-A7EC-DADF79D1A4E3}" dt="2024-02-12T08:09:19.440" v="0"/>
          <ac:spMkLst>
            <pc:docMk/>
            <pc:sldMk cId="0" sldId="426"/>
            <ac:spMk id="48130" creationId="{6FF32BA6-47D5-4B7E-3E73-A0E4DCAF9046}"/>
          </ac:spMkLst>
        </pc:spChg>
        <pc:spChg chg="mod">
          <ac:chgData name="TARA FRYAD HENARI" userId="2fb9e235-c2d7-409a-bfcd-eb21f7492d83" providerId="ADAL" clId="{EEFA88BE-17F2-41D3-A7EC-DADF79D1A4E3}" dt="2024-02-12T08:36:45.961" v="367" actId="20577"/>
          <ac:spMkLst>
            <pc:docMk/>
            <pc:sldMk cId="0" sldId="426"/>
            <ac:spMk id="48131" creationId="{620A6C38-6392-F341-B414-EA8CAD75E5CC}"/>
          </ac:spMkLst>
        </pc:spChg>
      </pc:sldChg>
      <pc:sldChg chg="modSp mod modNotesTx">
        <pc:chgData name="TARA FRYAD HENARI" userId="2fb9e235-c2d7-409a-bfcd-eb21f7492d83" providerId="ADAL" clId="{EEFA88BE-17F2-41D3-A7EC-DADF79D1A4E3}" dt="2024-02-12T08:37:45.498" v="371" actId="1076"/>
        <pc:sldMkLst>
          <pc:docMk/>
          <pc:sldMk cId="0" sldId="427"/>
        </pc:sldMkLst>
        <pc:spChg chg="mod">
          <ac:chgData name="TARA FRYAD HENARI" userId="2fb9e235-c2d7-409a-bfcd-eb21f7492d83" providerId="ADAL" clId="{EEFA88BE-17F2-41D3-A7EC-DADF79D1A4E3}" dt="2024-02-12T08:09:19.440" v="0"/>
          <ac:spMkLst>
            <pc:docMk/>
            <pc:sldMk cId="0" sldId="427"/>
            <ac:spMk id="50178" creationId="{9BC93539-48E0-32BD-06CD-A0F7DF2D457B}"/>
          </ac:spMkLst>
        </pc:spChg>
        <pc:spChg chg="mod">
          <ac:chgData name="TARA FRYAD HENARI" userId="2fb9e235-c2d7-409a-bfcd-eb21f7492d83" providerId="ADAL" clId="{EEFA88BE-17F2-41D3-A7EC-DADF79D1A4E3}" dt="2024-02-12T08:37:45.498" v="371" actId="1076"/>
          <ac:spMkLst>
            <pc:docMk/>
            <pc:sldMk cId="0" sldId="427"/>
            <ac:spMk id="50179" creationId="{CEF6F76C-959A-A180-7144-BE527CB7B9FE}"/>
          </ac:spMkLst>
        </pc:spChg>
      </pc:sldChg>
      <pc:sldChg chg="modSp mod modNotesTx">
        <pc:chgData name="TARA FRYAD HENARI" userId="2fb9e235-c2d7-409a-bfcd-eb21f7492d83" providerId="ADAL" clId="{EEFA88BE-17F2-41D3-A7EC-DADF79D1A4E3}" dt="2024-02-12T08:39:05.689" v="407" actId="207"/>
        <pc:sldMkLst>
          <pc:docMk/>
          <pc:sldMk cId="0" sldId="428"/>
        </pc:sldMkLst>
        <pc:spChg chg="mod">
          <ac:chgData name="TARA FRYAD HENARI" userId="2fb9e235-c2d7-409a-bfcd-eb21f7492d83" providerId="ADAL" clId="{EEFA88BE-17F2-41D3-A7EC-DADF79D1A4E3}" dt="2024-02-12T08:09:19.440" v="0"/>
          <ac:spMkLst>
            <pc:docMk/>
            <pc:sldMk cId="0" sldId="428"/>
            <ac:spMk id="52226" creationId="{FD8FCFA8-A82C-B762-F31D-686EC18615E1}"/>
          </ac:spMkLst>
        </pc:spChg>
        <pc:spChg chg="mod">
          <ac:chgData name="TARA FRYAD HENARI" userId="2fb9e235-c2d7-409a-bfcd-eb21f7492d83" providerId="ADAL" clId="{EEFA88BE-17F2-41D3-A7EC-DADF79D1A4E3}" dt="2024-02-12T08:39:05.689" v="407" actId="207"/>
          <ac:spMkLst>
            <pc:docMk/>
            <pc:sldMk cId="0" sldId="428"/>
            <ac:spMk id="52227" creationId="{7C5C6014-3586-D718-CEAE-91F2B6AD30C6}"/>
          </ac:spMkLst>
        </pc:spChg>
      </pc:sldChg>
      <pc:sldChg chg="modSp mod">
        <pc:chgData name="TARA FRYAD HENARI" userId="2fb9e235-c2d7-409a-bfcd-eb21f7492d83" providerId="ADAL" clId="{EEFA88BE-17F2-41D3-A7EC-DADF79D1A4E3}" dt="2024-02-12T08:42:16.635" v="431" actId="27636"/>
        <pc:sldMkLst>
          <pc:docMk/>
          <pc:sldMk cId="0" sldId="429"/>
        </pc:sldMkLst>
        <pc:spChg chg="mod">
          <ac:chgData name="TARA FRYAD HENARI" userId="2fb9e235-c2d7-409a-bfcd-eb21f7492d83" providerId="ADAL" clId="{EEFA88BE-17F2-41D3-A7EC-DADF79D1A4E3}" dt="2024-02-12T08:42:16.635" v="431" actId="27636"/>
          <ac:spMkLst>
            <pc:docMk/>
            <pc:sldMk cId="0" sldId="429"/>
            <ac:spMk id="56323" creationId="{38FD3B88-B17B-B07D-1B12-6945607D30C9}"/>
          </ac:spMkLst>
        </pc:spChg>
      </pc:sldChg>
      <pc:sldChg chg="modSp mod modNotesTx">
        <pc:chgData name="TARA FRYAD HENARI" userId="2fb9e235-c2d7-409a-bfcd-eb21f7492d83" providerId="ADAL" clId="{EEFA88BE-17F2-41D3-A7EC-DADF79D1A4E3}" dt="2024-02-12T08:59:11.477" v="447" actId="20577"/>
        <pc:sldMkLst>
          <pc:docMk/>
          <pc:sldMk cId="0" sldId="430"/>
        </pc:sldMkLst>
        <pc:spChg chg="mod">
          <ac:chgData name="TARA FRYAD HENARI" userId="2fb9e235-c2d7-409a-bfcd-eb21f7492d83" providerId="ADAL" clId="{EEFA88BE-17F2-41D3-A7EC-DADF79D1A4E3}" dt="2024-02-12T08:59:11.477" v="447" actId="20577"/>
          <ac:spMkLst>
            <pc:docMk/>
            <pc:sldMk cId="0" sldId="430"/>
            <ac:spMk id="27651" creationId="{A92BA4A6-4AE5-5569-3190-86E6978456A8}"/>
          </ac:spMkLst>
        </pc:spChg>
      </pc:sldChg>
      <pc:sldChg chg="modSp mod modNotesTx">
        <pc:chgData name="TARA FRYAD HENARI" userId="2fb9e235-c2d7-409a-bfcd-eb21f7492d83" providerId="ADAL" clId="{EEFA88BE-17F2-41D3-A7EC-DADF79D1A4E3}" dt="2024-02-12T09:00:39.523" v="453" actId="20577"/>
        <pc:sldMkLst>
          <pc:docMk/>
          <pc:sldMk cId="0" sldId="431"/>
        </pc:sldMkLst>
        <pc:spChg chg="mod">
          <ac:chgData name="TARA FRYAD HENARI" userId="2fb9e235-c2d7-409a-bfcd-eb21f7492d83" providerId="ADAL" clId="{EEFA88BE-17F2-41D3-A7EC-DADF79D1A4E3}" dt="2024-02-12T08:09:19.440" v="0"/>
          <ac:spMkLst>
            <pc:docMk/>
            <pc:sldMk cId="0" sldId="431"/>
            <ac:spMk id="61442" creationId="{16719E64-F78F-92A6-8E47-753B992215FF}"/>
          </ac:spMkLst>
        </pc:spChg>
        <pc:spChg chg="mod">
          <ac:chgData name="TARA FRYAD HENARI" userId="2fb9e235-c2d7-409a-bfcd-eb21f7492d83" providerId="ADAL" clId="{EEFA88BE-17F2-41D3-A7EC-DADF79D1A4E3}" dt="2024-02-12T09:00:30.421" v="452" actId="20577"/>
          <ac:spMkLst>
            <pc:docMk/>
            <pc:sldMk cId="0" sldId="431"/>
            <ac:spMk id="61443" creationId="{A927B7F0-3B32-16F8-1F9A-04C3BF3AADD1}"/>
          </ac:spMkLst>
        </pc:spChg>
      </pc:sldChg>
      <pc:sldChg chg="modSp modNotesTx">
        <pc:chgData name="TARA FRYAD HENARI" userId="2fb9e235-c2d7-409a-bfcd-eb21f7492d83" providerId="ADAL" clId="{EEFA88BE-17F2-41D3-A7EC-DADF79D1A4E3}" dt="2024-02-12T09:01:10.489" v="454" actId="20577"/>
        <pc:sldMkLst>
          <pc:docMk/>
          <pc:sldMk cId="0" sldId="432"/>
        </pc:sldMkLst>
        <pc:spChg chg="mod">
          <ac:chgData name="TARA FRYAD HENARI" userId="2fb9e235-c2d7-409a-bfcd-eb21f7492d83" providerId="ADAL" clId="{EEFA88BE-17F2-41D3-A7EC-DADF79D1A4E3}" dt="2024-02-12T08:09:19.440" v="0"/>
          <ac:spMkLst>
            <pc:docMk/>
            <pc:sldMk cId="0" sldId="432"/>
            <ac:spMk id="63491" creationId="{99007A94-AB3D-0F19-591E-1B3367AF85BB}"/>
          </ac:spMkLst>
        </pc:spChg>
      </pc:sldChg>
      <pc:sldChg chg="modSp mod">
        <pc:chgData name="TARA FRYAD HENARI" userId="2fb9e235-c2d7-409a-bfcd-eb21f7492d83" providerId="ADAL" clId="{EEFA88BE-17F2-41D3-A7EC-DADF79D1A4E3}" dt="2024-02-12T09:01:55.009" v="465" actId="1076"/>
        <pc:sldMkLst>
          <pc:docMk/>
          <pc:sldMk cId="0" sldId="433"/>
        </pc:sldMkLst>
        <pc:spChg chg="mod">
          <ac:chgData name="TARA FRYAD HENARI" userId="2fb9e235-c2d7-409a-bfcd-eb21f7492d83" providerId="ADAL" clId="{EEFA88BE-17F2-41D3-A7EC-DADF79D1A4E3}" dt="2024-02-12T09:01:55.009" v="465" actId="1076"/>
          <ac:spMkLst>
            <pc:docMk/>
            <pc:sldMk cId="0" sldId="433"/>
            <ac:spMk id="32771" creationId="{42EEE0A9-DA35-BD31-DA36-613CEC525492}"/>
          </ac:spMkLst>
        </pc:spChg>
        <pc:spChg chg="mod">
          <ac:chgData name="TARA FRYAD HENARI" userId="2fb9e235-c2d7-409a-bfcd-eb21f7492d83" providerId="ADAL" clId="{EEFA88BE-17F2-41D3-A7EC-DADF79D1A4E3}" dt="2024-02-12T08:09:19.440" v="0"/>
          <ac:spMkLst>
            <pc:docMk/>
            <pc:sldMk cId="0" sldId="433"/>
            <ac:spMk id="69634" creationId="{49A94B16-5DF0-8025-ADF3-92F59A1FC1FE}"/>
          </ac:spMkLst>
        </pc:spChg>
      </pc:sldChg>
      <pc:sldChg chg="modSp mod">
        <pc:chgData name="TARA FRYAD HENARI" userId="2fb9e235-c2d7-409a-bfcd-eb21f7492d83" providerId="ADAL" clId="{EEFA88BE-17F2-41D3-A7EC-DADF79D1A4E3}" dt="2024-02-12T09:03:20.181" v="473" actId="27636"/>
        <pc:sldMkLst>
          <pc:docMk/>
          <pc:sldMk cId="0" sldId="434"/>
        </pc:sldMkLst>
        <pc:spChg chg="mod">
          <ac:chgData name="TARA FRYAD HENARI" userId="2fb9e235-c2d7-409a-bfcd-eb21f7492d83" providerId="ADAL" clId="{EEFA88BE-17F2-41D3-A7EC-DADF79D1A4E3}" dt="2024-02-12T08:09:19.440" v="0"/>
          <ac:spMkLst>
            <pc:docMk/>
            <pc:sldMk cId="0" sldId="434"/>
            <ac:spMk id="73730" creationId="{F9D9188B-85A8-31A9-3B7E-A965CE5492BE}"/>
          </ac:spMkLst>
        </pc:spChg>
        <pc:spChg chg="mod">
          <ac:chgData name="TARA FRYAD HENARI" userId="2fb9e235-c2d7-409a-bfcd-eb21f7492d83" providerId="ADAL" clId="{EEFA88BE-17F2-41D3-A7EC-DADF79D1A4E3}" dt="2024-02-12T09:03:20.181" v="473" actId="27636"/>
          <ac:spMkLst>
            <pc:docMk/>
            <pc:sldMk cId="0" sldId="434"/>
            <ac:spMk id="73731" creationId="{68FEE5FB-426D-9022-C192-1A13173DAEC0}"/>
          </ac:spMkLst>
        </pc:spChg>
      </pc:sldChg>
      <pc:sldChg chg="modSp del">
        <pc:chgData name="TARA FRYAD HENARI" userId="2fb9e235-c2d7-409a-bfcd-eb21f7492d83" providerId="ADAL" clId="{EEFA88BE-17F2-41D3-A7EC-DADF79D1A4E3}" dt="2024-02-12T09:03:49.098" v="474" actId="47"/>
        <pc:sldMkLst>
          <pc:docMk/>
          <pc:sldMk cId="0" sldId="435"/>
        </pc:sldMkLst>
        <pc:spChg chg="mod">
          <ac:chgData name="TARA FRYAD HENARI" userId="2fb9e235-c2d7-409a-bfcd-eb21f7492d83" providerId="ADAL" clId="{EEFA88BE-17F2-41D3-A7EC-DADF79D1A4E3}" dt="2024-02-12T08:09:19.440" v="0"/>
          <ac:spMkLst>
            <pc:docMk/>
            <pc:sldMk cId="0" sldId="435"/>
            <ac:spMk id="75778" creationId="{176B9865-C8D8-D4DC-D928-D4401A91F406}"/>
          </ac:spMkLst>
        </pc:spChg>
        <pc:spChg chg="mod">
          <ac:chgData name="TARA FRYAD HENARI" userId="2fb9e235-c2d7-409a-bfcd-eb21f7492d83" providerId="ADAL" clId="{EEFA88BE-17F2-41D3-A7EC-DADF79D1A4E3}" dt="2024-02-12T08:09:19.440" v="0"/>
          <ac:spMkLst>
            <pc:docMk/>
            <pc:sldMk cId="0" sldId="435"/>
            <ac:spMk id="75779" creationId="{D5BB4D55-2E72-E3D5-77F6-8B3FAF6BDF30}"/>
          </ac:spMkLst>
        </pc:spChg>
      </pc:sldChg>
      <pc:sldChg chg="modSp mod modNotesTx">
        <pc:chgData name="TARA FRYAD HENARI" userId="2fb9e235-c2d7-409a-bfcd-eb21f7492d83" providerId="ADAL" clId="{EEFA88BE-17F2-41D3-A7EC-DADF79D1A4E3}" dt="2024-02-12T09:04:29.713" v="483" actId="27636"/>
        <pc:sldMkLst>
          <pc:docMk/>
          <pc:sldMk cId="0" sldId="436"/>
        </pc:sldMkLst>
        <pc:spChg chg="mod">
          <ac:chgData name="TARA FRYAD HENARI" userId="2fb9e235-c2d7-409a-bfcd-eb21f7492d83" providerId="ADAL" clId="{EEFA88BE-17F2-41D3-A7EC-DADF79D1A4E3}" dt="2024-02-12T09:04:29.713" v="483" actId="27636"/>
          <ac:spMkLst>
            <pc:docMk/>
            <pc:sldMk cId="0" sldId="436"/>
            <ac:spMk id="36867" creationId="{DFDED0D2-6D0C-6E78-6143-DF1067001F65}"/>
          </ac:spMkLst>
        </pc:spChg>
        <pc:spChg chg="mod">
          <ac:chgData name="TARA FRYAD HENARI" userId="2fb9e235-c2d7-409a-bfcd-eb21f7492d83" providerId="ADAL" clId="{EEFA88BE-17F2-41D3-A7EC-DADF79D1A4E3}" dt="2024-02-12T08:09:19.440" v="0"/>
          <ac:spMkLst>
            <pc:docMk/>
            <pc:sldMk cId="0" sldId="436"/>
            <ac:spMk id="79874" creationId="{A292BAEF-7B34-A0F6-D95D-E3A735D3AD78}"/>
          </ac:spMkLst>
        </pc:spChg>
      </pc:sldChg>
      <pc:sldChg chg="modSp mod">
        <pc:chgData name="TARA FRYAD HENARI" userId="2fb9e235-c2d7-409a-bfcd-eb21f7492d83" providerId="ADAL" clId="{EEFA88BE-17F2-41D3-A7EC-DADF79D1A4E3}" dt="2024-02-12T09:05:12.360" v="494" actId="207"/>
        <pc:sldMkLst>
          <pc:docMk/>
          <pc:sldMk cId="0" sldId="437"/>
        </pc:sldMkLst>
        <pc:spChg chg="mod">
          <ac:chgData name="TARA FRYAD HENARI" userId="2fb9e235-c2d7-409a-bfcd-eb21f7492d83" providerId="ADAL" clId="{EEFA88BE-17F2-41D3-A7EC-DADF79D1A4E3}" dt="2024-02-12T08:09:19.440" v="0"/>
          <ac:spMkLst>
            <pc:docMk/>
            <pc:sldMk cId="0" sldId="437"/>
            <ac:spMk id="81922" creationId="{B3D7D1DB-45AC-3469-0082-0D65FCB6C5B7}"/>
          </ac:spMkLst>
        </pc:spChg>
        <pc:spChg chg="mod">
          <ac:chgData name="TARA FRYAD HENARI" userId="2fb9e235-c2d7-409a-bfcd-eb21f7492d83" providerId="ADAL" clId="{EEFA88BE-17F2-41D3-A7EC-DADF79D1A4E3}" dt="2024-02-12T09:05:12.360" v="494" actId="207"/>
          <ac:spMkLst>
            <pc:docMk/>
            <pc:sldMk cId="0" sldId="437"/>
            <ac:spMk id="81923" creationId="{3CBF3823-613E-9289-FAA2-9D6BA618EEC8}"/>
          </ac:spMkLst>
        </pc:spChg>
      </pc:sldChg>
      <pc:sldChg chg="modSp mod">
        <pc:chgData name="TARA FRYAD HENARI" userId="2fb9e235-c2d7-409a-bfcd-eb21f7492d83" providerId="ADAL" clId="{EEFA88BE-17F2-41D3-A7EC-DADF79D1A4E3}" dt="2024-02-12T09:05:30.359" v="499" actId="27636"/>
        <pc:sldMkLst>
          <pc:docMk/>
          <pc:sldMk cId="0" sldId="438"/>
        </pc:sldMkLst>
        <pc:spChg chg="mod">
          <ac:chgData name="TARA FRYAD HENARI" userId="2fb9e235-c2d7-409a-bfcd-eb21f7492d83" providerId="ADAL" clId="{EEFA88BE-17F2-41D3-A7EC-DADF79D1A4E3}" dt="2024-02-12T09:05:30.359" v="499" actId="27636"/>
          <ac:spMkLst>
            <pc:docMk/>
            <pc:sldMk cId="0" sldId="438"/>
            <ac:spMk id="38915" creationId="{C7BF1B95-D73C-76D2-9AAF-1AA2EBBFD55E}"/>
          </ac:spMkLst>
        </pc:spChg>
        <pc:spChg chg="mod">
          <ac:chgData name="TARA FRYAD HENARI" userId="2fb9e235-c2d7-409a-bfcd-eb21f7492d83" providerId="ADAL" clId="{EEFA88BE-17F2-41D3-A7EC-DADF79D1A4E3}" dt="2024-02-12T08:09:19.440" v="0"/>
          <ac:spMkLst>
            <pc:docMk/>
            <pc:sldMk cId="0" sldId="438"/>
            <ac:spMk id="83970" creationId="{A6F1A272-D377-D61D-730E-93BBBFF08426}"/>
          </ac:spMkLst>
        </pc:spChg>
      </pc:sldChg>
      <pc:sldChg chg="modSp mod modNotesTx">
        <pc:chgData name="TARA FRYAD HENARI" userId="2fb9e235-c2d7-409a-bfcd-eb21f7492d83" providerId="ADAL" clId="{EEFA88BE-17F2-41D3-A7EC-DADF79D1A4E3}" dt="2024-02-12T09:06:50.723" v="513" actId="20577"/>
        <pc:sldMkLst>
          <pc:docMk/>
          <pc:sldMk cId="0" sldId="439"/>
        </pc:sldMkLst>
        <pc:spChg chg="mod">
          <ac:chgData name="TARA FRYAD HENARI" userId="2fb9e235-c2d7-409a-bfcd-eb21f7492d83" providerId="ADAL" clId="{EEFA88BE-17F2-41D3-A7EC-DADF79D1A4E3}" dt="2024-02-12T08:09:19.804" v="16" actId="27636"/>
          <ac:spMkLst>
            <pc:docMk/>
            <pc:sldMk cId="0" sldId="439"/>
            <ac:spMk id="88066" creationId="{55C3C32F-1CA0-9DD5-4480-BA06A51B602B}"/>
          </ac:spMkLst>
        </pc:spChg>
        <pc:spChg chg="mod">
          <ac:chgData name="TARA FRYAD HENARI" userId="2fb9e235-c2d7-409a-bfcd-eb21f7492d83" providerId="ADAL" clId="{EEFA88BE-17F2-41D3-A7EC-DADF79D1A4E3}" dt="2024-02-12T09:06:41.402" v="512" actId="20577"/>
          <ac:spMkLst>
            <pc:docMk/>
            <pc:sldMk cId="0" sldId="439"/>
            <ac:spMk id="88067" creationId="{D268D126-BDC1-2614-0A86-6ECD1679F698}"/>
          </ac:spMkLst>
        </pc:spChg>
      </pc:sldChg>
      <pc:sldChg chg="modSp mod modNotesTx">
        <pc:chgData name="TARA FRYAD HENARI" userId="2fb9e235-c2d7-409a-bfcd-eb21f7492d83" providerId="ADAL" clId="{EEFA88BE-17F2-41D3-A7EC-DADF79D1A4E3}" dt="2024-02-12T09:08:53.148" v="518" actId="20577"/>
        <pc:sldMkLst>
          <pc:docMk/>
          <pc:sldMk cId="0" sldId="440"/>
        </pc:sldMkLst>
        <pc:spChg chg="mod">
          <ac:chgData name="TARA FRYAD HENARI" userId="2fb9e235-c2d7-409a-bfcd-eb21f7492d83" providerId="ADAL" clId="{EEFA88BE-17F2-41D3-A7EC-DADF79D1A4E3}" dt="2024-02-12T08:09:19.804" v="17" actId="27636"/>
          <ac:spMkLst>
            <pc:docMk/>
            <pc:sldMk cId="0" sldId="440"/>
            <ac:spMk id="90114" creationId="{2B6EA198-92B5-D9B8-AFD0-00F19C935AE4}"/>
          </ac:spMkLst>
        </pc:spChg>
        <pc:spChg chg="mod">
          <ac:chgData name="TARA FRYAD HENARI" userId="2fb9e235-c2d7-409a-bfcd-eb21f7492d83" providerId="ADAL" clId="{EEFA88BE-17F2-41D3-A7EC-DADF79D1A4E3}" dt="2024-02-12T09:07:30.582" v="517" actId="14100"/>
          <ac:spMkLst>
            <pc:docMk/>
            <pc:sldMk cId="0" sldId="440"/>
            <ac:spMk id="90115" creationId="{0D959A19-8BF3-BEB2-B322-4C646EF3E0E0}"/>
          </ac:spMkLst>
        </pc:spChg>
      </pc:sldChg>
      <pc:sldChg chg="modSp mod modNotesTx">
        <pc:chgData name="TARA FRYAD HENARI" userId="2fb9e235-c2d7-409a-bfcd-eb21f7492d83" providerId="ADAL" clId="{EEFA88BE-17F2-41D3-A7EC-DADF79D1A4E3}" dt="2024-02-12T09:10:16.068" v="558" actId="20577"/>
        <pc:sldMkLst>
          <pc:docMk/>
          <pc:sldMk cId="0" sldId="441"/>
        </pc:sldMkLst>
        <pc:spChg chg="mod">
          <ac:chgData name="TARA FRYAD HENARI" userId="2fb9e235-c2d7-409a-bfcd-eb21f7492d83" providerId="ADAL" clId="{EEFA88BE-17F2-41D3-A7EC-DADF79D1A4E3}" dt="2024-02-12T08:09:19.804" v="18" actId="27636"/>
          <ac:spMkLst>
            <pc:docMk/>
            <pc:sldMk cId="0" sldId="441"/>
            <ac:spMk id="92162" creationId="{F1467636-9051-3B73-627B-868E5BC69181}"/>
          </ac:spMkLst>
        </pc:spChg>
        <pc:spChg chg="mod">
          <ac:chgData name="TARA FRYAD HENARI" userId="2fb9e235-c2d7-409a-bfcd-eb21f7492d83" providerId="ADAL" clId="{EEFA88BE-17F2-41D3-A7EC-DADF79D1A4E3}" dt="2024-02-12T09:10:10.559" v="557" actId="313"/>
          <ac:spMkLst>
            <pc:docMk/>
            <pc:sldMk cId="0" sldId="441"/>
            <ac:spMk id="92163" creationId="{74780CDB-97FC-E87C-1065-8C1080ECEDE8}"/>
          </ac:spMkLst>
        </pc:spChg>
      </pc:sldChg>
      <pc:sldChg chg="modSp modNotesTx">
        <pc:chgData name="TARA FRYAD HENARI" userId="2fb9e235-c2d7-409a-bfcd-eb21f7492d83" providerId="ADAL" clId="{EEFA88BE-17F2-41D3-A7EC-DADF79D1A4E3}" dt="2024-02-12T09:10:39.920" v="559" actId="20577"/>
        <pc:sldMkLst>
          <pc:docMk/>
          <pc:sldMk cId="0" sldId="442"/>
        </pc:sldMkLst>
        <pc:spChg chg="mod">
          <ac:chgData name="TARA FRYAD HENARI" userId="2fb9e235-c2d7-409a-bfcd-eb21f7492d83" providerId="ADAL" clId="{EEFA88BE-17F2-41D3-A7EC-DADF79D1A4E3}" dt="2024-02-12T08:09:19.440" v="0"/>
          <ac:spMkLst>
            <pc:docMk/>
            <pc:sldMk cId="0" sldId="442"/>
            <ac:spMk id="94210" creationId="{1767AA28-6959-1F64-B9EA-273B92C30C8C}"/>
          </ac:spMkLst>
        </pc:spChg>
        <pc:spChg chg="mod">
          <ac:chgData name="TARA FRYAD HENARI" userId="2fb9e235-c2d7-409a-bfcd-eb21f7492d83" providerId="ADAL" clId="{EEFA88BE-17F2-41D3-A7EC-DADF79D1A4E3}" dt="2024-02-12T08:09:19.440" v="0"/>
          <ac:spMkLst>
            <pc:docMk/>
            <pc:sldMk cId="0" sldId="442"/>
            <ac:spMk id="94211" creationId="{5DBF0DCE-7D88-AB24-0406-B0EDC18B9B0C}"/>
          </ac:spMkLst>
        </pc:spChg>
      </pc:sldChg>
      <pc:sldChg chg="modSp mod">
        <pc:chgData name="TARA FRYAD HENARI" userId="2fb9e235-c2d7-409a-bfcd-eb21f7492d83" providerId="ADAL" clId="{EEFA88BE-17F2-41D3-A7EC-DADF79D1A4E3}" dt="2024-02-12T09:11:52.500" v="567" actId="403"/>
        <pc:sldMkLst>
          <pc:docMk/>
          <pc:sldMk cId="0" sldId="443"/>
        </pc:sldMkLst>
        <pc:spChg chg="mod">
          <ac:chgData name="TARA FRYAD HENARI" userId="2fb9e235-c2d7-409a-bfcd-eb21f7492d83" providerId="ADAL" clId="{EEFA88BE-17F2-41D3-A7EC-DADF79D1A4E3}" dt="2024-02-12T08:09:19.440" v="0"/>
          <ac:spMkLst>
            <pc:docMk/>
            <pc:sldMk cId="0" sldId="443"/>
            <ac:spMk id="100354" creationId="{4FA5B2F7-7E03-0D4C-932A-5E33D4EAB45C}"/>
          </ac:spMkLst>
        </pc:spChg>
        <pc:spChg chg="mod">
          <ac:chgData name="TARA FRYAD HENARI" userId="2fb9e235-c2d7-409a-bfcd-eb21f7492d83" providerId="ADAL" clId="{EEFA88BE-17F2-41D3-A7EC-DADF79D1A4E3}" dt="2024-02-12T09:11:52.500" v="567" actId="403"/>
          <ac:spMkLst>
            <pc:docMk/>
            <pc:sldMk cId="0" sldId="443"/>
            <ac:spMk id="100355" creationId="{5E393EC8-CD59-F61E-8F9B-1C9386B976DF}"/>
          </ac:spMkLst>
        </pc:spChg>
      </pc:sldChg>
      <pc:sldChg chg="modSp del mod">
        <pc:chgData name="TARA FRYAD HENARI" userId="2fb9e235-c2d7-409a-bfcd-eb21f7492d83" providerId="ADAL" clId="{EEFA88BE-17F2-41D3-A7EC-DADF79D1A4E3}" dt="2024-02-12T09:14:05.801" v="583" actId="47"/>
        <pc:sldMkLst>
          <pc:docMk/>
          <pc:sldMk cId="0" sldId="444"/>
        </pc:sldMkLst>
        <pc:spChg chg="mod">
          <ac:chgData name="TARA FRYAD HENARI" userId="2fb9e235-c2d7-409a-bfcd-eb21f7492d83" providerId="ADAL" clId="{EEFA88BE-17F2-41D3-A7EC-DADF79D1A4E3}" dt="2024-02-12T08:09:19.440" v="0"/>
          <ac:spMkLst>
            <pc:docMk/>
            <pc:sldMk cId="0" sldId="444"/>
            <ac:spMk id="104450" creationId="{E5F3518E-E8FC-3568-7546-83E144735C69}"/>
          </ac:spMkLst>
        </pc:spChg>
        <pc:spChg chg="mod">
          <ac:chgData name="TARA FRYAD HENARI" userId="2fb9e235-c2d7-409a-bfcd-eb21f7492d83" providerId="ADAL" clId="{EEFA88BE-17F2-41D3-A7EC-DADF79D1A4E3}" dt="2024-02-12T09:14:00.017" v="582" actId="1076"/>
          <ac:spMkLst>
            <pc:docMk/>
            <pc:sldMk cId="0" sldId="444"/>
            <ac:spMk id="104451" creationId="{00C66272-390B-3859-14A7-6F1446CC06BA}"/>
          </ac:spMkLst>
        </pc:spChg>
      </pc:sldChg>
      <pc:sldChg chg="modSp mod">
        <pc:chgData name="TARA FRYAD HENARI" userId="2fb9e235-c2d7-409a-bfcd-eb21f7492d83" providerId="ADAL" clId="{EEFA88BE-17F2-41D3-A7EC-DADF79D1A4E3}" dt="2024-02-12T09:10:58.534" v="562" actId="403"/>
        <pc:sldMkLst>
          <pc:docMk/>
          <pc:sldMk cId="0" sldId="452"/>
        </pc:sldMkLst>
        <pc:spChg chg="mod">
          <ac:chgData name="TARA FRYAD HENARI" userId="2fb9e235-c2d7-409a-bfcd-eb21f7492d83" providerId="ADAL" clId="{EEFA88BE-17F2-41D3-A7EC-DADF79D1A4E3}" dt="2024-02-12T08:09:19.440" v="0"/>
          <ac:spMkLst>
            <pc:docMk/>
            <pc:sldMk cId="0" sldId="452"/>
            <ac:spMk id="96258" creationId="{1DF89858-25DE-5E86-FC0C-3CD95BD37667}"/>
          </ac:spMkLst>
        </pc:spChg>
        <pc:spChg chg="mod">
          <ac:chgData name="TARA FRYAD HENARI" userId="2fb9e235-c2d7-409a-bfcd-eb21f7492d83" providerId="ADAL" clId="{EEFA88BE-17F2-41D3-A7EC-DADF79D1A4E3}" dt="2024-02-12T09:10:58.534" v="562" actId="403"/>
          <ac:spMkLst>
            <pc:docMk/>
            <pc:sldMk cId="0" sldId="452"/>
            <ac:spMk id="96259" creationId="{71B1ABB1-48CC-6A48-9E38-DC7644E98516}"/>
          </ac:spMkLst>
        </pc:spChg>
      </pc:sldChg>
      <pc:sldChg chg="del">
        <pc:chgData name="TARA FRYAD HENARI" userId="2fb9e235-c2d7-409a-bfcd-eb21f7492d83" providerId="ADAL" clId="{EEFA88BE-17F2-41D3-A7EC-DADF79D1A4E3}" dt="2024-02-12T08:13:47.330" v="46" actId="47"/>
        <pc:sldMkLst>
          <pc:docMk/>
          <pc:sldMk cId="0" sldId="453"/>
        </pc:sldMkLst>
      </pc:sldChg>
      <pc:sldChg chg="del">
        <pc:chgData name="TARA FRYAD HENARI" userId="2fb9e235-c2d7-409a-bfcd-eb21f7492d83" providerId="ADAL" clId="{EEFA88BE-17F2-41D3-A7EC-DADF79D1A4E3}" dt="2024-02-12T08:40:29.041" v="413" actId="2696"/>
        <pc:sldMkLst>
          <pc:docMk/>
          <pc:sldMk cId="0" sldId="454"/>
        </pc:sldMkLst>
      </pc:sldChg>
      <pc:sldChg chg="del">
        <pc:chgData name="TARA FRYAD HENARI" userId="2fb9e235-c2d7-409a-bfcd-eb21f7492d83" providerId="ADAL" clId="{EEFA88BE-17F2-41D3-A7EC-DADF79D1A4E3}" dt="2024-02-12T09:04:00.093" v="475" actId="47"/>
        <pc:sldMkLst>
          <pc:docMk/>
          <pc:sldMk cId="0" sldId="455"/>
        </pc:sldMkLst>
      </pc:sldChg>
      <pc:sldChg chg="modSp del mod">
        <pc:chgData name="TARA FRYAD HENARI" userId="2fb9e235-c2d7-409a-bfcd-eb21f7492d83" providerId="ADAL" clId="{EEFA88BE-17F2-41D3-A7EC-DADF79D1A4E3}" dt="2024-02-12T08:19:24.784" v="99" actId="2696"/>
        <pc:sldMkLst>
          <pc:docMk/>
          <pc:sldMk cId="0" sldId="458"/>
        </pc:sldMkLst>
        <pc:spChg chg="mod">
          <ac:chgData name="TARA FRYAD HENARI" userId="2fb9e235-c2d7-409a-bfcd-eb21f7492d83" providerId="ADAL" clId="{EEFA88BE-17F2-41D3-A7EC-DADF79D1A4E3}" dt="2024-02-12T08:09:19.440" v="0"/>
          <ac:spMkLst>
            <pc:docMk/>
            <pc:sldMk cId="0" sldId="458"/>
            <ac:spMk id="29698" creationId="{D6091574-816A-4E1E-B5F1-B31F8F0306EB}"/>
          </ac:spMkLst>
        </pc:spChg>
        <pc:spChg chg="mod">
          <ac:chgData name="TARA FRYAD HENARI" userId="2fb9e235-c2d7-409a-bfcd-eb21f7492d83" providerId="ADAL" clId="{EEFA88BE-17F2-41D3-A7EC-DADF79D1A4E3}" dt="2024-02-12T08:19:04.986" v="98" actId="20577"/>
          <ac:spMkLst>
            <pc:docMk/>
            <pc:sldMk cId="0" sldId="458"/>
            <ac:spMk id="29699" creationId="{7F4C1747-CDA4-F7CA-EC8F-959540279B94}"/>
          </ac:spMkLst>
        </pc:spChg>
      </pc:sldChg>
      <pc:sldChg chg="modSp del">
        <pc:chgData name="TARA FRYAD HENARI" userId="2fb9e235-c2d7-409a-bfcd-eb21f7492d83" providerId="ADAL" clId="{EEFA88BE-17F2-41D3-A7EC-DADF79D1A4E3}" dt="2024-02-12T08:28:51.389" v="173" actId="2696"/>
        <pc:sldMkLst>
          <pc:docMk/>
          <pc:sldMk cId="0" sldId="460"/>
        </pc:sldMkLst>
        <pc:spChg chg="mod">
          <ac:chgData name="TARA FRYAD HENARI" userId="2fb9e235-c2d7-409a-bfcd-eb21f7492d83" providerId="ADAL" clId="{EEFA88BE-17F2-41D3-A7EC-DADF79D1A4E3}" dt="2024-02-12T08:09:19.440" v="0"/>
          <ac:spMkLst>
            <pc:docMk/>
            <pc:sldMk cId="0" sldId="460"/>
            <ac:spMk id="41986" creationId="{FEC65946-F2E0-B97F-469F-AF9A400D0FA6}"/>
          </ac:spMkLst>
        </pc:spChg>
        <pc:spChg chg="mod">
          <ac:chgData name="TARA FRYAD HENARI" userId="2fb9e235-c2d7-409a-bfcd-eb21f7492d83" providerId="ADAL" clId="{EEFA88BE-17F2-41D3-A7EC-DADF79D1A4E3}" dt="2024-02-12T08:09:19.440" v="0"/>
          <ac:spMkLst>
            <pc:docMk/>
            <pc:sldMk cId="0" sldId="460"/>
            <ac:spMk id="41987" creationId="{F76FD6CE-58CF-89F2-3228-F53B76E64523}"/>
          </ac:spMkLst>
        </pc:spChg>
      </pc:sldChg>
      <pc:sldChg chg="del">
        <pc:chgData name="TARA FRYAD HENARI" userId="2fb9e235-c2d7-409a-bfcd-eb21f7492d83" providerId="ADAL" clId="{EEFA88BE-17F2-41D3-A7EC-DADF79D1A4E3}" dt="2024-02-12T08:59:20.564" v="448" actId="47"/>
        <pc:sldMkLst>
          <pc:docMk/>
          <pc:sldMk cId="0" sldId="461"/>
        </pc:sldMkLst>
      </pc:sldChg>
      <pc:sldChg chg="addSp delSp modSp add del mod setBg">
        <pc:chgData name="TARA FRYAD HENARI" userId="2fb9e235-c2d7-409a-bfcd-eb21f7492d83" providerId="ADAL" clId="{EEFA88BE-17F2-41D3-A7EC-DADF79D1A4E3}" dt="2024-02-12T08:40:24.876" v="412" actId="2696"/>
        <pc:sldMkLst>
          <pc:docMk/>
          <pc:sldMk cId="4192530402" sldId="536"/>
        </pc:sldMkLst>
        <pc:spChg chg="mod">
          <ac:chgData name="TARA FRYAD HENARI" userId="2fb9e235-c2d7-409a-bfcd-eb21f7492d83" providerId="ADAL" clId="{EEFA88BE-17F2-41D3-A7EC-DADF79D1A4E3}" dt="2024-02-12T08:40:10.416" v="411" actId="26606"/>
          <ac:spMkLst>
            <pc:docMk/>
            <pc:sldMk cId="4192530402" sldId="536"/>
            <ac:spMk id="4" creationId="{00000000-0000-0000-0000-000000000000}"/>
          </ac:spMkLst>
        </pc:spChg>
        <pc:spChg chg="mod">
          <ac:chgData name="TARA FRYAD HENARI" userId="2fb9e235-c2d7-409a-bfcd-eb21f7492d83" providerId="ADAL" clId="{EEFA88BE-17F2-41D3-A7EC-DADF79D1A4E3}" dt="2024-02-12T08:40:10.416" v="411" actId="26606"/>
          <ac:spMkLst>
            <pc:docMk/>
            <pc:sldMk cId="4192530402" sldId="536"/>
            <ac:spMk id="5" creationId="{00000000-0000-0000-0000-000000000000}"/>
          </ac:spMkLst>
        </pc:spChg>
        <pc:spChg chg="add del">
          <ac:chgData name="TARA FRYAD HENARI" userId="2fb9e235-c2d7-409a-bfcd-eb21f7492d83" providerId="ADAL" clId="{EEFA88BE-17F2-41D3-A7EC-DADF79D1A4E3}" dt="2024-02-12T08:40:10.416" v="411" actId="26606"/>
          <ac:spMkLst>
            <pc:docMk/>
            <pc:sldMk cId="4192530402" sldId="536"/>
            <ac:spMk id="11" creationId="{2928117C-9446-4E7F-AE62-95E0F6DB5B27}"/>
          </ac:spMkLst>
        </pc:spChg>
        <pc:spChg chg="add del">
          <ac:chgData name="TARA FRYAD HENARI" userId="2fb9e235-c2d7-409a-bfcd-eb21f7492d83" providerId="ADAL" clId="{EEFA88BE-17F2-41D3-A7EC-DADF79D1A4E3}" dt="2024-02-12T08:40:10.416" v="411" actId="26606"/>
          <ac:spMkLst>
            <pc:docMk/>
            <pc:sldMk cId="4192530402" sldId="536"/>
            <ac:spMk id="13" creationId="{84D30AFB-4D71-48B0-AA00-28EE92363A5F}"/>
          </ac:spMkLst>
        </pc:spChg>
        <pc:spChg chg="add del">
          <ac:chgData name="TARA FRYAD HENARI" userId="2fb9e235-c2d7-409a-bfcd-eb21f7492d83" providerId="ADAL" clId="{EEFA88BE-17F2-41D3-A7EC-DADF79D1A4E3}" dt="2024-02-12T08:40:10.416" v="411" actId="26606"/>
          <ac:spMkLst>
            <pc:docMk/>
            <pc:sldMk cId="4192530402" sldId="536"/>
            <ac:spMk id="15" creationId="{96A0B76F-8010-4C62-B4B6-C5FC438C059E}"/>
          </ac:spMkLst>
        </pc:spChg>
        <pc:spChg chg="add del">
          <ac:chgData name="TARA FRYAD HENARI" userId="2fb9e235-c2d7-409a-bfcd-eb21f7492d83" providerId="ADAL" clId="{EEFA88BE-17F2-41D3-A7EC-DADF79D1A4E3}" dt="2024-02-12T08:40:10.416" v="411" actId="26606"/>
          <ac:spMkLst>
            <pc:docMk/>
            <pc:sldMk cId="4192530402" sldId="536"/>
            <ac:spMk id="17" creationId="{B36BEBD5-A373-4C8C-8C06-CD8007E22F39}"/>
          </ac:spMkLst>
        </pc:spChg>
        <pc:spChg chg="add del">
          <ac:chgData name="TARA FRYAD HENARI" userId="2fb9e235-c2d7-409a-bfcd-eb21f7492d83" providerId="ADAL" clId="{EEFA88BE-17F2-41D3-A7EC-DADF79D1A4E3}" dt="2024-02-12T08:40:10.416" v="411" actId="26606"/>
          <ac:spMkLst>
            <pc:docMk/>
            <pc:sldMk cId="4192530402" sldId="536"/>
            <ac:spMk id="19" creationId="{1BB56EB9-078F-4952-AC1F-149C7A0AE4D5}"/>
          </ac:spMkLst>
        </pc:spChg>
        <pc:spChg chg="add del">
          <ac:chgData name="TARA FRYAD HENARI" userId="2fb9e235-c2d7-409a-bfcd-eb21f7492d83" providerId="ADAL" clId="{EEFA88BE-17F2-41D3-A7EC-DADF79D1A4E3}" dt="2024-02-12T08:40:10.416" v="411" actId="26606"/>
          <ac:spMkLst>
            <pc:docMk/>
            <pc:sldMk cId="4192530402" sldId="536"/>
            <ac:spMk id="21" creationId="{7B42427A-0A1F-4A55-8705-D9179F1E0CFB}"/>
          </ac:spMkLst>
        </pc:spChg>
        <pc:picChg chg="add del">
          <ac:chgData name="TARA FRYAD HENARI" userId="2fb9e235-c2d7-409a-bfcd-eb21f7492d83" providerId="ADAL" clId="{EEFA88BE-17F2-41D3-A7EC-DADF79D1A4E3}" dt="2024-02-12T08:40:10.416" v="411" actId="26606"/>
          <ac:picMkLst>
            <pc:docMk/>
            <pc:sldMk cId="4192530402" sldId="536"/>
            <ac:picMk id="7" creationId="{663FF69C-35E1-15AE-8F66-31F31F6DA9E2}"/>
          </ac:picMkLst>
        </pc:picChg>
      </pc:sldChg>
      <pc:sldChg chg="modSp add del mod modNotes modNotesTx">
        <pc:chgData name="TARA FRYAD HENARI" userId="2fb9e235-c2d7-409a-bfcd-eb21f7492d83" providerId="ADAL" clId="{EEFA88BE-17F2-41D3-A7EC-DADF79D1A4E3}" dt="2024-02-12T08:18:18.521" v="88" actId="20577"/>
        <pc:sldMkLst>
          <pc:docMk/>
          <pc:sldMk cId="2387116863" sldId="579"/>
        </pc:sldMkLst>
        <pc:spChg chg="mod">
          <ac:chgData name="TARA FRYAD HENARI" userId="2fb9e235-c2d7-409a-bfcd-eb21f7492d83" providerId="ADAL" clId="{EEFA88BE-17F2-41D3-A7EC-DADF79D1A4E3}" dt="2024-02-12T08:18:01.202" v="83" actId="20577"/>
          <ac:spMkLst>
            <pc:docMk/>
            <pc:sldMk cId="2387116863" sldId="579"/>
            <ac:spMk id="4" creationId="{00000000-0000-0000-0000-000000000000}"/>
          </ac:spMkLst>
        </pc:spChg>
        <pc:picChg chg="mod">
          <ac:chgData name="TARA FRYAD HENARI" userId="2fb9e235-c2d7-409a-bfcd-eb21f7492d83" providerId="ADAL" clId="{EEFA88BE-17F2-41D3-A7EC-DADF79D1A4E3}" dt="2024-02-12T08:18:05.253" v="84" actId="1076"/>
          <ac:picMkLst>
            <pc:docMk/>
            <pc:sldMk cId="2387116863" sldId="579"/>
            <ac:picMk id="2050" creationId="{00000000-0000-0000-0000-000000000000}"/>
          </ac:picMkLst>
        </pc:picChg>
      </pc:sldChg>
      <pc:sldMasterChg chg="addSp delSldLayout modSldLayout">
        <pc:chgData name="TARA FRYAD HENARI" userId="2fb9e235-c2d7-409a-bfcd-eb21f7492d83" providerId="ADAL" clId="{EEFA88BE-17F2-41D3-A7EC-DADF79D1A4E3}" dt="2024-02-12T09:11:19.589" v="563" actId="47"/>
        <pc:sldMasterMkLst>
          <pc:docMk/>
          <pc:sldMasterMk cId="2783567227" sldId="2147483827"/>
        </pc:sldMasterMkLst>
        <pc:spChg chg="add">
          <ac:chgData name="TARA FRYAD HENARI" userId="2fb9e235-c2d7-409a-bfcd-eb21f7492d83" providerId="ADAL" clId="{EEFA88BE-17F2-41D3-A7EC-DADF79D1A4E3}" dt="2024-02-12T08:09:19.440" v="0"/>
          <ac:spMkLst>
            <pc:docMk/>
            <pc:sldMasterMk cId="2783567227" sldId="2147483827"/>
            <ac:spMk id="8" creationId="{48A7D1DD-9B2C-0C92-8C02-5F05E4E8BE55}"/>
          </ac:spMkLst>
        </pc:spChg>
        <pc:picChg chg="add">
          <ac:chgData name="TARA FRYAD HENARI" userId="2fb9e235-c2d7-409a-bfcd-eb21f7492d83" providerId="ADAL" clId="{EEFA88BE-17F2-41D3-A7EC-DADF79D1A4E3}" dt="2024-02-12T08:09:19.440" v="0"/>
          <ac:picMkLst>
            <pc:docMk/>
            <pc:sldMasterMk cId="2783567227" sldId="2147483827"/>
            <ac:picMk id="7" creationId="{3706BCC9-B57C-64A7-EAD5-8325981DB221}"/>
          </ac:picMkLst>
        </pc:picChg>
        <pc:sldLayoutChg chg="addSp">
          <pc:chgData name="TARA FRYAD HENARI" userId="2fb9e235-c2d7-409a-bfcd-eb21f7492d83" providerId="ADAL" clId="{EEFA88BE-17F2-41D3-A7EC-DADF79D1A4E3}" dt="2024-02-12T08:09:19.440" v="0"/>
          <pc:sldLayoutMkLst>
            <pc:docMk/>
            <pc:sldMasterMk cId="2783567227" sldId="2147483827"/>
            <pc:sldLayoutMk cId="2521282339" sldId="2147483834"/>
          </pc:sldLayoutMkLst>
          <pc:spChg chg="add">
            <ac:chgData name="TARA FRYAD HENARI" userId="2fb9e235-c2d7-409a-bfcd-eb21f7492d83" providerId="ADAL" clId="{EEFA88BE-17F2-41D3-A7EC-DADF79D1A4E3}" dt="2024-02-12T08:09:19.440" v="0"/>
            <ac:spMkLst>
              <pc:docMk/>
              <pc:sldMasterMk cId="2783567227" sldId="2147483827"/>
              <pc:sldLayoutMk cId="2521282339" sldId="2147483834"/>
              <ac:spMk id="6" creationId="{7B111F3F-B1AE-50CB-EF22-800977C04234}"/>
            </ac:spMkLst>
          </pc:spChg>
          <pc:picChg chg="add">
            <ac:chgData name="TARA FRYAD HENARI" userId="2fb9e235-c2d7-409a-bfcd-eb21f7492d83" providerId="ADAL" clId="{EEFA88BE-17F2-41D3-A7EC-DADF79D1A4E3}" dt="2024-02-12T08:09:19.440" v="0"/>
            <ac:picMkLst>
              <pc:docMk/>
              <pc:sldMasterMk cId="2783567227" sldId="2147483827"/>
              <pc:sldLayoutMk cId="2521282339" sldId="2147483834"/>
              <ac:picMk id="5" creationId="{A8013813-2D09-227A-E5CF-BEA1F7CDFE25}"/>
            </ac:picMkLst>
          </pc:picChg>
        </pc:sldLayoutChg>
        <pc:sldLayoutChg chg="del">
          <pc:chgData name="TARA FRYAD HENARI" userId="2fb9e235-c2d7-409a-bfcd-eb21f7492d83" providerId="ADAL" clId="{EEFA88BE-17F2-41D3-A7EC-DADF79D1A4E3}" dt="2024-02-12T09:11:19.589" v="563" actId="47"/>
          <pc:sldLayoutMkLst>
            <pc:docMk/>
            <pc:sldMasterMk cId="2783567227" sldId="2147483827"/>
            <pc:sldLayoutMk cId="136792956" sldId="214748384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DFE5BF-2007-B01D-71BD-F482E15C227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3D852EB9-82AD-500C-03F9-C5B522A10C79}"/>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04CBECE3-E890-4FE1-A7CA-3924C52F22B1}" type="datetimeFigureOut">
              <a:rPr lang="en-US"/>
              <a:pPr>
                <a:defRPr/>
              </a:pPr>
              <a:t>21/10/2024</a:t>
            </a:fld>
            <a:endParaRPr lang="en-US" dirty="0"/>
          </a:p>
        </p:txBody>
      </p:sp>
      <p:sp>
        <p:nvSpPr>
          <p:cNvPr id="4" name="Footer Placeholder 3">
            <a:extLst>
              <a:ext uri="{FF2B5EF4-FFF2-40B4-BE49-F238E27FC236}">
                <a16:creationId xmlns:a16="http://schemas.microsoft.com/office/drawing/2014/main" id="{9022AB5D-4CAC-857C-0840-CF26214F5472}"/>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920EAC61-880D-E2DD-C840-ABD88DABCCB8}"/>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D32D3C47-6EA7-4288-BBCC-2E5587645CBC}"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C2F1EC-B99E-7C10-FFF3-AAA5B228E0C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C9C338D-BF93-4384-C504-B4170710F69F}"/>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FCC58067-0CD4-48BF-A588-FFD046362C97}" type="datetimeFigureOut">
              <a:rPr lang="en-US"/>
              <a:pPr>
                <a:defRPr/>
              </a:pPr>
              <a:t>21/10/2024</a:t>
            </a:fld>
            <a:endParaRPr lang="en-US" dirty="0"/>
          </a:p>
        </p:txBody>
      </p:sp>
      <p:sp>
        <p:nvSpPr>
          <p:cNvPr id="4" name="Slide Image Placeholder 3">
            <a:extLst>
              <a:ext uri="{FF2B5EF4-FFF2-40B4-BE49-F238E27FC236}">
                <a16:creationId xmlns:a16="http://schemas.microsoft.com/office/drawing/2014/main" id="{5BE8B1AB-817D-F980-1F33-E5C601DA975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E31DD62C-16D4-85E5-D227-134955BC2FE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99B9CED-7A33-087C-5AAA-8795A8283E46}"/>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6985DC35-C318-8A31-7191-452FB29BD573}"/>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DB00E322-F92E-4408-A481-6946A28099B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6936E7EB-7213-C20E-14F0-CC40ECB04B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CC176CAD-27B9-379B-6D5D-49527FAD58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You could ask students to recall some concepts from the previous chapters that might help managers build and use information systems successfully. Answers could include what business processes the company performs, the size of the company, or the organization of the information systems function.</a:t>
            </a:r>
          </a:p>
          <a:p>
            <a:pPr eaLnBrk="1" hangingPunct="1">
              <a:spcBef>
                <a:spcPct val="0"/>
              </a:spcBef>
            </a:pPr>
            <a:endParaRPr lang="en-US" altLang="en-US"/>
          </a:p>
          <a:p>
            <a:pPr eaLnBrk="1" hangingPunct="1">
              <a:spcBef>
                <a:spcPct val="0"/>
              </a:spcBef>
            </a:pPr>
            <a:endParaRPr lang="en-US" altLang="en-US"/>
          </a:p>
        </p:txBody>
      </p:sp>
      <p:sp>
        <p:nvSpPr>
          <p:cNvPr id="10244" name="Slide Number Placeholder 3">
            <a:extLst>
              <a:ext uri="{FF2B5EF4-FFF2-40B4-BE49-F238E27FC236}">
                <a16:creationId xmlns:a16="http://schemas.microsoft.com/office/drawing/2014/main" id="{CA90BF8E-BFFB-CA8A-0822-F2F0B9F6036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FE8DC63-E65E-4FA7-92D6-E81D74D0123D}"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C34EAB3E-BA9A-0077-4964-235A8DCA7A2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a:extLst>
              <a:ext uri="{FF2B5EF4-FFF2-40B4-BE49-F238E27FC236}">
                <a16:creationId xmlns:a16="http://schemas.microsoft.com/office/drawing/2014/main" id="{D5F41EE6-DF1B-D4B7-1DF9-378C83BDED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ja-JP" dirty="0">
              <a:ea typeface="MS PGothic" panose="020B0600070205080204" pitchFamily="34" charset="-128"/>
              <a:cs typeface="Arial" panose="020B0604020202020204" pitchFamily="34" charset="0"/>
            </a:endParaRPr>
          </a:p>
        </p:txBody>
      </p:sp>
      <p:sp>
        <p:nvSpPr>
          <p:cNvPr id="20484" name="Slide Number Placeholder 3">
            <a:extLst>
              <a:ext uri="{FF2B5EF4-FFF2-40B4-BE49-F238E27FC236}">
                <a16:creationId xmlns:a16="http://schemas.microsoft.com/office/drawing/2014/main" id="{634829B5-A08B-49A4-035F-A6008CF115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C8A69A7-73F1-4DBF-940F-9928B955C34D}" type="slidenum">
              <a:rPr lang="en-US" altLang="en-US"/>
              <a:pPr/>
              <a:t>3</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FD737A8B-17E2-B2FA-B3D5-BCC65F4E224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F28FE442-64DB-DC61-D6E5-0AE120CF46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Figure 3.1, Page 81.</a:t>
            </a:r>
          </a:p>
          <a:p>
            <a:pPr eaLnBrk="1" hangingPunct="1">
              <a:spcBef>
                <a:spcPct val="0"/>
              </a:spcBef>
            </a:pPr>
            <a:r>
              <a:rPr lang="en-US" altLang="en-US"/>
              <a:t>This complex two-way relationship is mediated by many factors, not the least of which are the decisions made—or not made—by managers. Other factors mediating the relationship include the organizational culture, structure, politics, business processes, and environment.</a:t>
            </a:r>
          </a:p>
          <a:p>
            <a:pPr eaLnBrk="1" hangingPunct="1">
              <a:spcBef>
                <a:spcPct val="0"/>
              </a:spcBef>
            </a:pPr>
            <a:endParaRPr lang="en-US" altLang="en-US"/>
          </a:p>
          <a:p>
            <a:pPr eaLnBrk="1" hangingPunct="1">
              <a:spcBef>
                <a:spcPct val="0"/>
              </a:spcBef>
            </a:pPr>
            <a:r>
              <a:rPr lang="en-US" altLang="en-US"/>
              <a:t>Ask students to explain how each factor might affect the relationship between organizations and information technology. Emphasize to students that the relationship between these two and its effects on the future of a business are difficult to predict. For example, very few people could have predicted the prominence of e-mail and instant messaging in business communication 15 years ago.</a:t>
            </a:r>
          </a:p>
          <a:p>
            <a:pPr eaLnBrk="1" hangingPunct="1">
              <a:spcBef>
                <a:spcPct val="0"/>
              </a:spcBef>
            </a:pPr>
            <a:endParaRPr lang="en-US" altLang="en-US"/>
          </a:p>
          <a:p>
            <a:pPr eaLnBrk="1" hangingPunct="1">
              <a:spcBef>
                <a:spcPct val="0"/>
              </a:spcBef>
            </a:pPr>
            <a:endParaRPr lang="en-US" altLang="en-US"/>
          </a:p>
          <a:p>
            <a:pPr eaLnBrk="1" hangingPunct="1">
              <a:spcBef>
                <a:spcPct val="0"/>
              </a:spcBef>
            </a:pPr>
            <a:endParaRPr lang="en-US" altLang="en-US"/>
          </a:p>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8B169A86-0864-D155-FEBF-30DFD9DB51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934CBA4-82CD-4863-A3E2-42D587F470BE}" type="slidenum">
              <a:rPr lang="en-US" altLang="en-US"/>
              <a:pPr/>
              <a:t>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38ACF99D-2C36-C2DB-6B34-897931C48C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233F830F-4E9C-D27D-8A69-D3206E87CE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Which of the two definitions do students find more accurate and why? It is important to consider both definitions rather than exclusively use one at the expense of the other. The two definitions are complementary.  </a:t>
            </a:r>
          </a:p>
          <a:p>
            <a:pPr eaLnBrk="1" hangingPunct="1">
              <a:spcBef>
                <a:spcPct val="0"/>
              </a:spcBef>
            </a:pPr>
            <a:endParaRPr lang="en-US" altLang="ja-JP">
              <a:ea typeface="MS PGothic" panose="020B0600070205080204" pitchFamily="34" charset="-128"/>
              <a:cs typeface="Arial" panose="020B0604020202020204" pitchFamily="34" charset="0"/>
            </a:endParaRPr>
          </a:p>
        </p:txBody>
      </p:sp>
      <p:sp>
        <p:nvSpPr>
          <p:cNvPr id="24580" name="Slide Number Placeholder 3">
            <a:extLst>
              <a:ext uri="{FF2B5EF4-FFF2-40B4-BE49-F238E27FC236}">
                <a16:creationId xmlns:a16="http://schemas.microsoft.com/office/drawing/2014/main" id="{D8BCAE05-CD45-0453-C6AC-CE9D4C887D3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BC697F3-783E-4B81-B3C2-01DC19D0A6BE}" type="slidenum">
              <a:rPr lang="en-US" altLang="en-US"/>
              <a:pPr/>
              <a:t>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C54FFDAC-3B01-F35E-D6F4-BEA0004460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B96CDF31-A1E0-BCB1-268D-C40E31E10F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Figure 3.2, Page 82.</a:t>
            </a:r>
          </a:p>
          <a:p>
            <a:pPr eaLnBrk="1" hangingPunct="1">
              <a:spcBef>
                <a:spcPct val="0"/>
              </a:spcBef>
            </a:pPr>
            <a:r>
              <a:rPr lang="en-US" altLang="en-US"/>
              <a:t>In the microeconomic definition of organizations, capital and labor (the primary production factors provided by the environment) are transformed by the firm through the production process into products and services (outputs to the environment). The products and services are consumed by the environment, which supplies additional capital and labor as inputs in the feedback loop.</a:t>
            </a:r>
          </a:p>
          <a:p>
            <a:pPr eaLnBrk="1" hangingPunct="1">
              <a:spcBef>
                <a:spcPct val="0"/>
              </a:spcBef>
            </a:pPr>
            <a:endParaRPr lang="en-US" altLang="en-US"/>
          </a:p>
          <a:p>
            <a:pPr eaLnBrk="1" hangingPunct="1">
              <a:spcBef>
                <a:spcPct val="0"/>
              </a:spcBef>
            </a:pPr>
            <a:r>
              <a:rPr lang="en-US" altLang="en-US"/>
              <a:t>Ask students what are the inputs from the environment? What do organizations output (goods and services). In this view, the organization or business firm is rather easily changed, and malleable. The organization is a collection of parts, like a machine, that can be rearranged as needed. There are no humans in this model, or if there are, they are assumed to be relatively simple.</a:t>
            </a:r>
          </a:p>
          <a:p>
            <a:pPr eaLnBrk="1" hangingPunct="1">
              <a:spcBef>
                <a:spcPct val="0"/>
              </a:spcBef>
            </a:pPr>
            <a:endParaRPr lang="en-US" altLang="en-US"/>
          </a:p>
          <a:p>
            <a:pPr eaLnBrk="1" hangingPunct="1">
              <a:spcBef>
                <a:spcPct val="0"/>
              </a:spcBef>
            </a:pPr>
            <a:endParaRPr lang="en-US" altLang="en-US"/>
          </a:p>
          <a:p>
            <a:pPr eaLnBrk="1" hangingPunct="1">
              <a:spcBef>
                <a:spcPct val="0"/>
              </a:spcBef>
            </a:pPr>
            <a:endParaRPr lang="en-US" altLang="en-US"/>
          </a:p>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ECA5DA9E-BCC9-5FC1-3A11-9760D06A43F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59A0BF7-63E2-48E1-8590-ED429081639D}" type="slidenum">
              <a:rPr lang="en-US" altLang="en-US"/>
              <a:pPr/>
              <a:t>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D4D78FF7-EFC5-08D5-2959-5159A05B6E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a:extLst>
              <a:ext uri="{FF2B5EF4-FFF2-40B4-BE49-F238E27FC236}">
                <a16:creationId xmlns:a16="http://schemas.microsoft.com/office/drawing/2014/main" id="{73586066-E217-E20B-60DA-07AC22C6BD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Figure 3.3, Page 83.</a:t>
            </a:r>
          </a:p>
          <a:p>
            <a:pPr eaLnBrk="1" hangingPunct="1">
              <a:spcBef>
                <a:spcPct val="0"/>
              </a:spcBef>
            </a:pPr>
            <a:r>
              <a:rPr lang="en-US" altLang="en-US"/>
              <a:t>The behavioral view of organizations emphasizes group relationships, values, and structures.</a:t>
            </a:r>
          </a:p>
          <a:p>
            <a:pPr eaLnBrk="1" hangingPunct="1">
              <a:spcBef>
                <a:spcPct val="0"/>
              </a:spcBef>
            </a:pPr>
            <a:endParaRPr lang="en-US" altLang="en-US"/>
          </a:p>
          <a:p>
            <a:pPr eaLnBrk="1" hangingPunct="1">
              <a:spcBef>
                <a:spcPct val="0"/>
              </a:spcBef>
            </a:pPr>
            <a:r>
              <a:rPr lang="en-US" altLang="en-US"/>
              <a:t>In this view, the business firm is a little more difficult to change rapidly or on-command because it is a very complex machine populated with human beings. Firms operate with an existing hierarchy, job definitions, business rules, legal contracts, procedures, and processes. Efficient organizations become very good at these elements of business. Changing these elements takes more time.  </a:t>
            </a:r>
          </a:p>
          <a:p>
            <a:pPr eaLnBrk="1" hangingPunct="1">
              <a:spcBef>
                <a:spcPct val="0"/>
              </a:spcBef>
            </a:pPr>
            <a:endParaRPr lang="en-US" altLang="en-US"/>
          </a:p>
          <a:p>
            <a:pPr eaLnBrk="1" hangingPunct="1">
              <a:spcBef>
                <a:spcPct val="0"/>
              </a:spcBef>
            </a:pPr>
            <a:endParaRPr lang="en-US" altLang="en-US"/>
          </a:p>
        </p:txBody>
      </p:sp>
      <p:sp>
        <p:nvSpPr>
          <p:cNvPr id="28676" name="Slide Number Placeholder 3">
            <a:extLst>
              <a:ext uri="{FF2B5EF4-FFF2-40B4-BE49-F238E27FC236}">
                <a16:creationId xmlns:a16="http://schemas.microsoft.com/office/drawing/2014/main" id="{DF848FD2-BB54-9270-DAAA-A12E001D707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E6F297-C2EA-45CC-B916-1E9EEE042E9C}" type="slidenum">
              <a:rPr lang="en-US" altLang="en-US"/>
              <a:pPr/>
              <a:t>8</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51E8DB05-C2BE-0C65-C73A-F4126F78E6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ADFE705E-00B8-8557-ABEA-69D419FF58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2772" name="Slide Number Placeholder 3">
            <a:extLst>
              <a:ext uri="{FF2B5EF4-FFF2-40B4-BE49-F238E27FC236}">
                <a16:creationId xmlns:a16="http://schemas.microsoft.com/office/drawing/2014/main" id="{98AF376B-9A23-BE5B-D6AB-E204ABF1FF5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8C41D52-246C-4F34-B527-993BFB16908B}" type="slidenum">
              <a:rPr lang="en-US" altLang="en-US"/>
              <a:pPr/>
              <a:t>9</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73FBE3AD-4A7D-A7AD-EC3D-5968EAB3C79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BB7EC80-E1FD-F140-5691-E7AA7E6D5F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4820" name="Slide Number Placeholder 3">
            <a:extLst>
              <a:ext uri="{FF2B5EF4-FFF2-40B4-BE49-F238E27FC236}">
                <a16:creationId xmlns:a16="http://schemas.microsoft.com/office/drawing/2014/main" id="{E612AF22-D82D-E5B0-4EF0-998561EC29B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26AD77E-5C74-41FD-A83F-23A0D2A1293E}" type="slidenum">
              <a:rPr lang="en-US" altLang="en-US"/>
              <a:pPr/>
              <a:t>10</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A41A1CA5-88E4-C89E-FFB0-EB47F7CC71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3B554BD7-2BBB-E70C-4FFA-ED4E08465FA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Figure 3.4, Page 85.</a:t>
            </a:r>
          </a:p>
          <a:p>
            <a:pPr eaLnBrk="1" hangingPunct="1">
              <a:spcBef>
                <a:spcPct val="0"/>
              </a:spcBef>
            </a:pPr>
            <a:r>
              <a:rPr lang="en-US" altLang="en-US"/>
              <a:t>All organizations are composed of individual routines and behaviors, a collection of which make up a business process. A collection of business processes make up the business firm. New information system applications require that individual routines and business processes change to achieve high levels of organizational performance.</a:t>
            </a:r>
          </a:p>
          <a:p>
            <a:pPr eaLnBrk="1" hangingPunct="1">
              <a:spcBef>
                <a:spcPct val="0"/>
              </a:spcBef>
            </a:pPr>
            <a:endParaRPr lang="en-US" altLang="en-US"/>
          </a:p>
          <a:p>
            <a:pPr eaLnBrk="1" hangingPunct="1">
              <a:spcBef>
                <a:spcPct val="0"/>
              </a:spcBef>
            </a:pPr>
            <a:r>
              <a:rPr lang="en-US" altLang="en-US"/>
              <a:t>Explain to students that the blue spheres are individual routines, which together constitute a business process. A firm can be seen as a collection of these processes.</a:t>
            </a:r>
          </a:p>
          <a:p>
            <a:pPr eaLnBrk="1" hangingPunct="1">
              <a:spcBef>
                <a:spcPct val="0"/>
              </a:spcBef>
            </a:pPr>
            <a:endParaRPr lang="en-US" altLang="en-US"/>
          </a:p>
          <a:p>
            <a:pPr eaLnBrk="1" hangingPunct="1">
              <a:spcBef>
                <a:spcPct val="0"/>
              </a:spcBef>
            </a:pPr>
            <a:endParaRPr lang="en-US" altLang="en-US"/>
          </a:p>
        </p:txBody>
      </p:sp>
      <p:sp>
        <p:nvSpPr>
          <p:cNvPr id="36868" name="Slide Number Placeholder 3">
            <a:extLst>
              <a:ext uri="{FF2B5EF4-FFF2-40B4-BE49-F238E27FC236}">
                <a16:creationId xmlns:a16="http://schemas.microsoft.com/office/drawing/2014/main" id="{195ECFA9-9BB2-F4D6-16F9-F4CBC64346A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FAFAA5-ACBA-4115-8476-BAA87B2A8BA2}" type="slidenum">
              <a:rPr lang="en-US" altLang="en-US"/>
              <a:pPr/>
              <a:t>11</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CB8C313B-7BBA-A90E-A085-C5DA6880D5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ED3B6FDE-B03C-6C64-8AE3-8BD1BF2F9E8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You could ask students to describe examples where organizational politics might hamper a firm</a:t>
            </a:r>
            <a:r>
              <a:rPr lang="en-US" altLang="ja-JP">
                <a:ea typeface="MS PGothic" panose="020B0600070205080204" pitchFamily="34" charset="-128"/>
                <a:cs typeface="Arial" panose="020B0604020202020204" pitchFamily="34" charset="0"/>
              </a:rPr>
              <a:t>’s ability to succeed, or examples where effectively managed organizational politics helps a company to undergo a smoother transition or make more intelligent decisions. Ask students to describe their personal experiences with </a:t>
            </a:r>
            <a:r>
              <a:rPr lang="ja-JP" altLang="en-US">
                <a:ea typeface="MS PGothic" panose="020B0600070205080204" pitchFamily="34" charset="-128"/>
                <a:cs typeface="Arial" panose="020B0604020202020204" pitchFamily="34" charset="0"/>
              </a:rPr>
              <a:t>“</a:t>
            </a:r>
            <a:r>
              <a:rPr lang="en-US" altLang="ja-JP">
                <a:ea typeface="MS PGothic" panose="020B0600070205080204" pitchFamily="34" charset="-128"/>
                <a:cs typeface="Arial" panose="020B0604020202020204" pitchFamily="34" charset="0"/>
              </a:rPr>
              <a:t>organizational politics.</a:t>
            </a:r>
            <a:r>
              <a:rPr lang="ja-JP" altLang="en-US">
                <a:ea typeface="MS PGothic" panose="020B0600070205080204" pitchFamily="34" charset="-128"/>
                <a:cs typeface="Arial" panose="020B0604020202020204" pitchFamily="34" charset="0"/>
              </a:rPr>
              <a:t>”</a:t>
            </a:r>
            <a:r>
              <a:rPr lang="en-US" altLang="ja-JP">
                <a:ea typeface="MS PGothic" panose="020B0600070205080204" pitchFamily="34" charset="-128"/>
                <a:cs typeface="Arial" panose="020B0604020202020204" pitchFamily="34" charset="0"/>
              </a:rPr>
              <a:t>  </a:t>
            </a:r>
          </a:p>
        </p:txBody>
      </p:sp>
      <p:sp>
        <p:nvSpPr>
          <p:cNvPr id="38916" name="Slide Number Placeholder 3">
            <a:extLst>
              <a:ext uri="{FF2B5EF4-FFF2-40B4-BE49-F238E27FC236}">
                <a16:creationId xmlns:a16="http://schemas.microsoft.com/office/drawing/2014/main" id="{84185F68-5D25-A7E5-32F6-5B0F21949E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EBDF096-EE18-4C9F-8011-DF655057B4DF}" type="slidenum">
              <a:rPr lang="en-US" altLang="en-US"/>
              <a:pPr/>
              <a:t>12</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B8D49290-06B2-2B69-A669-BC21200F18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4441ED60-8D21-4695-E3F6-B75728AE67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ja-JP" dirty="0">
              <a:ea typeface="MS PGothic" panose="020B0600070205080204" pitchFamily="34" charset="-128"/>
              <a:cs typeface="Arial" panose="020B0604020202020204" pitchFamily="34" charset="0"/>
            </a:endParaRPr>
          </a:p>
        </p:txBody>
      </p:sp>
      <p:sp>
        <p:nvSpPr>
          <p:cNvPr id="40964" name="Slide Number Placeholder 3">
            <a:extLst>
              <a:ext uri="{FF2B5EF4-FFF2-40B4-BE49-F238E27FC236}">
                <a16:creationId xmlns:a16="http://schemas.microsoft.com/office/drawing/2014/main" id="{746C41F6-C446-83EC-048A-2CBF0FF67A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E6BA78D-B3A8-4584-9264-CB2FF49EB60E}" type="slidenum">
              <a:rPr lang="en-US" altLang="en-US"/>
              <a:pPr/>
              <a:t>13</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F92B108D-53D2-CAA2-BCBC-0716B6F0B51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E87FCD9D-4330-1780-D29B-FE568C0F98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5060" name="Slide Number Placeholder 3">
            <a:extLst>
              <a:ext uri="{FF2B5EF4-FFF2-40B4-BE49-F238E27FC236}">
                <a16:creationId xmlns:a16="http://schemas.microsoft.com/office/drawing/2014/main" id="{26ECA93D-F0F5-2333-4DC6-05CD88DA88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C1F5AA9-1629-4424-9798-53F8BBEC3DED}" type="slidenum">
              <a:rPr lang="en-US" altLang="en-US"/>
              <a:pPr/>
              <a:t>14</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FE4FB7FD-FBC6-FB53-7FCC-B82D74D74E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5CF7E584-2E3F-00BC-440A-CB53557D7F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Figure 3.5, Page 86.</a:t>
            </a:r>
          </a:p>
          <a:p>
            <a:pPr eaLnBrk="1" hangingPunct="1">
              <a:spcBef>
                <a:spcPct val="0"/>
              </a:spcBef>
            </a:pPr>
            <a:r>
              <a:rPr lang="en-US" altLang="en-US"/>
              <a:t>Environments shape what organizations can do, but organizations can influence their environments and decide to change environments altogether. Information technology plays a critical role in helping organizations perceive environmental change and in helping organizations act on their environment.</a:t>
            </a:r>
          </a:p>
          <a:p>
            <a:pPr eaLnBrk="1" hangingPunct="1">
              <a:spcBef>
                <a:spcPct val="0"/>
              </a:spcBef>
            </a:pPr>
            <a:endParaRPr lang="en-US" altLang="en-US"/>
          </a:p>
          <a:p>
            <a:pPr eaLnBrk="1" hangingPunct="1">
              <a:spcBef>
                <a:spcPct val="0"/>
              </a:spcBef>
            </a:pPr>
            <a:r>
              <a:rPr lang="en-US" altLang="en-US"/>
              <a:t>This graphic further establishes information systems as the </a:t>
            </a:r>
            <a:r>
              <a:rPr lang="en-US" altLang="ja-JP">
                <a:ea typeface="MS PGothic" panose="020B0600070205080204" pitchFamily="34" charset="-128"/>
                <a:cs typeface="Arial" panose="020B0604020202020204" pitchFamily="34" charset="0"/>
              </a:rPr>
              <a:t>“lens” of the firm, observing external factors and filtering information back in to the firm. To some extent, organizations </a:t>
            </a:r>
            <a:r>
              <a:rPr lang="ja-JP" altLang="en-US">
                <a:ea typeface="MS PGothic" panose="020B0600070205080204" pitchFamily="34" charset="-128"/>
                <a:cs typeface="Arial" panose="020B0604020202020204" pitchFamily="34" charset="0"/>
              </a:rPr>
              <a:t>“</a:t>
            </a:r>
            <a:r>
              <a:rPr lang="en-US" altLang="ja-JP">
                <a:ea typeface="MS PGothic" panose="020B0600070205080204" pitchFamily="34" charset="-128"/>
                <a:cs typeface="Arial" panose="020B0604020202020204" pitchFamily="34" charset="0"/>
              </a:rPr>
              <a:t>see</a:t>
            </a:r>
            <a:r>
              <a:rPr lang="ja-JP" altLang="en-US">
                <a:ea typeface="MS PGothic" panose="020B0600070205080204" pitchFamily="34" charset="-128"/>
                <a:cs typeface="Arial" panose="020B0604020202020204" pitchFamily="34" charset="0"/>
              </a:rPr>
              <a:t>”</a:t>
            </a:r>
            <a:r>
              <a:rPr lang="en-US" altLang="ja-JP">
                <a:ea typeface="MS PGothic" panose="020B0600070205080204" pitchFamily="34" charset="-128"/>
                <a:cs typeface="Arial" panose="020B0604020202020204" pitchFamily="34" charset="0"/>
              </a:rPr>
              <a:t> only what their systems will let them see. If systems are poorly built, they may blind managers to difficulties and problems.  </a:t>
            </a:r>
            <a:endParaRPr lang="en-US" altLang="en-US"/>
          </a:p>
        </p:txBody>
      </p:sp>
      <p:sp>
        <p:nvSpPr>
          <p:cNvPr id="47108" name="Slide Number Placeholder 3">
            <a:extLst>
              <a:ext uri="{FF2B5EF4-FFF2-40B4-BE49-F238E27FC236}">
                <a16:creationId xmlns:a16="http://schemas.microsoft.com/office/drawing/2014/main" id="{FA01383D-C21D-914F-29D5-0D8A10DA96E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C865A66-131B-4573-BD52-D451C65968BE}" type="slidenum">
              <a:rPr lang="en-US" altLang="en-US"/>
              <a:pPr/>
              <a:t>15</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2ED1DB96-63D7-FC0E-862F-CAC4798D6D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CCBC269A-AFFE-1044-20E9-6E6BEF6EA6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9156" name="Slide Number Placeholder 3">
            <a:extLst>
              <a:ext uri="{FF2B5EF4-FFF2-40B4-BE49-F238E27FC236}">
                <a16:creationId xmlns:a16="http://schemas.microsoft.com/office/drawing/2014/main" id="{E4D46327-144B-07B7-8BF0-8944B75E1A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19C0464-D657-4D69-87B6-C2818DBEF16E}" type="slidenum">
              <a:rPr lang="en-US" altLang="en-US"/>
              <a:pPr/>
              <a:t>16</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CE26C4CE-8826-30D7-47AC-E59C65B770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427856BD-5695-5975-077A-0A73BA5BE0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1204" name="Slide Number Placeholder 3">
            <a:extLst>
              <a:ext uri="{FF2B5EF4-FFF2-40B4-BE49-F238E27FC236}">
                <a16:creationId xmlns:a16="http://schemas.microsoft.com/office/drawing/2014/main" id="{AD6BF3E9-66CF-06E6-7F40-E20E284D6C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93DEE2F-D072-407F-9B56-1FAB6F8B8C60}" type="slidenum">
              <a:rPr lang="en-US" altLang="en-US"/>
              <a:pPr/>
              <a:t>17</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4FDC9FA9-649F-0C7C-B208-DECE488453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3459AFF7-2DB8-CB58-FC40-FA1AB36FA7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3252" name="Slide Number Placeholder 3">
            <a:extLst>
              <a:ext uri="{FF2B5EF4-FFF2-40B4-BE49-F238E27FC236}">
                <a16:creationId xmlns:a16="http://schemas.microsoft.com/office/drawing/2014/main" id="{E7C2560B-B64B-843E-EA66-BD6D6DFA55C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640AD6A-D4A4-4F41-8059-86A5D1587E0D}" type="slidenum">
              <a:rPr lang="en-US" altLang="en-US"/>
              <a:pPr/>
              <a:t>18</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50EA6811-5AFE-F659-9C0D-F280DE7AF9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7A3C1FEB-DE25-A2C3-A582-BA27942017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IT figures to replace the function of more middle managers as time passes, as well as reduce the need for other forms of capital (buildings, machinery). Ensure that students understand what is meant by </a:t>
            </a:r>
            <a:r>
              <a:rPr lang="en-US" altLang="ja-JP">
                <a:ea typeface="MS PGothic" panose="020B0600070205080204" pitchFamily="34" charset="-128"/>
                <a:cs typeface="Arial" panose="020B0604020202020204" pitchFamily="34" charset="0"/>
              </a:rPr>
              <a:t>“economics of information” and why outsourcing is a possibility due to IT.</a:t>
            </a:r>
            <a:endParaRPr lang="en-US" altLang="en-US"/>
          </a:p>
        </p:txBody>
      </p:sp>
      <p:sp>
        <p:nvSpPr>
          <p:cNvPr id="57348" name="Slide Number Placeholder 3">
            <a:extLst>
              <a:ext uri="{FF2B5EF4-FFF2-40B4-BE49-F238E27FC236}">
                <a16:creationId xmlns:a16="http://schemas.microsoft.com/office/drawing/2014/main" id="{29B0056F-F785-527F-C06E-B8EADB8D93B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8FF8C60-919D-4EE8-9C67-524F954AE303}" type="slidenum">
              <a:rPr lang="en-US" altLang="en-US"/>
              <a:pPr/>
              <a:t>19</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6C93CD3E-8EA6-5A55-0176-C0890B87F8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0DFF0C9F-9011-AFBE-0DC3-0E94C569E6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9396" name="Slide Number Placeholder 3">
            <a:extLst>
              <a:ext uri="{FF2B5EF4-FFF2-40B4-BE49-F238E27FC236}">
                <a16:creationId xmlns:a16="http://schemas.microsoft.com/office/drawing/2014/main" id="{6911AD2D-0360-E38A-BFDF-BE5099DED1E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DEF9E16-3BB8-40D6-BE44-67910A8B0669}" type="slidenum">
              <a:rPr lang="en-US" altLang="en-US"/>
              <a:pPr/>
              <a:t>20</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186C8B99-6FF5-A2C9-357A-0D652A4C0E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a:extLst>
              <a:ext uri="{FF2B5EF4-FFF2-40B4-BE49-F238E27FC236}">
                <a16:creationId xmlns:a16="http://schemas.microsoft.com/office/drawing/2014/main" id="{1FD67896-400E-D234-6953-53F4199242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62468" name="Slide Number Placeholder 3">
            <a:extLst>
              <a:ext uri="{FF2B5EF4-FFF2-40B4-BE49-F238E27FC236}">
                <a16:creationId xmlns:a16="http://schemas.microsoft.com/office/drawing/2014/main" id="{770DDC37-E5A6-F087-65C8-9DA19F954BC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6A02D3F-0B35-41F1-88F4-2128D1688A9A}" type="slidenum">
              <a:rPr lang="en-US" altLang="en-US"/>
              <a:pPr/>
              <a:t>21</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CAC198E0-EB49-93AB-D02D-6D3AFC6311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A1DBB89E-9806-3DF4-F874-B03FAB9FC4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64516" name="Slide Number Placeholder 3">
            <a:extLst>
              <a:ext uri="{FF2B5EF4-FFF2-40B4-BE49-F238E27FC236}">
                <a16:creationId xmlns:a16="http://schemas.microsoft.com/office/drawing/2014/main" id="{7B4647BD-86AE-DB46-25B0-3B937E8624C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753B64B-D482-4FA2-8F09-77E806E64940}" type="slidenum">
              <a:rPr lang="en-US" altLang="en-US"/>
              <a:pPr/>
              <a:t>22</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300E426A-7AE0-DE75-5E79-4540FEA1B3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BED9282C-DA53-8422-38D9-82D5D0DEAE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Figure 3.6, Page 91</a:t>
            </a:r>
          </a:p>
          <a:p>
            <a:pPr eaLnBrk="1" hangingPunct="1">
              <a:spcBef>
                <a:spcPct val="0"/>
              </a:spcBef>
            </a:pPr>
            <a:r>
              <a:rPr lang="en-US" altLang="en-US"/>
              <a:t>Information systems can reduce the number of levels in an organization by providing managers with information to supervise larger numbers of workers and by giving lower-level employees more decision-making authority.</a:t>
            </a:r>
          </a:p>
          <a:p>
            <a:pPr eaLnBrk="1" hangingPunct="1">
              <a:spcBef>
                <a:spcPct val="0"/>
              </a:spcBef>
            </a:pPr>
            <a:endParaRPr lang="en-US" altLang="en-US"/>
          </a:p>
          <a:p>
            <a:pPr eaLnBrk="1" hangingPunct="1">
              <a:spcBef>
                <a:spcPct val="0"/>
              </a:spcBef>
            </a:pPr>
            <a:r>
              <a:rPr lang="en-US" altLang="en-US"/>
              <a:t>Ask students to explain some of the benefits of the flattened organization as opposed to the more complicated hierarchy in the top of the diagram. Information travels through fewer levels to its intended recipients; there are fewer managers, so agency costs are smaller, and firms can act faster (less decision delay).  </a:t>
            </a:r>
          </a:p>
        </p:txBody>
      </p:sp>
      <p:sp>
        <p:nvSpPr>
          <p:cNvPr id="66564" name="Slide Number Placeholder 3">
            <a:extLst>
              <a:ext uri="{FF2B5EF4-FFF2-40B4-BE49-F238E27FC236}">
                <a16:creationId xmlns:a16="http://schemas.microsoft.com/office/drawing/2014/main" id="{F5D716E5-A611-B176-5D65-8BAE4044A0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370DE33-19AB-4EDA-89C9-751315F26287}" type="slidenum">
              <a:rPr lang="en-US" altLang="en-US"/>
              <a:pPr/>
              <a:t>23</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0CBC06CF-347C-C4BA-7064-9C71387EAB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a:extLst>
              <a:ext uri="{FF2B5EF4-FFF2-40B4-BE49-F238E27FC236}">
                <a16:creationId xmlns:a16="http://schemas.microsoft.com/office/drawing/2014/main" id="{3B4F95F8-F226-9AE9-93AF-51DD12DE071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Explain what is meant by changes in culture and politics of the firm. For example, workers may resist changes that disrupt their routines. Also explain to students that as important as technical understanding of information systems may be for potential managers, it is equally important to understand the people and organizational structures and customs affected by information systems.</a:t>
            </a:r>
          </a:p>
          <a:p>
            <a:pPr eaLnBrk="1" hangingPunct="1">
              <a:spcBef>
                <a:spcPct val="0"/>
              </a:spcBef>
            </a:pPr>
            <a:endParaRPr lang="en-US" altLang="en-US"/>
          </a:p>
        </p:txBody>
      </p:sp>
      <p:sp>
        <p:nvSpPr>
          <p:cNvPr id="70660" name="Slide Number Placeholder 3">
            <a:extLst>
              <a:ext uri="{FF2B5EF4-FFF2-40B4-BE49-F238E27FC236}">
                <a16:creationId xmlns:a16="http://schemas.microsoft.com/office/drawing/2014/main" id="{00BBACD4-9BDB-32E7-6B5F-11A7A58223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F0E6602-2C73-4DA5-B085-10F76EDC3297}" type="slidenum">
              <a:rPr lang="en-US" altLang="en-US"/>
              <a:pPr/>
              <a:t>24</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5299BF74-25E9-6D53-71FF-AC1E595ECE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a:extLst>
              <a:ext uri="{FF2B5EF4-FFF2-40B4-BE49-F238E27FC236}">
                <a16:creationId xmlns:a16="http://schemas.microsoft.com/office/drawing/2014/main" id="{6D96FCF5-21CA-47E0-08E3-3319AF73C6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72708" name="Slide Number Placeholder 3">
            <a:extLst>
              <a:ext uri="{FF2B5EF4-FFF2-40B4-BE49-F238E27FC236}">
                <a16:creationId xmlns:a16="http://schemas.microsoft.com/office/drawing/2014/main" id="{4F076147-3ED8-639B-4849-6AA3437FAF8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DE21D56-2976-494D-BD65-144B865E0FC9}" type="slidenum">
              <a:rPr lang="en-US" altLang="en-US"/>
              <a:pPr/>
              <a:t>25</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7D471BD0-29BD-2B04-A18A-8F39F9B65A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809A812B-B6FD-9888-6408-B310FCF6C4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The Internet should also have a flattening effect on many organizations. Can students describe any businesses that have become more efficient and flat thanks to successful incorporation of the Internet in their operations? Some older students may remember the </a:t>
            </a:r>
            <a:r>
              <a:rPr lang="ja-JP" altLang="en-US">
                <a:ea typeface="MS PGothic" panose="020B0600070205080204" pitchFamily="34" charset="-128"/>
                <a:cs typeface="Arial" panose="020B0604020202020204" pitchFamily="34" charset="0"/>
              </a:rPr>
              <a:t>“</a:t>
            </a:r>
            <a:r>
              <a:rPr lang="en-US" altLang="ja-JP">
                <a:ea typeface="MS PGothic" panose="020B0600070205080204" pitchFamily="34" charset="-128"/>
                <a:cs typeface="Arial" panose="020B0604020202020204" pitchFamily="34" charset="0"/>
              </a:rPr>
              <a:t>bad old days</a:t>
            </a:r>
            <a:r>
              <a:rPr lang="ja-JP" altLang="en-US">
                <a:ea typeface="MS PGothic" panose="020B0600070205080204" pitchFamily="34" charset="-128"/>
                <a:cs typeface="Arial" panose="020B0604020202020204" pitchFamily="34" charset="0"/>
              </a:rPr>
              <a:t>”</a:t>
            </a:r>
            <a:r>
              <a:rPr lang="en-US" altLang="ja-JP">
                <a:ea typeface="MS PGothic" panose="020B0600070205080204" pitchFamily="34" charset="-128"/>
                <a:cs typeface="Arial" panose="020B0604020202020204" pitchFamily="34" charset="0"/>
              </a:rPr>
              <a:t> when seven or more levels of management needed to decide even simple issues in a typical firm. Many Fortune 1000 firms are still like this. </a:t>
            </a:r>
            <a:endParaRPr lang="en-US" altLang="en-US"/>
          </a:p>
          <a:p>
            <a:pPr eaLnBrk="1" hangingPunct="1">
              <a:spcBef>
                <a:spcPct val="0"/>
              </a:spcBef>
            </a:pPr>
            <a:endParaRPr lang="en-US" altLang="en-US"/>
          </a:p>
        </p:txBody>
      </p:sp>
      <p:sp>
        <p:nvSpPr>
          <p:cNvPr id="74756" name="Slide Number Placeholder 3">
            <a:extLst>
              <a:ext uri="{FF2B5EF4-FFF2-40B4-BE49-F238E27FC236}">
                <a16:creationId xmlns:a16="http://schemas.microsoft.com/office/drawing/2014/main" id="{C0E3AC15-183D-7C26-D63A-0DA8E70750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2EEE42-CC26-4597-BFBF-69A9A2F9E5A1}" type="slidenum">
              <a:rPr lang="en-US" altLang="en-US"/>
              <a:pPr/>
              <a:t>26</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90792B56-228B-F84F-0EAA-8DC1D8D80C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407469D9-E62A-2CD8-F549-DD083AEB110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80900" name="Slide Number Placeholder 3">
            <a:extLst>
              <a:ext uri="{FF2B5EF4-FFF2-40B4-BE49-F238E27FC236}">
                <a16:creationId xmlns:a16="http://schemas.microsoft.com/office/drawing/2014/main" id="{BC8B8271-4692-4F7F-51A7-CC55904E7FD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14CE949-51CB-4413-9B5A-5CC397489AEC}" type="slidenum">
              <a:rPr lang="en-US" altLang="en-US"/>
              <a:pPr/>
              <a:t>27</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7DD79917-ACAC-CCD1-D29F-A80A9CDC45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a:extLst>
              <a:ext uri="{FF2B5EF4-FFF2-40B4-BE49-F238E27FC236}">
                <a16:creationId xmlns:a16="http://schemas.microsoft.com/office/drawing/2014/main" id="{200D8F6F-F628-6379-3EFC-E7197F115B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Ask students to name different industries and describe the benefits and drawbacks of being a new market entrant in each industry.  </a:t>
            </a:r>
          </a:p>
        </p:txBody>
      </p:sp>
      <p:sp>
        <p:nvSpPr>
          <p:cNvPr id="82948" name="Slide Number Placeholder 3">
            <a:extLst>
              <a:ext uri="{FF2B5EF4-FFF2-40B4-BE49-F238E27FC236}">
                <a16:creationId xmlns:a16="http://schemas.microsoft.com/office/drawing/2014/main" id="{58B04DAA-9D9A-3B6E-D94D-22E8AC4921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CA7ED95-880B-4D2A-AA26-C744B057E197}" type="slidenum">
              <a:rPr lang="en-US" altLang="en-US"/>
              <a:pPr/>
              <a:t>28</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9C097A15-5397-D350-9DE1-58738F42B8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a:extLst>
              <a:ext uri="{FF2B5EF4-FFF2-40B4-BE49-F238E27FC236}">
                <a16:creationId xmlns:a16="http://schemas.microsoft.com/office/drawing/2014/main" id="{16D8F810-7B04-C885-BCB7-3904AB4754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Ask students to name different businesses and describe whether or not customers have great control over the business or vice versa, or whether substitute products are a large or insignificant threat to the success of the business.</a:t>
            </a:r>
          </a:p>
          <a:p>
            <a:pPr eaLnBrk="1" hangingPunct="1">
              <a:spcBef>
                <a:spcPct val="0"/>
              </a:spcBef>
            </a:pPr>
            <a:endParaRPr lang="en-US" altLang="en-US"/>
          </a:p>
        </p:txBody>
      </p:sp>
      <p:sp>
        <p:nvSpPr>
          <p:cNvPr id="84996" name="Slide Number Placeholder 3">
            <a:extLst>
              <a:ext uri="{FF2B5EF4-FFF2-40B4-BE49-F238E27FC236}">
                <a16:creationId xmlns:a16="http://schemas.microsoft.com/office/drawing/2014/main" id="{C9DC4B02-4E52-9A6A-8632-BDD0386E45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D9B1E49-794A-4F98-B72A-8CA57662CD67}" type="slidenum">
              <a:rPr lang="en-US" altLang="en-US"/>
              <a:pPr/>
              <a:t>29</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85A7BD3D-2273-7306-95BD-96C6F46376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a:extLst>
              <a:ext uri="{FF2B5EF4-FFF2-40B4-BE49-F238E27FC236}">
                <a16:creationId xmlns:a16="http://schemas.microsoft.com/office/drawing/2014/main" id="{689D1843-5E23-EF4E-F2AA-84336DB89F1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Figure 3.8, Page 96.</a:t>
            </a:r>
          </a:p>
          <a:p>
            <a:pPr eaLnBrk="1" hangingPunct="1">
              <a:spcBef>
                <a:spcPct val="0"/>
              </a:spcBef>
            </a:pPr>
            <a:r>
              <a:rPr lang="en-US" altLang="en-US"/>
              <a:t>In Porter’s competitive forces model, the strategic position of the firm and its strategies are determined not only by competition with its traditional direct competitors but also by four other forces in the industry’s environment: new market entrants, substitute products, customers, and suppliers.</a:t>
            </a:r>
          </a:p>
          <a:p>
            <a:pPr eaLnBrk="1" hangingPunct="1">
              <a:spcBef>
                <a:spcPct val="0"/>
              </a:spcBef>
            </a:pPr>
            <a:endParaRPr lang="en-US" altLang="en-US"/>
          </a:p>
          <a:p>
            <a:pPr eaLnBrk="1" hangingPunct="1">
              <a:spcBef>
                <a:spcPct val="0"/>
              </a:spcBef>
            </a:pPr>
            <a:r>
              <a:rPr lang="en-US" altLang="en-US"/>
              <a:t>Notice that in the graphic, competitors are represented differently than the other four competitive forces influencing a firm. Why do students think this is the case? One answer might be that competitors are firms in the same industry and are under similar pressures as other firms in the industry. </a:t>
            </a:r>
          </a:p>
        </p:txBody>
      </p:sp>
      <p:sp>
        <p:nvSpPr>
          <p:cNvPr id="87044" name="Slide Number Placeholder 3">
            <a:extLst>
              <a:ext uri="{FF2B5EF4-FFF2-40B4-BE49-F238E27FC236}">
                <a16:creationId xmlns:a16="http://schemas.microsoft.com/office/drawing/2014/main" id="{97B3CB7E-331D-E777-A38A-80D5368C3D9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4288B3B-9E57-4949-9A31-9CA0F139A94D}" type="slidenum">
              <a:rPr lang="en-US" altLang="en-US"/>
              <a:pPr/>
              <a:t>30</a:t>
            </a:fld>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2CCEF9EA-9241-F965-DFA8-9BF31F7B47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a:extLst>
              <a:ext uri="{FF2B5EF4-FFF2-40B4-BE49-F238E27FC236}">
                <a16:creationId xmlns:a16="http://schemas.microsoft.com/office/drawing/2014/main" id="{5347C1F5-72D8-B7A6-A298-14CEE20968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89092" name="Slide Number Placeholder 3">
            <a:extLst>
              <a:ext uri="{FF2B5EF4-FFF2-40B4-BE49-F238E27FC236}">
                <a16:creationId xmlns:a16="http://schemas.microsoft.com/office/drawing/2014/main" id="{4B550E96-273E-44B9-4D59-7E2EB747AE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65DE1B4-FEFC-4801-A449-24339539D10B}" type="slidenum">
              <a:rPr lang="en-US" altLang="en-US"/>
              <a:pPr/>
              <a:t>31</a:t>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CECA690C-A8E0-8861-04F0-21D27DA19F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a:extLst>
              <a:ext uri="{FF2B5EF4-FFF2-40B4-BE49-F238E27FC236}">
                <a16:creationId xmlns:a16="http://schemas.microsoft.com/office/drawing/2014/main" id="{A6FAF259-5768-1F80-F017-F2C83C686E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91140" name="Slide Number Placeholder 3">
            <a:extLst>
              <a:ext uri="{FF2B5EF4-FFF2-40B4-BE49-F238E27FC236}">
                <a16:creationId xmlns:a16="http://schemas.microsoft.com/office/drawing/2014/main" id="{A61C00D3-613E-5C32-DFBD-337FC000D76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418FBD0-56F2-4C8A-BFCE-F464E5E045F1}" type="slidenum">
              <a:rPr lang="en-US" altLang="en-US"/>
              <a:pPr/>
              <a:t>32</a:t>
            </a:fld>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325FA8E3-7B15-B02C-2F3D-88EBA3C42E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a:extLst>
              <a:ext uri="{FF2B5EF4-FFF2-40B4-BE49-F238E27FC236}">
                <a16:creationId xmlns:a16="http://schemas.microsoft.com/office/drawing/2014/main" id="{E08A5C3F-56AD-E514-571E-120C2523CAD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93188" name="Slide Number Placeholder 3">
            <a:extLst>
              <a:ext uri="{FF2B5EF4-FFF2-40B4-BE49-F238E27FC236}">
                <a16:creationId xmlns:a16="http://schemas.microsoft.com/office/drawing/2014/main" id="{7B638594-0A7A-7B2E-19E0-BEDF663A0B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3AD53B3-F468-47AE-AF38-B3CD28EDE85F}" type="slidenum">
              <a:rPr lang="en-US" altLang="en-US"/>
              <a:pPr/>
              <a:t>33</a:t>
            </a:fld>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900C2CC5-F61F-0BBC-749C-AA43DA983B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a:extLst>
              <a:ext uri="{FF2B5EF4-FFF2-40B4-BE49-F238E27FC236}">
                <a16:creationId xmlns:a16="http://schemas.microsoft.com/office/drawing/2014/main" id="{DD57BD79-2574-EC9C-9B2E-EC1B238625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95236" name="Slide Number Placeholder 3">
            <a:extLst>
              <a:ext uri="{FF2B5EF4-FFF2-40B4-BE49-F238E27FC236}">
                <a16:creationId xmlns:a16="http://schemas.microsoft.com/office/drawing/2014/main" id="{AA427BD3-7A92-BFE1-EC5E-E347E6B337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A8CF9F0-3394-4D5E-ABA9-A00C0EAA6A10}" type="slidenum">
              <a:rPr lang="en-US" altLang="en-US"/>
              <a:pPr/>
              <a:t>34</a:t>
            </a:fld>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5DFA9BE8-C2F5-DC26-F2E3-A0E02F1F87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a:extLst>
              <a:ext uri="{FF2B5EF4-FFF2-40B4-BE49-F238E27FC236}">
                <a16:creationId xmlns:a16="http://schemas.microsoft.com/office/drawing/2014/main" id="{962D3BF2-3C73-EE2D-D5CE-FC95F71F450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7284" name="Slide Number Placeholder 3">
            <a:extLst>
              <a:ext uri="{FF2B5EF4-FFF2-40B4-BE49-F238E27FC236}">
                <a16:creationId xmlns:a16="http://schemas.microsoft.com/office/drawing/2014/main" id="{39561B8C-E9A6-8F47-871C-CBCE912F76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6FFBBAB-F9CC-404D-8A37-775EC0774DD4}" type="slidenum">
              <a:rPr lang="en-US" altLang="en-US"/>
              <a:pPr/>
              <a:t>35</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233968D0-3879-7121-0C43-4E78101B72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a:extLst>
              <a:ext uri="{FF2B5EF4-FFF2-40B4-BE49-F238E27FC236}">
                <a16:creationId xmlns:a16="http://schemas.microsoft.com/office/drawing/2014/main" id="{86715ACD-C565-0860-FCE2-56D5DFCD56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How does the value chain model differ from the Porter model? (It offers more specific detail about what exactly to do to achieve competitive advantages.) How do primary activities differ from support activities?</a:t>
            </a:r>
          </a:p>
          <a:p>
            <a:pPr eaLnBrk="1" hangingPunct="1">
              <a:spcBef>
                <a:spcPct val="0"/>
              </a:spcBef>
            </a:pPr>
            <a:endParaRPr lang="en-US" altLang="en-US"/>
          </a:p>
        </p:txBody>
      </p:sp>
      <p:sp>
        <p:nvSpPr>
          <p:cNvPr id="101380" name="Slide Number Placeholder 3">
            <a:extLst>
              <a:ext uri="{FF2B5EF4-FFF2-40B4-BE49-F238E27FC236}">
                <a16:creationId xmlns:a16="http://schemas.microsoft.com/office/drawing/2014/main" id="{DADE951E-0D5A-8EA3-2B54-F8AC793474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2EE14AD-253D-43B4-9047-34E184B00178}" type="slidenum">
              <a:rPr lang="en-US" altLang="en-US"/>
              <a:pPr/>
              <a:t>36</a:t>
            </a:fld>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a:extLst>
              <a:ext uri="{FF2B5EF4-FFF2-40B4-BE49-F238E27FC236}">
                <a16:creationId xmlns:a16="http://schemas.microsoft.com/office/drawing/2014/main" id="{10DC028B-8598-3185-AE16-20AF0A37CD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a:extLst>
              <a:ext uri="{FF2B5EF4-FFF2-40B4-BE49-F238E27FC236}">
                <a16:creationId xmlns:a16="http://schemas.microsoft.com/office/drawing/2014/main" id="{83F99838-8A28-77A7-36B2-F446B8DA45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03428" name="Slide Number Placeholder 3">
            <a:extLst>
              <a:ext uri="{FF2B5EF4-FFF2-40B4-BE49-F238E27FC236}">
                <a16:creationId xmlns:a16="http://schemas.microsoft.com/office/drawing/2014/main" id="{09B338E6-7E39-C1F4-0DED-36671C025E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D7249E4-4FA6-42FB-91B3-3BB3B56897D1}" type="slidenum">
              <a:rPr lang="en-US" altLang="en-US"/>
              <a:pPr/>
              <a:t>37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fld id="{BAC41D58-05AD-4B55-89DB-7702265FB61D}" type="datetimeFigureOut">
              <a:rPr lang="en-US" smtClean="0"/>
              <a:pPr>
                <a:defRPr/>
              </a:pPr>
              <a:t>21/10/2024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B364EAB-C897-4BB7-9C59-B9F5AEE85146}" type="slidenum">
              <a:rPr lang="en-US" altLang="en-US" smtClean="0"/>
              <a:pPr/>
              <a:t>‹#›</a:t>
            </a:fld>
            <a:endParaRPr lang="en-US" altLang="en-US"/>
          </a:p>
        </p:txBody>
      </p:sp>
    </p:spTree>
    <p:extLst>
      <p:ext uri="{BB962C8B-B14F-4D97-AF65-F5344CB8AC3E}">
        <p14:creationId xmlns:p14="http://schemas.microsoft.com/office/powerpoint/2010/main" val="3827723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222AA2EE-7552-45FF-9EE0-3F79BC3CAE2D}" type="datetimeFigureOut">
              <a:rPr lang="en-US" smtClean="0"/>
              <a:pPr>
                <a:defRPr/>
              </a:pPr>
              <a:t>21/10/2024</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95BCA81-BF7E-4871-B82E-BD8D4055C99F}" type="slidenum">
              <a:rPr lang="en-US" altLang="en-US" smtClean="0"/>
              <a:pPr/>
              <a:t>‹#›</a:t>
            </a:fld>
            <a:endParaRPr lang="en-US" altLang="en-US"/>
          </a:p>
        </p:txBody>
      </p:sp>
    </p:spTree>
    <p:extLst>
      <p:ext uri="{BB962C8B-B14F-4D97-AF65-F5344CB8AC3E}">
        <p14:creationId xmlns:p14="http://schemas.microsoft.com/office/powerpoint/2010/main" val="404600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fld id="{802C4FB7-FC3B-4C2A-9892-CF76AD387517}" type="datetimeFigureOut">
              <a:rPr lang="en-US" smtClean="0"/>
              <a:pPr>
                <a:defRPr/>
              </a:pPr>
              <a:t>21/10/2024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0215EE3-8317-4016-A4EC-B755BF4FA229}" type="slidenum">
              <a:rPr lang="en-US" altLang="en-US" smtClean="0"/>
              <a:pPr/>
              <a:t>‹#›</a:t>
            </a:fld>
            <a:endParaRPr lang="en-US" altLang="en-US"/>
          </a:p>
        </p:txBody>
      </p:sp>
    </p:spTree>
    <p:extLst>
      <p:ext uri="{BB962C8B-B14F-4D97-AF65-F5344CB8AC3E}">
        <p14:creationId xmlns:p14="http://schemas.microsoft.com/office/powerpoint/2010/main" val="1260799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A0018E90-59DA-4095-9239-9DD51287CCFD}" type="datetimeFigureOut">
              <a:rPr lang="en-US" smtClean="0"/>
              <a:pPr>
                <a:defRPr/>
              </a:pPr>
              <a:t>21/10/2024</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DF5FE3A1-7B45-4864-8B04-ECB49B79CC9B}" type="slidenum">
              <a:rPr lang="en-US" altLang="en-US" smtClean="0"/>
              <a:pPr/>
              <a:t>‹#›</a:t>
            </a:fld>
            <a:endParaRPr lang="en-US" altLang="en-US"/>
          </a:p>
        </p:txBody>
      </p:sp>
    </p:spTree>
    <p:extLst>
      <p:ext uri="{BB962C8B-B14F-4D97-AF65-F5344CB8AC3E}">
        <p14:creationId xmlns:p14="http://schemas.microsoft.com/office/powerpoint/2010/main" val="828321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A0018E90-59DA-4095-9239-9DD51287CCFD}" type="datetimeFigureOut">
              <a:rPr lang="en-US" smtClean="0"/>
              <a:pPr>
                <a:defRPr/>
              </a:pPr>
              <a:t>21/10/2024</a:t>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DF5FE3A1-7B45-4864-8B04-ECB49B79CC9B}" type="slidenum">
              <a:rPr lang="en-US" altLang="en-US" smtClean="0"/>
              <a:pPr/>
              <a:t>‹#›</a:t>
            </a:fld>
            <a:endParaRPr lang="en-US" altLang="en-US"/>
          </a:p>
        </p:txBody>
      </p:sp>
    </p:spTree>
    <p:extLst>
      <p:ext uri="{BB962C8B-B14F-4D97-AF65-F5344CB8AC3E}">
        <p14:creationId xmlns:p14="http://schemas.microsoft.com/office/powerpoint/2010/main" val="891992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D79C87A9-AA3E-44A3-B9AC-A5FC0810A4E0}" type="datetimeFigureOut">
              <a:rPr lang="en-US" smtClean="0"/>
              <a:pPr>
                <a:defRPr/>
              </a:pPr>
              <a:t>21/10/2024</a:t>
            </a:fld>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1CD9DAC4-FE92-4623-83D9-00260274A2AF}" type="slidenum">
              <a:rPr lang="en-US" altLang="en-US" smtClean="0"/>
              <a:pPr/>
              <a:t>‹#›</a:t>
            </a:fld>
            <a:endParaRPr lang="en-US" altLang="en-US"/>
          </a:p>
        </p:txBody>
      </p:sp>
    </p:spTree>
    <p:extLst>
      <p:ext uri="{BB962C8B-B14F-4D97-AF65-F5344CB8AC3E}">
        <p14:creationId xmlns:p14="http://schemas.microsoft.com/office/powerpoint/2010/main" val="2015724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63579970-65C2-4E12-B694-EB6937A76C41}" type="datetimeFigureOut">
              <a:rPr lang="en-US" smtClean="0"/>
              <a:pPr>
                <a:defRPr/>
              </a:pPr>
              <a:t>21/10/2024</a:t>
            </a:fld>
            <a:endParaRPr lang="en-US" dirty="0"/>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9AE1E2A6-E2C4-463B-9AC5-37AB7D912C66}" type="slidenum">
              <a:rPr lang="en-US" altLang="en-US" smtClean="0"/>
              <a:pPr/>
              <a:t>‹#›</a:t>
            </a:fld>
            <a:endParaRPr lang="en-US" altLang="en-US"/>
          </a:p>
        </p:txBody>
      </p:sp>
      <p:pic>
        <p:nvPicPr>
          <p:cNvPr id="5" name="Picture 8" descr="Pearson Logo">
            <a:extLst>
              <a:ext uri="{FF2B5EF4-FFF2-40B4-BE49-F238E27FC236}">
                <a16:creationId xmlns:a16="http://schemas.microsoft.com/office/drawing/2014/main" id="{A8013813-2D09-227A-E5CF-BEA1F7CDFE2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0063"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7B111F3F-B1AE-50CB-EF22-800977C04234}"/>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IN" altLang="en-US" sz="700" b="1"/>
              <a:t>Copyright © 2018 Pearson Education Ltd.</a:t>
            </a:r>
            <a:endParaRPr lang="en-US" altLang="en-US" sz="700" b="1"/>
          </a:p>
        </p:txBody>
      </p:sp>
    </p:spTree>
    <p:extLst>
      <p:ext uri="{BB962C8B-B14F-4D97-AF65-F5344CB8AC3E}">
        <p14:creationId xmlns:p14="http://schemas.microsoft.com/office/powerpoint/2010/main" val="2521282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pPr>
              <a:defRPr/>
            </a:pPr>
            <a:fld id="{A0018E90-59DA-4095-9239-9DD51287CCFD}" type="datetimeFigureOut">
              <a:rPr lang="en-US" smtClean="0"/>
              <a:pPr>
                <a:defRPr/>
              </a:pPr>
              <a:t>21/10/2024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F5FE3A1-7B45-4864-8B04-ECB49B79CC9B}" type="slidenum">
              <a:rPr lang="en-US" altLang="en-US" smtClean="0"/>
              <a:pPr/>
              <a:t>‹#›</a:t>
            </a:fld>
            <a:endParaRPr lang="en-US" altLang="en-US"/>
          </a:p>
        </p:txBody>
      </p:sp>
    </p:spTree>
    <p:extLst>
      <p:ext uri="{BB962C8B-B14F-4D97-AF65-F5344CB8AC3E}">
        <p14:creationId xmlns:p14="http://schemas.microsoft.com/office/powerpoint/2010/main" val="2916465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0018E90-59DA-4095-9239-9DD51287CCFD}" type="datetimeFigureOut">
              <a:rPr lang="en-US" smtClean="0"/>
              <a:pPr>
                <a:defRPr/>
              </a:pPr>
              <a:t>21/10/2024</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DF5FE3A1-7B45-4864-8B04-ECB49B79CC9B}" type="slidenum">
              <a:rPr lang="en-US" altLang="en-US" smtClean="0"/>
              <a:pPr/>
              <a:t>‹#›</a:t>
            </a:fld>
            <a:endParaRPr lang="en-US" altLang="en-US"/>
          </a:p>
        </p:txBody>
      </p:sp>
    </p:spTree>
    <p:extLst>
      <p:ext uri="{BB962C8B-B14F-4D97-AF65-F5344CB8AC3E}">
        <p14:creationId xmlns:p14="http://schemas.microsoft.com/office/powerpoint/2010/main" val="2959815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A0018E90-59DA-4095-9239-9DD51287CCFD}" type="datetimeFigureOut">
              <a:rPr lang="en-US" smtClean="0"/>
              <a:pPr>
                <a:defRPr/>
              </a:pPr>
              <a:t>21/10/2024</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F5FE3A1-7B45-4864-8B04-ECB49B79CC9B}" type="slidenum">
              <a:rPr lang="en-US" altLang="en-US" smtClean="0"/>
              <a:pPr/>
              <a:t>‹#›</a:t>
            </a:fld>
            <a:endParaRPr lang="en-US" altLang="en-US"/>
          </a:p>
        </p:txBody>
      </p:sp>
    </p:spTree>
    <p:extLst>
      <p:ext uri="{BB962C8B-B14F-4D97-AF65-F5344CB8AC3E}">
        <p14:creationId xmlns:p14="http://schemas.microsoft.com/office/powerpoint/2010/main" val="3294024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pPr>
              <a:defRPr/>
            </a:pPr>
            <a:fld id="{A0018E90-59DA-4095-9239-9DD51287CCFD}" type="datetimeFigureOut">
              <a:rPr lang="en-US" smtClean="0"/>
              <a:pPr>
                <a:defRPr/>
              </a:pPr>
              <a:t>21/10/2024</a:t>
            </a:fld>
            <a:endParaRPr lang="en-US" dirty="0"/>
          </a:p>
        </p:txBody>
      </p:sp>
      <p:sp>
        <p:nvSpPr>
          <p:cNvPr id="5" name="Footer Placeholder 4"/>
          <p:cNvSpPr>
            <a:spLocks noGrp="1"/>
          </p:cNvSpPr>
          <p:nvPr>
            <p:ph type="ftr" sz="quarter" idx="11"/>
          </p:nvPr>
        </p:nvSpPr>
        <p:spPr>
          <a:xfrm>
            <a:off x="581192" y="5951810"/>
            <a:ext cx="5922209" cy="365125"/>
          </a:xfrm>
        </p:spPr>
        <p:txBody>
          <a:body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F5FE3A1-7B45-4864-8B04-ECB49B79CC9B}" type="slidenum">
              <a:rPr lang="en-US" altLang="en-US" smtClean="0"/>
              <a:pPr/>
              <a:t>‹#›</a:t>
            </a:fld>
            <a:endParaRPr lang="en-US" altLang="en-US"/>
          </a:p>
        </p:txBody>
      </p:sp>
    </p:spTree>
    <p:extLst>
      <p:ext uri="{BB962C8B-B14F-4D97-AF65-F5344CB8AC3E}">
        <p14:creationId xmlns:p14="http://schemas.microsoft.com/office/powerpoint/2010/main" val="3150155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hapter Opener">
    <p:spTree>
      <p:nvGrpSpPr>
        <p:cNvPr id="1" name=""/>
        <p:cNvGrpSpPr/>
        <p:nvPr/>
      </p:nvGrpSpPr>
      <p:grpSpPr>
        <a:xfrm>
          <a:off x="0" y="0"/>
          <a:ext cx="0" cy="0"/>
          <a:chOff x="0" y="0"/>
          <a:chExt cx="0" cy="0"/>
        </a:xfrm>
      </p:grpSpPr>
      <p:pic>
        <p:nvPicPr>
          <p:cNvPr id="2" name="Picture 8" descr="Pearson Logo">
            <a:extLst>
              <a:ext uri="{FF2B5EF4-FFF2-40B4-BE49-F238E27FC236}">
                <a16:creationId xmlns:a16="http://schemas.microsoft.com/office/drawing/2014/main" id="{8E2C889F-FF9A-7F56-8B01-0ADE8FB82E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F027B9B1-6EB4-560F-0C2E-9960E61C4ACE}"/>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IN" altLang="en-US" sz="700" b="1"/>
              <a:t>Copyright © 2018 Pearson Education Ltd.</a:t>
            </a:r>
            <a:endParaRPr lang="en-US" altLang="en-US" sz="700" b="1"/>
          </a:p>
        </p:txBody>
      </p:sp>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p:nvPr>
        </p:nvSpPr>
        <p:spPr>
          <a:xfrm>
            <a:off x="457200" y="816430"/>
            <a:ext cx="8229600" cy="478970"/>
          </a:xfrm>
        </p:spPr>
        <p:txBody>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9" name="Text Placeholder 8"/>
          <p:cNvSpPr>
            <a:spLocks noGrp="1"/>
          </p:cNvSpPr>
          <p:nvPr>
            <p:ph type="body" sz="quarter" idx="14"/>
          </p:nvPr>
        </p:nvSpPr>
        <p:spPr>
          <a:xfrm>
            <a:off x="5029200" y="1600201"/>
            <a:ext cx="3657600" cy="1600199"/>
          </a:xfrm>
        </p:spPr>
        <p:txBody>
          <a:bodyPr anchor="b"/>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a:t>Click to edit Master text styles</a:t>
            </a:r>
          </a:p>
        </p:txBody>
      </p:sp>
      <p:sp>
        <p:nvSpPr>
          <p:cNvPr id="10" name="Text Placeholder 8"/>
          <p:cNvSpPr>
            <a:spLocks noGrp="1"/>
          </p:cNvSpPr>
          <p:nvPr>
            <p:ph type="body" sz="quarter" idx="15"/>
          </p:nvPr>
        </p:nvSpPr>
        <p:spPr>
          <a:xfrm>
            <a:off x="5029200" y="3200400"/>
            <a:ext cx="3657600" cy="2925763"/>
          </a:xfrm>
        </p:spPr>
        <p:txBody>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Click to edit Master text styles</a:t>
            </a:r>
          </a:p>
        </p:txBody>
      </p:sp>
      <p:sp>
        <p:nvSpPr>
          <p:cNvPr id="4" name="Footer Placeholder 2">
            <a:extLst>
              <a:ext uri="{FF2B5EF4-FFF2-40B4-BE49-F238E27FC236}">
                <a16:creationId xmlns:a16="http://schemas.microsoft.com/office/drawing/2014/main" id="{56077121-D282-23C8-568F-9BF5AD0950D3}"/>
              </a:ext>
            </a:extLst>
          </p:cNvPr>
          <p:cNvSpPr>
            <a:spLocks noGrp="1"/>
          </p:cNvSpPr>
          <p:nvPr>
            <p:ph type="ftr" sz="quarter" idx="16"/>
          </p:nvPr>
        </p:nvSpPr>
        <p:spPr>
          <a:xfrm>
            <a:off x="93663" y="6165850"/>
            <a:ext cx="8596312" cy="234950"/>
          </a:xfrm>
        </p:spPr>
        <p:txBody>
          <a:bodyPr/>
          <a:lstStyle>
            <a:lvl1pPr>
              <a:defRPr/>
            </a:lvl1pPr>
          </a:lstStyle>
          <a:p>
            <a:pPr>
              <a:defRPr/>
            </a:pPr>
            <a:endParaRPr lang="en-US"/>
          </a:p>
        </p:txBody>
      </p:sp>
      <p:sp>
        <p:nvSpPr>
          <p:cNvPr id="5" name="Date Placeholder 3">
            <a:extLst>
              <a:ext uri="{FF2B5EF4-FFF2-40B4-BE49-F238E27FC236}">
                <a16:creationId xmlns:a16="http://schemas.microsoft.com/office/drawing/2014/main" id="{A53D4AE3-4256-57B4-5090-CA8030E3BE71}"/>
              </a:ext>
            </a:extLst>
          </p:cNvPr>
          <p:cNvSpPr>
            <a:spLocks noGrp="1"/>
          </p:cNvSpPr>
          <p:nvPr>
            <p:ph type="dt" sz="half" idx="17"/>
          </p:nvPr>
        </p:nvSpPr>
        <p:spPr/>
        <p:txBody>
          <a:bodyPr/>
          <a:lstStyle>
            <a:lvl1pPr>
              <a:defRPr/>
            </a:lvl1pPr>
          </a:lstStyle>
          <a:p>
            <a:pPr>
              <a:defRPr/>
            </a:pPr>
            <a:fld id="{E766881E-1FC9-41B6-92A0-38029A7E5EF8}" type="datetimeFigureOut">
              <a:rPr lang="en-US"/>
              <a:pPr>
                <a:defRPr/>
              </a:pPr>
              <a:t>21/10/2024</a:t>
            </a:fld>
            <a:endParaRPr lang="en-US" dirty="0"/>
          </a:p>
        </p:txBody>
      </p:sp>
      <p:sp>
        <p:nvSpPr>
          <p:cNvPr id="6" name="Slide Number Placeholder 4">
            <a:extLst>
              <a:ext uri="{FF2B5EF4-FFF2-40B4-BE49-F238E27FC236}">
                <a16:creationId xmlns:a16="http://schemas.microsoft.com/office/drawing/2014/main" id="{168D5738-B076-E445-5CB4-3B532FE2477E}"/>
              </a:ext>
            </a:extLst>
          </p:cNvPr>
          <p:cNvSpPr>
            <a:spLocks noGrp="1"/>
          </p:cNvSpPr>
          <p:nvPr>
            <p:ph type="sldNum" sz="quarter" idx="18"/>
          </p:nvPr>
        </p:nvSpPr>
        <p:spPr/>
        <p:txBody>
          <a:bodyPr/>
          <a:lstStyle>
            <a:lvl1pPr>
              <a:defRPr/>
            </a:lvl1pPr>
          </a:lstStyle>
          <a:p>
            <a:fld id="{76D52670-94CA-4B08-9B3A-876B5CBDA117}" type="slidenum">
              <a:rPr lang="en-US" altLang="en-US"/>
              <a:pPr/>
              <a:t>‹#›</a:t>
            </a:fld>
            <a:endParaRPr lang="en-US" altLang="en-US"/>
          </a:p>
        </p:txBody>
      </p:sp>
    </p:spTree>
    <p:extLst>
      <p:ext uri="{BB962C8B-B14F-4D97-AF65-F5344CB8AC3E}">
        <p14:creationId xmlns:p14="http://schemas.microsoft.com/office/powerpoint/2010/main" val="252480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Footer Placeholder 4">
            <a:extLst>
              <a:ext uri="{FF2B5EF4-FFF2-40B4-BE49-F238E27FC236}">
                <a16:creationId xmlns:a16="http://schemas.microsoft.com/office/drawing/2014/main" id="{E0AB6286-9495-C74B-FE17-271EB02F78EC}"/>
              </a:ext>
            </a:extLst>
          </p:cNvPr>
          <p:cNvSpPr>
            <a:spLocks noGrp="1"/>
          </p:cNvSpPr>
          <p:nvPr>
            <p:ph type="ftr" sz="quarter" idx="10"/>
          </p:nvPr>
        </p:nvSpPr>
        <p:spPr/>
        <p:txBody>
          <a:bodyPr/>
          <a:lstStyle>
            <a:lvl1pPr>
              <a:defRPr/>
            </a:lvl1pPr>
          </a:lstStyle>
          <a:p>
            <a:pPr>
              <a:defRPr/>
            </a:pPr>
            <a:endParaRPr lang="en-US"/>
          </a:p>
        </p:txBody>
      </p:sp>
      <p:sp>
        <p:nvSpPr>
          <p:cNvPr id="4" name="Date Placeholder 3">
            <a:extLst>
              <a:ext uri="{FF2B5EF4-FFF2-40B4-BE49-F238E27FC236}">
                <a16:creationId xmlns:a16="http://schemas.microsoft.com/office/drawing/2014/main" id="{1978AF85-BAD5-D969-7B45-DAFF14EDD58D}"/>
              </a:ext>
            </a:extLst>
          </p:cNvPr>
          <p:cNvSpPr>
            <a:spLocks noGrp="1"/>
          </p:cNvSpPr>
          <p:nvPr>
            <p:ph type="dt" sz="half" idx="11"/>
          </p:nvPr>
        </p:nvSpPr>
        <p:spPr/>
        <p:txBody>
          <a:bodyPr/>
          <a:lstStyle>
            <a:lvl1pPr>
              <a:defRPr/>
            </a:lvl1pPr>
          </a:lstStyle>
          <a:p>
            <a:pPr>
              <a:defRPr/>
            </a:pPr>
            <a:fld id="{6BD87C0F-806B-45D4-964E-3A4F652BCA26}" type="datetimeFigureOut">
              <a:rPr lang="en-US"/>
              <a:pPr>
                <a:defRPr/>
              </a:pPr>
              <a:t>21/10/2024</a:t>
            </a:fld>
            <a:endParaRPr lang="en-US" dirty="0"/>
          </a:p>
        </p:txBody>
      </p:sp>
      <p:sp>
        <p:nvSpPr>
          <p:cNvPr id="5" name="Slide Number Placeholder 5">
            <a:extLst>
              <a:ext uri="{FF2B5EF4-FFF2-40B4-BE49-F238E27FC236}">
                <a16:creationId xmlns:a16="http://schemas.microsoft.com/office/drawing/2014/main" id="{1157F325-5EFD-B955-2C10-410D30B47222}"/>
              </a:ext>
            </a:extLst>
          </p:cNvPr>
          <p:cNvSpPr>
            <a:spLocks noGrp="1"/>
          </p:cNvSpPr>
          <p:nvPr>
            <p:ph type="sldNum" sz="quarter" idx="12"/>
          </p:nvPr>
        </p:nvSpPr>
        <p:spPr/>
        <p:txBody>
          <a:bodyPr/>
          <a:lstStyle>
            <a:lvl1pPr>
              <a:defRPr/>
            </a:lvl1pPr>
          </a:lstStyle>
          <a:p>
            <a:fld id="{156E562C-7E58-4A1A-B264-EFD2AE484F0B}" type="slidenum">
              <a:rPr lang="en-US" altLang="en-US"/>
              <a:pPr/>
              <a:t>‹#›</a:t>
            </a:fld>
            <a:endParaRPr lang="en-US" altLang="en-US"/>
          </a:p>
        </p:txBody>
      </p:sp>
    </p:spTree>
    <p:extLst>
      <p:ext uri="{BB962C8B-B14F-4D97-AF65-F5344CB8AC3E}">
        <p14:creationId xmlns:p14="http://schemas.microsoft.com/office/powerpoint/2010/main" val="2729362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pic>
        <p:nvPicPr>
          <p:cNvPr id="2" name="Picture 8" descr="Pearson Logo">
            <a:extLst>
              <a:ext uri="{FF2B5EF4-FFF2-40B4-BE49-F238E27FC236}">
                <a16:creationId xmlns:a16="http://schemas.microsoft.com/office/drawing/2014/main" id="{08778C83-8911-E4B0-EEED-D949CCA86A4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0063"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9DC3147C-EF13-92AF-36EB-07E795F6EFCB}"/>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IN" altLang="en-US" sz="700" b="1"/>
              <a:t>Copyright © 2018 Pearson Education Ltd.</a:t>
            </a:r>
            <a:endParaRPr lang="en-US" altLang="en-US" sz="700" b="1"/>
          </a:p>
        </p:txBody>
      </p:sp>
      <p:sp>
        <p:nvSpPr>
          <p:cNvPr id="8" name="Title 7"/>
          <p:cNvSpPr>
            <a:spLocks noGrp="1"/>
          </p:cNvSpPr>
          <p:nvPr>
            <p:ph type="title"/>
          </p:nvPr>
        </p:nvSpPr>
        <p:spPr>
          <a:xfrm>
            <a:off x="457200" y="228600"/>
            <a:ext cx="8229600" cy="1066800"/>
          </a:xfrm>
        </p:spPr>
        <p:txBody>
          <a:bodyPr anchor="t"/>
          <a:lstStyle>
            <a:lvl1pPr>
              <a:defRPr sz="3400">
                <a:solidFill>
                  <a:srgbClr val="007FA3"/>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a:t>Click to edit Master text styles</a:t>
            </a:r>
          </a:p>
        </p:txBody>
      </p:sp>
      <p:sp>
        <p:nvSpPr>
          <p:cNvPr id="4" name="Footer Placeholder 2">
            <a:extLst>
              <a:ext uri="{FF2B5EF4-FFF2-40B4-BE49-F238E27FC236}">
                <a16:creationId xmlns:a16="http://schemas.microsoft.com/office/drawing/2014/main" id="{C3E70BAD-A792-7175-0D24-EFF978622BBC}"/>
              </a:ext>
            </a:extLst>
          </p:cNvPr>
          <p:cNvSpPr>
            <a:spLocks noGrp="1"/>
          </p:cNvSpPr>
          <p:nvPr>
            <p:ph type="ftr" sz="quarter" idx="14"/>
          </p:nvPr>
        </p:nvSpPr>
        <p:spPr/>
        <p:txBody>
          <a:bodyPr/>
          <a:lstStyle>
            <a:lvl1pPr>
              <a:defRPr/>
            </a:lvl1pPr>
          </a:lstStyle>
          <a:p>
            <a:pPr>
              <a:defRPr/>
            </a:pPr>
            <a:endParaRPr lang="en-US"/>
          </a:p>
        </p:txBody>
      </p:sp>
      <p:sp>
        <p:nvSpPr>
          <p:cNvPr id="5" name="Date Placeholder 1">
            <a:extLst>
              <a:ext uri="{FF2B5EF4-FFF2-40B4-BE49-F238E27FC236}">
                <a16:creationId xmlns:a16="http://schemas.microsoft.com/office/drawing/2014/main" id="{D6DD261E-6DA5-5653-A47A-E1286EBAAC44}"/>
              </a:ext>
            </a:extLst>
          </p:cNvPr>
          <p:cNvSpPr>
            <a:spLocks noGrp="1"/>
          </p:cNvSpPr>
          <p:nvPr>
            <p:ph type="dt" sz="half" idx="15"/>
          </p:nvPr>
        </p:nvSpPr>
        <p:spPr/>
        <p:txBody>
          <a:bodyPr/>
          <a:lstStyle>
            <a:lvl1pPr>
              <a:defRPr>
                <a:solidFill>
                  <a:schemeClr val="tx1"/>
                </a:solidFill>
              </a:defRPr>
            </a:lvl1pPr>
          </a:lstStyle>
          <a:p>
            <a:pPr>
              <a:defRPr/>
            </a:pPr>
            <a:fld id="{E09A81B8-B5EF-4B86-A5B3-4D8F6E4F1BB4}" type="datetimeFigureOut">
              <a:rPr lang="en-US"/>
              <a:pPr>
                <a:defRPr/>
              </a:pPr>
              <a:t>21/10/2024</a:t>
            </a:fld>
            <a:endParaRPr lang="en-US" dirty="0"/>
          </a:p>
        </p:txBody>
      </p:sp>
      <p:sp>
        <p:nvSpPr>
          <p:cNvPr id="6" name="Slide Number Placeholder 3">
            <a:extLst>
              <a:ext uri="{FF2B5EF4-FFF2-40B4-BE49-F238E27FC236}">
                <a16:creationId xmlns:a16="http://schemas.microsoft.com/office/drawing/2014/main" id="{A4C65132-3057-7CD8-DCF0-34847F4119A5}"/>
              </a:ext>
            </a:extLst>
          </p:cNvPr>
          <p:cNvSpPr>
            <a:spLocks noGrp="1"/>
          </p:cNvSpPr>
          <p:nvPr>
            <p:ph type="sldNum" sz="quarter" idx="16"/>
          </p:nvPr>
        </p:nvSpPr>
        <p:spPr/>
        <p:txBody>
          <a:bodyPr/>
          <a:lstStyle>
            <a:lvl1pPr>
              <a:defRPr>
                <a:solidFill>
                  <a:schemeClr val="tx1"/>
                </a:solidFill>
              </a:defRPr>
            </a:lvl1pPr>
          </a:lstStyle>
          <a:p>
            <a:fld id="{2CE9D01B-B633-438D-8C6F-1B9198B1A2A5}" type="slidenum">
              <a:rPr lang="en-US" altLang="en-US"/>
              <a:pPr/>
              <a:t>‹#›</a:t>
            </a:fld>
            <a:endParaRPr lang="en-US" altLang="en-US"/>
          </a:p>
        </p:txBody>
      </p:sp>
    </p:spTree>
    <p:extLst>
      <p:ext uri="{BB962C8B-B14F-4D97-AF65-F5344CB8AC3E}">
        <p14:creationId xmlns:p14="http://schemas.microsoft.com/office/powerpoint/2010/main" val="809469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p:nvPr>
        </p:nvSpPr>
        <p:spPr>
          <a:xfrm>
            <a:off x="457200" y="816430"/>
            <a:ext cx="8229600" cy="402770"/>
          </a:xfrm>
        </p:spPr>
        <p:txBody>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Footer Placeholder 4">
            <a:extLst>
              <a:ext uri="{FF2B5EF4-FFF2-40B4-BE49-F238E27FC236}">
                <a16:creationId xmlns:a16="http://schemas.microsoft.com/office/drawing/2014/main" id="{5D4F0F4E-2446-F2C9-3B11-2AE7F038ED74}"/>
              </a:ext>
            </a:extLst>
          </p:cNvPr>
          <p:cNvSpPr>
            <a:spLocks noGrp="1"/>
          </p:cNvSpPr>
          <p:nvPr>
            <p:ph type="ftr" sz="quarter" idx="15"/>
          </p:nvPr>
        </p:nvSpPr>
        <p:spPr/>
        <p:txBody>
          <a:bodyPr/>
          <a:lstStyle>
            <a:lvl1pPr>
              <a:defRPr/>
            </a:lvl1pPr>
          </a:lstStyle>
          <a:p>
            <a:pPr>
              <a:defRPr/>
            </a:pPr>
            <a:endParaRPr lang="en-US"/>
          </a:p>
        </p:txBody>
      </p:sp>
      <p:sp>
        <p:nvSpPr>
          <p:cNvPr id="3" name="Date Placeholder 3">
            <a:extLst>
              <a:ext uri="{FF2B5EF4-FFF2-40B4-BE49-F238E27FC236}">
                <a16:creationId xmlns:a16="http://schemas.microsoft.com/office/drawing/2014/main" id="{1039D6D0-93EE-408B-3C0D-041D3B1D088C}"/>
              </a:ext>
            </a:extLst>
          </p:cNvPr>
          <p:cNvSpPr>
            <a:spLocks noGrp="1"/>
          </p:cNvSpPr>
          <p:nvPr>
            <p:ph type="dt" sz="half" idx="16"/>
          </p:nvPr>
        </p:nvSpPr>
        <p:spPr/>
        <p:txBody>
          <a:bodyPr/>
          <a:lstStyle>
            <a:lvl1pPr>
              <a:defRPr/>
            </a:lvl1pPr>
          </a:lstStyle>
          <a:p>
            <a:pPr>
              <a:defRPr/>
            </a:pPr>
            <a:fld id="{ACEA2134-445B-4DB8-A84C-6E45D4F17DC8}" type="datetimeFigureOut">
              <a:rPr lang="en-US"/>
              <a:pPr>
                <a:defRPr/>
              </a:pPr>
              <a:t>21/10/2024</a:t>
            </a:fld>
            <a:endParaRPr lang="en-US" dirty="0"/>
          </a:p>
        </p:txBody>
      </p:sp>
      <p:sp>
        <p:nvSpPr>
          <p:cNvPr id="4" name="Slide Number Placeholder 5">
            <a:extLst>
              <a:ext uri="{FF2B5EF4-FFF2-40B4-BE49-F238E27FC236}">
                <a16:creationId xmlns:a16="http://schemas.microsoft.com/office/drawing/2014/main" id="{5EE3C00D-E71A-054C-8CF7-2EBC06BB66D7}"/>
              </a:ext>
            </a:extLst>
          </p:cNvPr>
          <p:cNvSpPr>
            <a:spLocks noGrp="1"/>
          </p:cNvSpPr>
          <p:nvPr>
            <p:ph type="sldNum" sz="quarter" idx="17"/>
          </p:nvPr>
        </p:nvSpPr>
        <p:spPr/>
        <p:txBody>
          <a:bodyPr/>
          <a:lstStyle>
            <a:lvl1pPr>
              <a:defRPr/>
            </a:lvl1pPr>
          </a:lstStyle>
          <a:p>
            <a:fld id="{BC50C70A-3F20-4CFD-8B9D-BA893108193A}" type="slidenum">
              <a:rPr lang="en-US" altLang="en-US"/>
              <a:pPr/>
              <a:t>‹#›</a:t>
            </a:fld>
            <a:endParaRPr lang="en-US" altLang="en-US"/>
          </a:p>
        </p:txBody>
      </p:sp>
    </p:spTree>
    <p:extLst>
      <p:ext uri="{BB962C8B-B14F-4D97-AF65-F5344CB8AC3E}">
        <p14:creationId xmlns:p14="http://schemas.microsoft.com/office/powerpoint/2010/main" val="31416707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000"/>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Footer Placeholder 4">
            <a:extLst>
              <a:ext uri="{FF2B5EF4-FFF2-40B4-BE49-F238E27FC236}">
                <a16:creationId xmlns:a16="http://schemas.microsoft.com/office/drawing/2014/main" id="{46DF72F2-133C-47D4-9492-5200A5C52CBA}"/>
              </a:ext>
            </a:extLst>
          </p:cNvPr>
          <p:cNvSpPr>
            <a:spLocks noGrp="1"/>
          </p:cNvSpPr>
          <p:nvPr>
            <p:ph type="ftr" sz="quarter" idx="10"/>
          </p:nvPr>
        </p:nvSpPr>
        <p:spPr/>
        <p:txBody>
          <a:bodyPr/>
          <a:lstStyle>
            <a:lvl1pPr>
              <a:defRPr/>
            </a:lvl1pPr>
          </a:lstStyle>
          <a:p>
            <a:pPr>
              <a:defRPr/>
            </a:pPr>
            <a:endParaRPr lang="en-US"/>
          </a:p>
        </p:txBody>
      </p:sp>
      <p:sp>
        <p:nvSpPr>
          <p:cNvPr id="4" name="Date Placeholder 3">
            <a:extLst>
              <a:ext uri="{FF2B5EF4-FFF2-40B4-BE49-F238E27FC236}">
                <a16:creationId xmlns:a16="http://schemas.microsoft.com/office/drawing/2014/main" id="{74E38A8C-C7C0-1CFB-9408-0F5290B43A8B}"/>
              </a:ext>
            </a:extLst>
          </p:cNvPr>
          <p:cNvSpPr>
            <a:spLocks noGrp="1"/>
          </p:cNvSpPr>
          <p:nvPr>
            <p:ph type="dt" sz="half" idx="11"/>
          </p:nvPr>
        </p:nvSpPr>
        <p:spPr/>
        <p:txBody>
          <a:bodyPr/>
          <a:lstStyle>
            <a:lvl1pPr>
              <a:defRPr/>
            </a:lvl1pPr>
          </a:lstStyle>
          <a:p>
            <a:pPr>
              <a:defRPr/>
            </a:pPr>
            <a:fld id="{222AA2EE-7552-45FF-9EE0-3F79BC3CAE2D}" type="datetimeFigureOut">
              <a:rPr lang="en-US"/>
              <a:pPr>
                <a:defRPr/>
              </a:pPr>
              <a:t>21/10/2024</a:t>
            </a:fld>
            <a:endParaRPr lang="en-US" dirty="0"/>
          </a:p>
        </p:txBody>
      </p:sp>
      <p:sp>
        <p:nvSpPr>
          <p:cNvPr id="5" name="Slide Number Placeholder 5">
            <a:extLst>
              <a:ext uri="{FF2B5EF4-FFF2-40B4-BE49-F238E27FC236}">
                <a16:creationId xmlns:a16="http://schemas.microsoft.com/office/drawing/2014/main" id="{D0E32827-AA95-8584-AD43-F998D23F77A6}"/>
              </a:ext>
            </a:extLst>
          </p:cNvPr>
          <p:cNvSpPr>
            <a:spLocks noGrp="1"/>
          </p:cNvSpPr>
          <p:nvPr>
            <p:ph type="sldNum" sz="quarter" idx="12"/>
          </p:nvPr>
        </p:nvSpPr>
        <p:spPr/>
        <p:txBody>
          <a:bodyPr/>
          <a:lstStyle>
            <a:lvl1pPr>
              <a:defRPr/>
            </a:lvl1pPr>
          </a:lstStyle>
          <a:p>
            <a:fld id="{895BCA81-BF7E-4871-B82E-BD8D4055C99F}" type="slidenum">
              <a:rPr lang="en-US" altLang="en-US"/>
              <a:pPr/>
              <a:t>‹#›</a:t>
            </a:fld>
            <a:endParaRPr lang="en-US" altLang="en-US"/>
          </a:p>
        </p:txBody>
      </p:sp>
    </p:spTree>
    <p:extLst>
      <p:ext uri="{BB962C8B-B14F-4D97-AF65-F5344CB8AC3E}">
        <p14:creationId xmlns:p14="http://schemas.microsoft.com/office/powerpoint/2010/main" val="40008383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4">
            <a:extLst>
              <a:ext uri="{FF2B5EF4-FFF2-40B4-BE49-F238E27FC236}">
                <a16:creationId xmlns:a16="http://schemas.microsoft.com/office/drawing/2014/main" id="{27634DE6-AA41-8CCF-9EAB-D986F5268C13}"/>
              </a:ext>
            </a:extLst>
          </p:cNvPr>
          <p:cNvSpPr>
            <a:spLocks noGrp="1"/>
          </p:cNvSpPr>
          <p:nvPr>
            <p:ph type="ftr" sz="quarter" idx="14"/>
          </p:nvPr>
        </p:nvSpPr>
        <p:spPr/>
        <p:txBody>
          <a:bodyPr/>
          <a:lstStyle>
            <a:lvl1pPr>
              <a:defRPr/>
            </a:lvl1pPr>
          </a:lstStyle>
          <a:p>
            <a:pPr>
              <a:defRPr/>
            </a:pPr>
            <a:endParaRPr lang="en-US"/>
          </a:p>
        </p:txBody>
      </p:sp>
      <p:sp>
        <p:nvSpPr>
          <p:cNvPr id="4" name="Date Placeholder 3">
            <a:extLst>
              <a:ext uri="{FF2B5EF4-FFF2-40B4-BE49-F238E27FC236}">
                <a16:creationId xmlns:a16="http://schemas.microsoft.com/office/drawing/2014/main" id="{FDBE77CE-5C06-8FB1-2C3D-A432F1A9DBA2}"/>
              </a:ext>
            </a:extLst>
          </p:cNvPr>
          <p:cNvSpPr>
            <a:spLocks noGrp="1"/>
          </p:cNvSpPr>
          <p:nvPr>
            <p:ph type="dt" sz="half" idx="15"/>
          </p:nvPr>
        </p:nvSpPr>
        <p:spPr/>
        <p:txBody>
          <a:bodyPr/>
          <a:lstStyle>
            <a:lvl1pPr>
              <a:defRPr/>
            </a:lvl1pPr>
          </a:lstStyle>
          <a:p>
            <a:pPr>
              <a:defRPr/>
            </a:pPr>
            <a:fld id="{62D9746C-DDC5-435C-9568-E455C07A46AE}" type="datetimeFigureOut">
              <a:rPr lang="en-US"/>
              <a:pPr>
                <a:defRPr/>
              </a:pPr>
              <a:t>21/10/2024</a:t>
            </a:fld>
            <a:endParaRPr lang="en-US" dirty="0"/>
          </a:p>
        </p:txBody>
      </p:sp>
      <p:sp>
        <p:nvSpPr>
          <p:cNvPr id="5" name="Slide Number Placeholder 5">
            <a:extLst>
              <a:ext uri="{FF2B5EF4-FFF2-40B4-BE49-F238E27FC236}">
                <a16:creationId xmlns:a16="http://schemas.microsoft.com/office/drawing/2014/main" id="{8B2EE72F-74FD-A932-3F4B-9D6B4922A334}"/>
              </a:ext>
            </a:extLst>
          </p:cNvPr>
          <p:cNvSpPr>
            <a:spLocks noGrp="1"/>
          </p:cNvSpPr>
          <p:nvPr>
            <p:ph type="sldNum" sz="quarter" idx="16"/>
          </p:nvPr>
        </p:nvSpPr>
        <p:spPr/>
        <p:txBody>
          <a:bodyPr/>
          <a:lstStyle>
            <a:lvl1pPr>
              <a:defRPr/>
            </a:lvl1pPr>
          </a:lstStyle>
          <a:p>
            <a:fld id="{4F32298B-2D13-414E-BD00-EB4217F9758F}" type="slidenum">
              <a:rPr lang="en-US" altLang="en-US"/>
              <a:pPr/>
              <a:t>‹#›</a:t>
            </a:fld>
            <a:endParaRPr lang="en-US" altLang="en-US"/>
          </a:p>
        </p:txBody>
      </p:sp>
    </p:spTree>
    <p:extLst>
      <p:ext uri="{BB962C8B-B14F-4D97-AF65-F5344CB8AC3E}">
        <p14:creationId xmlns:p14="http://schemas.microsoft.com/office/powerpoint/2010/main" val="25870521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2" name="Footer Placeholder 4">
            <a:extLst>
              <a:ext uri="{FF2B5EF4-FFF2-40B4-BE49-F238E27FC236}">
                <a16:creationId xmlns:a16="http://schemas.microsoft.com/office/drawing/2014/main" id="{2BB0F95A-40AA-FA10-F5F1-C68A549243EF}"/>
              </a:ext>
            </a:extLst>
          </p:cNvPr>
          <p:cNvSpPr>
            <a:spLocks noGrp="1"/>
          </p:cNvSpPr>
          <p:nvPr>
            <p:ph type="ftr" sz="quarter" idx="10"/>
          </p:nvPr>
        </p:nvSpPr>
        <p:spPr/>
        <p:txBody>
          <a:bodyPr/>
          <a:lstStyle>
            <a:lvl1pPr>
              <a:defRPr/>
            </a:lvl1pPr>
          </a:lstStyle>
          <a:p>
            <a:pPr>
              <a:defRPr/>
            </a:pPr>
            <a:endParaRPr lang="en-US"/>
          </a:p>
        </p:txBody>
      </p:sp>
      <p:sp>
        <p:nvSpPr>
          <p:cNvPr id="3" name="Date Placeholder 3">
            <a:extLst>
              <a:ext uri="{FF2B5EF4-FFF2-40B4-BE49-F238E27FC236}">
                <a16:creationId xmlns:a16="http://schemas.microsoft.com/office/drawing/2014/main" id="{AB83B6DD-EEFF-1007-0C7A-F2EE5FD7B608}"/>
              </a:ext>
            </a:extLst>
          </p:cNvPr>
          <p:cNvSpPr>
            <a:spLocks noGrp="1"/>
          </p:cNvSpPr>
          <p:nvPr>
            <p:ph type="dt" sz="half" idx="11"/>
          </p:nvPr>
        </p:nvSpPr>
        <p:spPr/>
        <p:txBody>
          <a:bodyPr/>
          <a:lstStyle>
            <a:lvl1pPr>
              <a:defRPr/>
            </a:lvl1pPr>
          </a:lstStyle>
          <a:p>
            <a:pPr>
              <a:defRPr/>
            </a:pPr>
            <a:fld id="{D79C87A9-AA3E-44A3-B9AC-A5FC0810A4E0}" type="datetimeFigureOut">
              <a:rPr lang="en-US"/>
              <a:pPr>
                <a:defRPr/>
              </a:pPr>
              <a:t>21/10/2024</a:t>
            </a:fld>
            <a:endParaRPr lang="en-US" dirty="0"/>
          </a:p>
        </p:txBody>
      </p:sp>
      <p:sp>
        <p:nvSpPr>
          <p:cNvPr id="4" name="Slide Number Placeholder 5">
            <a:extLst>
              <a:ext uri="{FF2B5EF4-FFF2-40B4-BE49-F238E27FC236}">
                <a16:creationId xmlns:a16="http://schemas.microsoft.com/office/drawing/2014/main" id="{C9772D92-C96A-A875-C13B-4C062CD6763A}"/>
              </a:ext>
            </a:extLst>
          </p:cNvPr>
          <p:cNvSpPr>
            <a:spLocks noGrp="1"/>
          </p:cNvSpPr>
          <p:nvPr>
            <p:ph type="sldNum" sz="quarter" idx="12"/>
          </p:nvPr>
        </p:nvSpPr>
        <p:spPr/>
        <p:txBody>
          <a:bodyPr/>
          <a:lstStyle>
            <a:lvl1pPr>
              <a:defRPr/>
            </a:lvl1pPr>
          </a:lstStyle>
          <a:p>
            <a:fld id="{1CD9DAC4-FE92-4623-83D9-00260274A2AF}" type="slidenum">
              <a:rPr lang="en-US" altLang="en-US"/>
              <a:pPr/>
              <a:t>‹#›</a:t>
            </a:fld>
            <a:endParaRPr lang="en-US" altLang="en-US"/>
          </a:p>
        </p:txBody>
      </p:sp>
    </p:spTree>
    <p:extLst>
      <p:ext uri="{BB962C8B-B14F-4D97-AF65-F5344CB8AC3E}">
        <p14:creationId xmlns:p14="http://schemas.microsoft.com/office/powerpoint/2010/main" val="5817268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2" name="Picture 8" descr="Pearson Logo">
            <a:extLst>
              <a:ext uri="{FF2B5EF4-FFF2-40B4-BE49-F238E27FC236}">
                <a16:creationId xmlns:a16="http://schemas.microsoft.com/office/drawing/2014/main" id="{3774842B-DA3D-A758-841B-6360B187A0D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0063"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F8A916B0-C190-326F-73AD-5F47B41EEADE}"/>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IN" altLang="en-US" sz="700" b="1"/>
              <a:t>Copyright © 2018 Pearson Education Ltd.</a:t>
            </a:r>
            <a:endParaRPr lang="en-US" altLang="en-US" sz="700" b="1"/>
          </a:p>
        </p:txBody>
      </p:sp>
      <p:sp>
        <p:nvSpPr>
          <p:cNvPr id="4" name="Footer Placeholder 2">
            <a:extLst>
              <a:ext uri="{FF2B5EF4-FFF2-40B4-BE49-F238E27FC236}">
                <a16:creationId xmlns:a16="http://schemas.microsoft.com/office/drawing/2014/main" id="{14E8B1A5-7A9B-77AE-4D11-8723238AC60F}"/>
              </a:ext>
            </a:extLst>
          </p:cNvPr>
          <p:cNvSpPr>
            <a:spLocks noGrp="1"/>
          </p:cNvSpPr>
          <p:nvPr>
            <p:ph type="ftr" sz="quarter" idx="10"/>
          </p:nvPr>
        </p:nvSpPr>
        <p:spPr/>
        <p:txBody>
          <a:bodyPr/>
          <a:lstStyle>
            <a:lvl1pPr>
              <a:defRPr/>
            </a:lvl1pPr>
          </a:lstStyle>
          <a:p>
            <a:pPr>
              <a:defRPr/>
            </a:pPr>
            <a:endParaRPr lang="en-US"/>
          </a:p>
        </p:txBody>
      </p:sp>
      <p:sp>
        <p:nvSpPr>
          <p:cNvPr id="5" name="Date Placeholder 1">
            <a:extLst>
              <a:ext uri="{FF2B5EF4-FFF2-40B4-BE49-F238E27FC236}">
                <a16:creationId xmlns:a16="http://schemas.microsoft.com/office/drawing/2014/main" id="{0FDA5CD7-B8A4-270E-92B1-74984FC994C1}"/>
              </a:ext>
            </a:extLst>
          </p:cNvPr>
          <p:cNvSpPr>
            <a:spLocks noGrp="1"/>
          </p:cNvSpPr>
          <p:nvPr>
            <p:ph type="dt" sz="half" idx="11"/>
          </p:nvPr>
        </p:nvSpPr>
        <p:spPr/>
        <p:txBody>
          <a:bodyPr/>
          <a:lstStyle>
            <a:lvl1pPr>
              <a:defRPr>
                <a:solidFill>
                  <a:schemeClr val="tx1"/>
                </a:solidFill>
              </a:defRPr>
            </a:lvl1pPr>
          </a:lstStyle>
          <a:p>
            <a:pPr>
              <a:defRPr/>
            </a:pPr>
            <a:fld id="{63579970-65C2-4E12-B694-EB6937A76C41}" type="datetimeFigureOut">
              <a:rPr lang="en-US"/>
              <a:pPr>
                <a:defRPr/>
              </a:pPr>
              <a:t>21/10/2024</a:t>
            </a:fld>
            <a:endParaRPr lang="en-US" dirty="0"/>
          </a:p>
        </p:txBody>
      </p:sp>
      <p:sp>
        <p:nvSpPr>
          <p:cNvPr id="6" name="Slide Number Placeholder 3">
            <a:extLst>
              <a:ext uri="{FF2B5EF4-FFF2-40B4-BE49-F238E27FC236}">
                <a16:creationId xmlns:a16="http://schemas.microsoft.com/office/drawing/2014/main" id="{458A596F-C3EA-742B-6C28-21F9C94AEFBB}"/>
              </a:ext>
            </a:extLst>
          </p:cNvPr>
          <p:cNvSpPr>
            <a:spLocks noGrp="1"/>
          </p:cNvSpPr>
          <p:nvPr>
            <p:ph type="sldNum" sz="quarter" idx="12"/>
          </p:nvPr>
        </p:nvSpPr>
        <p:spPr/>
        <p:txBody>
          <a:bodyPr/>
          <a:lstStyle>
            <a:lvl1pPr>
              <a:defRPr>
                <a:solidFill>
                  <a:schemeClr val="tx1"/>
                </a:solidFill>
              </a:defRPr>
            </a:lvl1pPr>
          </a:lstStyle>
          <a:p>
            <a:fld id="{9AE1E2A6-E2C4-463B-9AC5-37AB7D912C66}" type="slidenum">
              <a:rPr lang="en-US" altLang="en-US"/>
              <a:pPr/>
              <a:t>‹#›</a:t>
            </a:fld>
            <a:endParaRPr lang="en-US" altLang="en-US"/>
          </a:p>
        </p:txBody>
      </p:sp>
    </p:spTree>
    <p:extLst>
      <p:ext uri="{BB962C8B-B14F-4D97-AF65-F5344CB8AC3E}">
        <p14:creationId xmlns:p14="http://schemas.microsoft.com/office/powerpoint/2010/main" val="1629765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pPr>
              <a:defRPr/>
            </a:pPr>
            <a:fld id="{A0018E90-59DA-4095-9239-9DD51287CCFD}" type="datetimeFigureOut">
              <a:rPr lang="en-US" smtClean="0"/>
              <a:pPr>
                <a:defRPr/>
              </a:pPr>
              <a:t>21/10/2024</a:t>
            </a:fld>
            <a:endParaRPr lang="en-US" dirty="0"/>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pPr>
              <a:defRPr/>
            </a:pPr>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DF5FE3A1-7B45-4864-8B04-ECB49B79CC9B}" type="slidenum">
              <a:rPr lang="en-US" altLang="en-US" smtClean="0"/>
              <a:pPr/>
              <a:t>‹#›</a:t>
            </a:fld>
            <a:endParaRPr lang="en-US" alt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pic>
        <p:nvPicPr>
          <p:cNvPr id="7" name="Picture 6" descr="Pearson Logo">
            <a:extLst>
              <a:ext uri="{FF2B5EF4-FFF2-40B4-BE49-F238E27FC236}">
                <a16:creationId xmlns:a16="http://schemas.microsoft.com/office/drawing/2014/main" id="{3706BCC9-B57C-64A7-EAD5-8325981DB221}"/>
              </a:ext>
            </a:extLst>
          </p:cNvPr>
          <p:cNvPicPr>
            <a:picLocks noChangeAspect="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457200"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8A7D1DD-9B2C-0C92-8C02-5F05E4E8BE55}"/>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IN" altLang="en-US" sz="700" b="1"/>
              <a:t>Copyright © 2018 Pearson Education Ltd.</a:t>
            </a:r>
            <a:endParaRPr lang="en-US" altLang="en-US" sz="700" b="1"/>
          </a:p>
        </p:txBody>
      </p:sp>
    </p:spTree>
    <p:extLst>
      <p:ext uri="{BB962C8B-B14F-4D97-AF65-F5344CB8AC3E}">
        <p14:creationId xmlns:p14="http://schemas.microsoft.com/office/powerpoint/2010/main" val="2783567227"/>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2" r:id="rId14"/>
    <p:sldLayoutId id="2147483816" r:id="rId15"/>
    <p:sldLayoutId id="2147483817" r:id="rId16"/>
    <p:sldLayoutId id="2147483820" r:id="rId17"/>
    <p:sldLayoutId id="2147483822" r:id="rId18"/>
    <p:sldLayoutId id="2147483826" r:id="rId19"/>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SUe-tSabKag&amp;t=115s"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hyperlink" Target="https://www.youtube.com/watch?v=yVd-qTiExpg"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E532695-382F-8BC6-83BA-7091F1FB83B1}"/>
              </a:ext>
            </a:extLst>
          </p:cNvPr>
          <p:cNvSpPr>
            <a:spLocks noGrp="1"/>
          </p:cNvSpPr>
          <p:nvPr>
            <p:ph type="title"/>
          </p:nvPr>
        </p:nvSpPr>
        <p:spPr/>
        <p:txBody>
          <a:bodyPr>
            <a:normAutofit fontScale="90000"/>
          </a:bodyPr>
          <a:lstStyle/>
          <a:p>
            <a:pPr eaLnBrk="1" hangingPunct="1"/>
            <a:r>
              <a:rPr lang="en-US" altLang="en-US" dirty="0"/>
              <a:t>Management Information Systems: Managing the Digital Firm</a:t>
            </a:r>
          </a:p>
        </p:txBody>
      </p:sp>
      <p:sp>
        <p:nvSpPr>
          <p:cNvPr id="8196" name="Text Placeholder 3">
            <a:extLst>
              <a:ext uri="{FF2B5EF4-FFF2-40B4-BE49-F238E27FC236}">
                <a16:creationId xmlns:a16="http://schemas.microsoft.com/office/drawing/2014/main" id="{A8E070B1-318B-2BFC-D314-349C6D93C627}"/>
              </a:ext>
            </a:extLst>
          </p:cNvPr>
          <p:cNvSpPr>
            <a:spLocks noGrp="1"/>
          </p:cNvSpPr>
          <p:nvPr>
            <p:ph type="body" sz="quarter" idx="14"/>
          </p:nvPr>
        </p:nvSpPr>
        <p:spPr bwMode="auto">
          <a:xfrm>
            <a:off x="382089" y="685800"/>
            <a:ext cx="3657600" cy="1600199"/>
          </a:xfrm>
        </p:spPr>
        <p:txBody>
          <a:bodyPr wrap="square" numCol="1" anchorCtr="0" compatLnSpc="1">
            <a:prstTxWarp prst="textNoShape">
              <a:avLst/>
            </a:prstTxWarp>
          </a:bodyPr>
          <a:lstStyle/>
          <a:p>
            <a:pPr eaLnBrk="1" hangingPunct="1">
              <a:spcBef>
                <a:spcPct val="0"/>
              </a:spcBef>
            </a:pPr>
            <a:r>
              <a:rPr lang="en-US" altLang="en-US" dirty="0"/>
              <a:t>Chapter 3</a:t>
            </a:r>
          </a:p>
        </p:txBody>
      </p:sp>
      <p:sp>
        <p:nvSpPr>
          <p:cNvPr id="5" name="Text Placeholder 4">
            <a:extLst>
              <a:ext uri="{FF2B5EF4-FFF2-40B4-BE49-F238E27FC236}">
                <a16:creationId xmlns:a16="http://schemas.microsoft.com/office/drawing/2014/main" id="{22D189C9-BD14-5FC3-496E-B2705B7E9B1B}"/>
              </a:ext>
            </a:extLst>
          </p:cNvPr>
          <p:cNvSpPr>
            <a:spLocks noGrp="1"/>
          </p:cNvSpPr>
          <p:nvPr>
            <p:ph type="body" sz="quarter" idx="15"/>
          </p:nvPr>
        </p:nvSpPr>
        <p:spPr>
          <a:xfrm>
            <a:off x="349432" y="1219199"/>
            <a:ext cx="2496094" cy="2925763"/>
          </a:xfrm>
        </p:spPr>
        <p:txBody>
          <a:bodyPr/>
          <a:lstStyle/>
          <a:p>
            <a:pPr eaLnBrk="1" fontAlgn="auto" hangingPunct="1">
              <a:spcAft>
                <a:spcPts val="0"/>
              </a:spcAft>
              <a:defRPr/>
            </a:pPr>
            <a:endParaRPr lang="en-US" altLang="en-US" sz="2000" dirty="0">
              <a:effectLst>
                <a:outerShdw blurRad="38100" dist="38100" dir="2700000" algn="tl">
                  <a:srgbClr val="C0C0C0"/>
                </a:outerShdw>
              </a:effectLst>
            </a:endParaRPr>
          </a:p>
          <a:p>
            <a:pPr eaLnBrk="1" fontAlgn="auto" hangingPunct="1">
              <a:spcAft>
                <a:spcPts val="0"/>
              </a:spcAft>
              <a:defRPr/>
            </a:pPr>
            <a:r>
              <a:rPr lang="en-US" altLang="en-US" sz="2000" dirty="0">
                <a:effectLst>
                  <a:outerShdw blurRad="38100" dist="38100" dir="2700000" algn="tl">
                    <a:srgbClr val="C0C0C0"/>
                  </a:outerShdw>
                </a:effectLst>
              </a:rPr>
              <a:t>Information Systems,  Organizations, and Strategy</a:t>
            </a:r>
            <a:endParaRPr lang="en-US" sz="2000" dirty="0"/>
          </a:p>
        </p:txBody>
      </p:sp>
      <p:pic>
        <p:nvPicPr>
          <p:cNvPr id="1026" name="Picture 2" descr="erp system requirements checklist Archives - Iskandarnote.com">
            <a:extLst>
              <a:ext uri="{FF2B5EF4-FFF2-40B4-BE49-F238E27FC236}">
                <a16:creationId xmlns:a16="http://schemas.microsoft.com/office/drawing/2014/main" id="{E3DFE891-13A4-E404-8978-BED27E9DC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7431" y="526786"/>
            <a:ext cx="5397137" cy="53971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earning Objectives">
            <a:extLst>
              <a:ext uri="{FF2B5EF4-FFF2-40B4-BE49-F238E27FC236}">
                <a16:creationId xmlns:a16="http://schemas.microsoft.com/office/drawing/2014/main" id="{79C97770-820E-CEAB-0129-A4A5DF9F2D6D}"/>
              </a:ext>
            </a:extLst>
          </p:cNvPr>
          <p:cNvSpPr>
            <a:spLocks noGrp="1"/>
          </p:cNvSpPr>
          <p:nvPr>
            <p:ph type="title"/>
          </p:nvPr>
        </p:nvSpPr>
        <p:spPr/>
        <p:txBody>
          <a:bodyPr/>
          <a:lstStyle/>
          <a:p>
            <a:pPr eaLnBrk="1" hangingPunct="1"/>
            <a:r>
              <a:rPr lang="en-US" altLang="en-US" dirty="0">
                <a:solidFill>
                  <a:schemeClr val="tx1"/>
                </a:solidFill>
              </a:rPr>
              <a:t>Learning Objectives</a:t>
            </a:r>
          </a:p>
        </p:txBody>
      </p:sp>
      <p:sp>
        <p:nvSpPr>
          <p:cNvPr id="9219" name="Learning Objective List">
            <a:extLst>
              <a:ext uri="{FF2B5EF4-FFF2-40B4-BE49-F238E27FC236}">
                <a16:creationId xmlns:a16="http://schemas.microsoft.com/office/drawing/2014/main" id="{145C4C80-2613-9473-3750-FD1F47B87575}"/>
              </a:ext>
            </a:extLst>
          </p:cNvPr>
          <p:cNvSpPr>
            <a:spLocks noGrp="1"/>
          </p:cNvSpPr>
          <p:nvPr>
            <p:ph idx="1"/>
          </p:nvPr>
        </p:nvSpPr>
        <p:spPr bwMode="auto">
          <a:xfrm>
            <a:off x="457200" y="2057400"/>
            <a:ext cx="7989752" cy="3630794"/>
          </a:xfrm>
        </p:spPr>
        <p:txBody>
          <a:bodyPr wrap="square" numCol="1" anchor="t" anchorCtr="0" compatLnSpc="1">
            <a:prstTxWarp prst="textNoShape">
              <a:avLst/>
            </a:prstTxWarp>
          </a:bodyPr>
          <a:lstStyle/>
          <a:p>
            <a:pPr marL="117475" indent="-117475" eaLnBrk="1" hangingPunct="1"/>
            <a:r>
              <a:rPr lang="en-US" altLang="en-US" b="1" dirty="0">
                <a:solidFill>
                  <a:srgbClr val="007FA3"/>
                </a:solidFill>
              </a:rPr>
              <a:t>3-1</a:t>
            </a:r>
            <a:r>
              <a:rPr lang="en-US" altLang="en-US" dirty="0"/>
              <a:t> Which features of organizations do managers need to know about to build and use information systems successfully?</a:t>
            </a:r>
          </a:p>
          <a:p>
            <a:pPr marL="117475" indent="-117475" eaLnBrk="1" hangingPunct="1"/>
            <a:r>
              <a:rPr lang="en-US" altLang="en-US" b="1" dirty="0">
                <a:solidFill>
                  <a:srgbClr val="007FA3"/>
                </a:solidFill>
              </a:rPr>
              <a:t>3-2 </a:t>
            </a:r>
            <a:r>
              <a:rPr lang="en-US" altLang="en-US" dirty="0"/>
              <a:t>What is the impact of information systems on organizations?</a:t>
            </a:r>
          </a:p>
          <a:p>
            <a:pPr marL="117475" indent="-117475" eaLnBrk="1" hangingPunct="1"/>
            <a:r>
              <a:rPr lang="en-US" altLang="en-US" b="1" dirty="0">
                <a:solidFill>
                  <a:srgbClr val="007FA3"/>
                </a:solidFill>
              </a:rPr>
              <a:t>3-3</a:t>
            </a:r>
            <a:r>
              <a:rPr lang="en-US" altLang="en-US" dirty="0"/>
              <a:t> How do Porter’s competitive forces model, the value chain model, synergies, core competencies, and network economics help companies develop competitive strategies using information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3879699B-FC21-77BA-5179-1449574622BA}"/>
              </a:ext>
            </a:extLst>
          </p:cNvPr>
          <p:cNvSpPr>
            <a:spLocks noGrp="1"/>
          </p:cNvSpPr>
          <p:nvPr>
            <p:ph type="title"/>
          </p:nvPr>
        </p:nvSpPr>
        <p:spPr/>
        <p:txBody>
          <a:bodyPr/>
          <a:lstStyle/>
          <a:p>
            <a:pPr eaLnBrk="1" hangingPunct="1"/>
            <a:r>
              <a:rPr lang="en-US" altLang="en-US" dirty="0"/>
              <a:t>The Relationship Between Organizations and Information Technology</a:t>
            </a:r>
          </a:p>
        </p:txBody>
      </p:sp>
      <p:sp>
        <p:nvSpPr>
          <p:cNvPr id="19459" name="Content Placeholder 2">
            <a:extLst>
              <a:ext uri="{FF2B5EF4-FFF2-40B4-BE49-F238E27FC236}">
                <a16:creationId xmlns:a16="http://schemas.microsoft.com/office/drawing/2014/main" id="{3D927819-01D5-5AE5-DD77-FDD1CC55075F}"/>
              </a:ext>
            </a:extLst>
          </p:cNvPr>
          <p:cNvSpPr>
            <a:spLocks noGrp="1"/>
          </p:cNvSpPr>
          <p:nvPr>
            <p:ph idx="1"/>
          </p:nvPr>
        </p:nvSpPr>
        <p:spPr bwMode="auto"/>
        <p:txBody>
          <a:bodyPr wrap="square" numCol="1" anchor="t" anchorCtr="0" compatLnSpc="1">
            <a:prstTxWarp prst="textNoShape">
              <a:avLst/>
            </a:prstTxWarp>
          </a:bodyPr>
          <a:lstStyle/>
          <a:p>
            <a:pPr eaLnBrk="1" hangingPunct="1">
              <a:buSzTx/>
            </a:pPr>
            <a:r>
              <a:rPr lang="en-US" altLang="en-US"/>
              <a:t>Information technology and organizations influence each other</a:t>
            </a:r>
          </a:p>
          <a:p>
            <a:pPr lvl="1" eaLnBrk="1" hangingPunct="1"/>
            <a:r>
              <a:rPr lang="en-US" altLang="en-US"/>
              <a:t>Relationship influenced by organization</a:t>
            </a:r>
            <a:r>
              <a:rPr lang="en-US" altLang="ja-JP">
                <a:ea typeface="MS PGothic" panose="020B0600070205080204" pitchFamily="34" charset="-128"/>
                <a:cs typeface="Arial" panose="020B0604020202020204" pitchFamily="34" charset="0"/>
              </a:rPr>
              <a:t>’s</a:t>
            </a:r>
          </a:p>
          <a:p>
            <a:pPr lvl="2" eaLnBrk="1" hangingPunct="1"/>
            <a:r>
              <a:rPr lang="en-US" altLang="en-US"/>
              <a:t>Structure</a:t>
            </a:r>
          </a:p>
          <a:p>
            <a:pPr lvl="2" eaLnBrk="1" hangingPunct="1"/>
            <a:r>
              <a:rPr lang="en-US" altLang="en-US"/>
              <a:t>Business processes</a:t>
            </a:r>
          </a:p>
          <a:p>
            <a:pPr lvl="2" eaLnBrk="1" hangingPunct="1"/>
            <a:r>
              <a:rPr lang="en-US" altLang="en-US"/>
              <a:t>Politics</a:t>
            </a:r>
          </a:p>
          <a:p>
            <a:pPr lvl="2" eaLnBrk="1" hangingPunct="1"/>
            <a:r>
              <a:rPr lang="en-US" altLang="en-US"/>
              <a:t>Culture</a:t>
            </a:r>
          </a:p>
          <a:p>
            <a:pPr lvl="2" eaLnBrk="1" hangingPunct="1"/>
            <a:r>
              <a:rPr lang="en-US" altLang="en-US"/>
              <a:t>Environment </a:t>
            </a:r>
          </a:p>
          <a:p>
            <a:pPr lvl="2" eaLnBrk="1" hangingPunct="1"/>
            <a:r>
              <a:rPr lang="en-US" altLang="en-US"/>
              <a:t>Management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03D0ED50-AA6A-9677-DD73-6B04D40D9B52}"/>
              </a:ext>
            </a:extLst>
          </p:cNvPr>
          <p:cNvSpPr>
            <a:spLocks noGrp="1"/>
          </p:cNvSpPr>
          <p:nvPr>
            <p:ph type="title"/>
          </p:nvPr>
        </p:nvSpPr>
        <p:spPr/>
        <p:txBody>
          <a:bodyPr>
            <a:normAutofit fontScale="90000"/>
          </a:bodyPr>
          <a:lstStyle/>
          <a:p>
            <a:pPr eaLnBrk="1" hangingPunct="1"/>
            <a:r>
              <a:rPr lang="en-US" altLang="en-US" dirty="0">
                <a:solidFill>
                  <a:schemeClr val="accent2"/>
                </a:solidFill>
              </a:rPr>
              <a:t>The Two-Way Relationship Between Organizations and Information Technology</a:t>
            </a:r>
          </a:p>
        </p:txBody>
      </p:sp>
      <p:pic>
        <p:nvPicPr>
          <p:cNvPr id="2" name="Picture 2" descr="A flow diagram explains the mediating factors and shows the interconnectedness between organizations and information technology. For a full description, see Notes. Press F6.">
            <a:extLst>
              <a:ext uri="{FF2B5EF4-FFF2-40B4-BE49-F238E27FC236}">
                <a16:creationId xmlns:a16="http://schemas.microsoft.com/office/drawing/2014/main" id="{34426DE5-A0D4-8930-606B-A265AB442DF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371600" y="2209800"/>
            <a:ext cx="5562600" cy="37391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EA270F3C-6276-0F34-2537-5FA04A8440F9}"/>
              </a:ext>
            </a:extLst>
          </p:cNvPr>
          <p:cNvSpPr>
            <a:spLocks noGrp="1"/>
          </p:cNvSpPr>
          <p:nvPr>
            <p:ph type="title"/>
          </p:nvPr>
        </p:nvSpPr>
        <p:spPr/>
        <p:txBody>
          <a:bodyPr/>
          <a:lstStyle/>
          <a:p>
            <a:pPr eaLnBrk="1" hangingPunct="1"/>
            <a:r>
              <a:rPr lang="en-US" altLang="en-US"/>
              <a:t>What Is an Organization?</a:t>
            </a:r>
          </a:p>
        </p:txBody>
      </p:sp>
      <p:sp>
        <p:nvSpPr>
          <p:cNvPr id="23555" name="Content Placeholder 2">
            <a:extLst>
              <a:ext uri="{FF2B5EF4-FFF2-40B4-BE49-F238E27FC236}">
                <a16:creationId xmlns:a16="http://schemas.microsoft.com/office/drawing/2014/main" id="{8B1F6185-08B7-1513-882C-27982C966B7D}"/>
              </a:ext>
            </a:extLst>
          </p:cNvPr>
          <p:cNvSpPr>
            <a:spLocks noGrp="1"/>
          </p:cNvSpPr>
          <p:nvPr>
            <p:ph idx="1"/>
          </p:nvPr>
        </p:nvSpPr>
        <p:spPr bwMode="auto">
          <a:xfrm>
            <a:off x="581192" y="2228003"/>
            <a:ext cx="7989752" cy="4172797"/>
          </a:xfrm>
        </p:spPr>
        <p:txBody>
          <a:bodyPr wrap="square" numCol="1" anchor="t" anchorCtr="0" compatLnSpc="1">
            <a:prstTxWarp prst="textNoShape">
              <a:avLst/>
            </a:prstTxWarp>
            <a:normAutofit/>
          </a:bodyPr>
          <a:lstStyle/>
          <a:p>
            <a:pPr eaLnBrk="1" hangingPunct="1">
              <a:buSzTx/>
            </a:pPr>
            <a:r>
              <a:rPr lang="en-US" altLang="en-US" sz="2400" dirty="0">
                <a:solidFill>
                  <a:schemeClr val="accent2"/>
                </a:solidFill>
              </a:rPr>
              <a:t>Technical definition </a:t>
            </a:r>
          </a:p>
          <a:p>
            <a:pPr lvl="1"/>
            <a:r>
              <a:rPr lang="en-US" sz="2000" dirty="0"/>
              <a:t>Formal social structure </a:t>
            </a:r>
            <a:r>
              <a:rPr lang="en-US" sz="2000" dirty="0">
                <a:solidFill>
                  <a:srgbClr val="FF0000"/>
                </a:solidFill>
              </a:rPr>
              <a:t>that processes resources from environment </a:t>
            </a:r>
            <a:r>
              <a:rPr lang="en-US" sz="2000" dirty="0"/>
              <a:t>to produce </a:t>
            </a:r>
            <a:r>
              <a:rPr lang="en-US" sz="2000" dirty="0">
                <a:solidFill>
                  <a:srgbClr val="FF0000"/>
                </a:solidFill>
              </a:rPr>
              <a:t>outputs</a:t>
            </a:r>
          </a:p>
          <a:p>
            <a:pPr lvl="1"/>
            <a:r>
              <a:rPr lang="en-US" sz="2000" dirty="0"/>
              <a:t>A </a:t>
            </a:r>
            <a:r>
              <a:rPr lang="en-US" sz="2000" dirty="0">
                <a:solidFill>
                  <a:srgbClr val="FF0000"/>
                </a:solidFill>
              </a:rPr>
              <a:t>formal legal entity </a:t>
            </a:r>
            <a:r>
              <a:rPr lang="en-US" sz="2000" dirty="0"/>
              <a:t>with internal rules and procedures, as well as a social structure</a:t>
            </a:r>
          </a:p>
          <a:p>
            <a:pPr eaLnBrk="1" hangingPunct="1">
              <a:buSzTx/>
            </a:pPr>
            <a:r>
              <a:rPr lang="en-US" altLang="en-US" sz="2400" dirty="0">
                <a:solidFill>
                  <a:schemeClr val="accent2"/>
                </a:solidFill>
              </a:rPr>
              <a:t>Behavioral definition </a:t>
            </a:r>
          </a:p>
          <a:p>
            <a:pPr lvl="1" eaLnBrk="1" hangingPunct="1"/>
            <a:r>
              <a:rPr lang="en-US" altLang="en-US" sz="2000" dirty="0"/>
              <a:t>A </a:t>
            </a:r>
            <a:r>
              <a:rPr lang="en-US" altLang="en-US" sz="2000" dirty="0">
                <a:solidFill>
                  <a:srgbClr val="FF0000"/>
                </a:solidFill>
              </a:rPr>
              <a:t>collection </a:t>
            </a:r>
            <a:r>
              <a:rPr lang="en-US" altLang="en-US" sz="2000" dirty="0"/>
              <a:t>of rights, privileges, obligations, and responsibilities that is delicately balanced </a:t>
            </a:r>
            <a:r>
              <a:rPr lang="en-US" altLang="en-US" sz="2000" dirty="0">
                <a:solidFill>
                  <a:srgbClr val="FF0000"/>
                </a:solidFill>
              </a:rPr>
              <a:t>over a period of time through conflict and conflict resolution</a:t>
            </a:r>
            <a:endParaRPr lang="en-US" altLang="en-US" sz="1800"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38484F57-B33A-9849-2A61-F1EEF7BB23DF}"/>
              </a:ext>
            </a:extLst>
          </p:cNvPr>
          <p:cNvSpPr>
            <a:spLocks noGrp="1"/>
          </p:cNvSpPr>
          <p:nvPr>
            <p:ph type="title"/>
          </p:nvPr>
        </p:nvSpPr>
        <p:spPr/>
        <p:txBody>
          <a:bodyPr>
            <a:normAutofit fontScale="90000"/>
          </a:bodyPr>
          <a:lstStyle/>
          <a:p>
            <a:pPr eaLnBrk="1" hangingPunct="1"/>
            <a:r>
              <a:rPr lang="en-US" altLang="en-US"/>
              <a:t>Figure 3.2: The Technical Microeconomic Definition of the Organization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83027"/>
            <a:ext cx="8229600" cy="1077218"/>
          </a:xfrm>
        </p:spPr>
        <p:txBody>
          <a:bodyPr>
            <a:spAutoFit/>
          </a:bodyPr>
          <a:lstStyle/>
          <a:p>
            <a:r>
              <a:rPr lang="en-US" sz="3200" dirty="0">
                <a:solidFill>
                  <a:schemeClr val="accent2"/>
                </a:solidFill>
              </a:rPr>
              <a:t>The Technical Microeconomic Definition of the Organization</a:t>
            </a:r>
            <a:endParaRPr lang="en-US" sz="2400" dirty="0">
              <a:solidFill>
                <a:schemeClr val="accent2"/>
              </a:solidFill>
            </a:endParaRPr>
          </a:p>
        </p:txBody>
      </p:sp>
      <p:pic>
        <p:nvPicPr>
          <p:cNvPr id="2050" name="Picture 2" descr="A diagram explains the production process of an organization. Inputs from the environment are sent to the organization which in turn gives out outputs to the environment. This cycle is labeled as the production process. "/>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3868" y="2667000"/>
            <a:ext cx="8152932" cy="2488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116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6F95331-D3E7-97D6-8E58-4A143EC5081B}"/>
              </a:ext>
            </a:extLst>
          </p:cNvPr>
          <p:cNvSpPr>
            <a:spLocks noGrp="1"/>
          </p:cNvSpPr>
          <p:nvPr>
            <p:ph type="title"/>
          </p:nvPr>
        </p:nvSpPr>
        <p:spPr/>
        <p:txBody>
          <a:bodyPr>
            <a:normAutofit fontScale="90000"/>
          </a:bodyPr>
          <a:lstStyle/>
          <a:p>
            <a:pPr eaLnBrk="1" hangingPunct="1"/>
            <a:r>
              <a:rPr lang="en-US" altLang="en-US" dirty="0">
                <a:solidFill>
                  <a:schemeClr val="accent2"/>
                </a:solidFill>
              </a:rPr>
              <a:t>The Behavioral View of Organizations</a:t>
            </a:r>
          </a:p>
        </p:txBody>
      </p:sp>
      <p:pic>
        <p:nvPicPr>
          <p:cNvPr id="2" name="Picture 2" descr="A diagram explains the behavioral view of organizations, which focuses on structure and process. For a full description, see Notes. Press F6.">
            <a:extLst>
              <a:ext uri="{FF2B5EF4-FFF2-40B4-BE49-F238E27FC236}">
                <a16:creationId xmlns:a16="http://schemas.microsoft.com/office/drawing/2014/main" id="{B490B986-8F81-BF1C-9E87-A207913AEDB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2000" y="1524000"/>
            <a:ext cx="7315200" cy="34771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4">
            <a:extLst>
              <a:ext uri="{FF2B5EF4-FFF2-40B4-BE49-F238E27FC236}">
                <a16:creationId xmlns:a16="http://schemas.microsoft.com/office/drawing/2014/main" id="{A4E4ADF2-EECB-E17E-7F45-CA881A73CC99}"/>
              </a:ext>
            </a:extLst>
          </p:cNvPr>
          <p:cNvSpPr>
            <a:spLocks noGrp="1"/>
          </p:cNvSpPr>
          <p:nvPr>
            <p:ph type="title"/>
          </p:nvPr>
        </p:nvSpPr>
        <p:spPr/>
        <p:txBody>
          <a:bodyPr/>
          <a:lstStyle/>
          <a:p>
            <a:pPr eaLnBrk="1" hangingPunct="1"/>
            <a:r>
              <a:rPr lang="en-US" altLang="en-US"/>
              <a:t>Features of Organizations</a:t>
            </a:r>
          </a:p>
        </p:txBody>
      </p:sp>
      <p:sp>
        <p:nvSpPr>
          <p:cNvPr id="31747" name="Content Placeholder 2">
            <a:extLst>
              <a:ext uri="{FF2B5EF4-FFF2-40B4-BE49-F238E27FC236}">
                <a16:creationId xmlns:a16="http://schemas.microsoft.com/office/drawing/2014/main" id="{1AE9BEC0-E122-8428-3545-AC16AB1A09E1}"/>
              </a:ext>
            </a:extLst>
          </p:cNvPr>
          <p:cNvSpPr>
            <a:spLocks noGrp="1"/>
          </p:cNvSpPr>
          <p:nvPr>
            <p:ph idx="1"/>
          </p:nvPr>
        </p:nvSpPr>
        <p:spPr bwMode="auto"/>
        <p:txBody>
          <a:bodyPr wrap="square" numCol="1" anchor="t" anchorCtr="0" compatLnSpc="1">
            <a:prstTxWarp prst="textNoShape">
              <a:avLst/>
            </a:prstTxWarp>
            <a:normAutofit/>
          </a:bodyPr>
          <a:lstStyle/>
          <a:p>
            <a:pPr eaLnBrk="1" hangingPunct="1">
              <a:buSzTx/>
            </a:pPr>
            <a:r>
              <a:rPr lang="en-US" altLang="en-US" sz="2400" dirty="0"/>
              <a:t>Use of hierarchical structure</a:t>
            </a:r>
          </a:p>
          <a:p>
            <a:pPr eaLnBrk="1" hangingPunct="1">
              <a:buSzTx/>
            </a:pPr>
            <a:r>
              <a:rPr lang="en-US" altLang="en-US" sz="2400" dirty="0"/>
              <a:t>Accountability, authority in system of impartial decision making</a:t>
            </a:r>
          </a:p>
          <a:p>
            <a:pPr eaLnBrk="1" hangingPunct="1">
              <a:buSzTx/>
            </a:pPr>
            <a:r>
              <a:rPr lang="en-US" altLang="en-US" sz="2400" dirty="0"/>
              <a:t>Adherence to principle of efficiency</a:t>
            </a:r>
          </a:p>
          <a:p>
            <a:pPr eaLnBrk="1" hangingPunct="1">
              <a:buSzTx/>
            </a:pPr>
            <a:r>
              <a:rPr lang="en-US" altLang="en-US" sz="2400" dirty="0"/>
              <a:t>Routines and business processes </a:t>
            </a:r>
          </a:p>
          <a:p>
            <a:pPr eaLnBrk="1" hangingPunct="1">
              <a:buSzTx/>
            </a:pPr>
            <a:r>
              <a:rPr lang="en-US" altLang="en-US" sz="2400" dirty="0"/>
              <a:t>Organizational politics, culture, environments, and structures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3">
            <a:extLst>
              <a:ext uri="{FF2B5EF4-FFF2-40B4-BE49-F238E27FC236}">
                <a16:creationId xmlns:a16="http://schemas.microsoft.com/office/drawing/2014/main" id="{CBE0F840-EC43-5F4D-7C1D-360214DBE951}"/>
              </a:ext>
            </a:extLst>
          </p:cNvPr>
          <p:cNvSpPr>
            <a:spLocks noGrp="1"/>
          </p:cNvSpPr>
          <p:nvPr>
            <p:ph type="title"/>
          </p:nvPr>
        </p:nvSpPr>
        <p:spPr/>
        <p:txBody>
          <a:bodyPr/>
          <a:lstStyle/>
          <a:p>
            <a:pPr eaLnBrk="1" hangingPunct="1"/>
            <a:r>
              <a:rPr lang="en-US" altLang="en-US"/>
              <a:t>Routines and Business Processes</a:t>
            </a:r>
          </a:p>
        </p:txBody>
      </p:sp>
      <p:sp>
        <p:nvSpPr>
          <p:cNvPr id="17411" name="Content Placeholder 2">
            <a:extLst>
              <a:ext uri="{FF2B5EF4-FFF2-40B4-BE49-F238E27FC236}">
                <a16:creationId xmlns:a16="http://schemas.microsoft.com/office/drawing/2014/main" id="{0AB531FB-4F47-0576-5679-0F17E7D75A1F}"/>
              </a:ext>
            </a:extLst>
          </p:cNvPr>
          <p:cNvSpPr>
            <a:spLocks noGrp="1"/>
          </p:cNvSpPr>
          <p:nvPr>
            <p:ph idx="1"/>
          </p:nvPr>
        </p:nvSpPr>
        <p:spPr bwMode="auto"/>
        <p:txBody>
          <a:bodyPr wrap="square" numCol="1" anchor="t" anchorCtr="0" compatLnSpc="1">
            <a:prstTxWarp prst="textNoShape">
              <a:avLst/>
            </a:prstTxWarp>
          </a:bodyPr>
          <a:lstStyle/>
          <a:p>
            <a:pPr eaLnBrk="1" hangingPunct="1">
              <a:buSzTx/>
              <a:defRPr/>
            </a:pPr>
            <a:r>
              <a:rPr lang="en-US" altLang="en-US" dirty="0"/>
              <a:t>Routines (standard operating procedures)</a:t>
            </a:r>
          </a:p>
          <a:p>
            <a:pPr lvl="1" eaLnBrk="1" hangingPunct="1">
              <a:defRPr/>
            </a:pPr>
            <a:r>
              <a:rPr lang="en-US" altLang="en-US" dirty="0"/>
              <a:t>Routines for producing goods and services </a:t>
            </a:r>
          </a:p>
          <a:p>
            <a:pPr lvl="1" eaLnBrk="1" hangingPunct="1">
              <a:defRPr/>
            </a:pPr>
            <a:r>
              <a:rPr lang="en-US" altLang="en-US" dirty="0"/>
              <a:t>Precise rules, procedures, and practices developed to cope with virtually all expected situations</a:t>
            </a:r>
          </a:p>
          <a:p>
            <a:pPr marL="457200" lvl="1" indent="0" eaLnBrk="1" hangingPunct="1">
              <a:buFont typeface="Arial" panose="020B0604020202020204" pitchFamily="34" charset="0"/>
              <a:buNone/>
              <a:defRPr/>
            </a:pPr>
            <a:r>
              <a:rPr lang="en-US" altLang="en-US" dirty="0"/>
              <a:t>     </a:t>
            </a:r>
            <a:r>
              <a:rPr lang="en-US" altLang="en-US" dirty="0">
                <a:solidFill>
                  <a:srgbClr val="C00000"/>
                </a:solidFill>
              </a:rPr>
              <a:t>i.e. visiting a doctor (receptionists, nurses, doctor)</a:t>
            </a:r>
          </a:p>
          <a:p>
            <a:pPr eaLnBrk="1" hangingPunct="1">
              <a:buSzTx/>
              <a:defRPr/>
            </a:pPr>
            <a:r>
              <a:rPr lang="en-US" altLang="en-US" dirty="0"/>
              <a:t>Business processes: Collections of routines</a:t>
            </a:r>
          </a:p>
          <a:p>
            <a:pPr eaLnBrk="1" hangingPunct="1">
              <a:buSzTx/>
              <a:defRPr/>
            </a:pPr>
            <a:r>
              <a:rPr lang="en-US" altLang="en-US" dirty="0"/>
              <a:t>Business firm: Collection of business processes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descr="Figure 3.4 illustrates the relationships between routines, business processes and firms.">
            <a:extLst>
              <a:ext uri="{FF2B5EF4-FFF2-40B4-BE49-F238E27FC236}">
                <a16:creationId xmlns:a16="http://schemas.microsoft.com/office/drawing/2014/main" id="{BEC61EB3-B31F-5CBA-60AE-66260C663832}"/>
              </a:ext>
            </a:extLst>
          </p:cNvPr>
          <p:cNvSpPr>
            <a:spLocks noGrp="1"/>
          </p:cNvSpPr>
          <p:nvPr>
            <p:ph type="title"/>
          </p:nvPr>
        </p:nvSpPr>
        <p:spPr/>
        <p:txBody>
          <a:bodyPr>
            <a:normAutofit fontScale="90000"/>
          </a:bodyPr>
          <a:lstStyle/>
          <a:p>
            <a:pPr eaLnBrk="1" hangingPunct="1"/>
            <a:r>
              <a:rPr lang="en-US" altLang="en-US" dirty="0">
                <a:solidFill>
                  <a:schemeClr val="accent2"/>
                </a:solidFill>
              </a:rPr>
              <a:t>Routines, Business Processes, and Firms</a:t>
            </a:r>
          </a:p>
        </p:txBody>
      </p:sp>
      <p:pic>
        <p:nvPicPr>
          <p:cNvPr id="2" name="Picture 2" descr="A diagram explains how individual routines are connected to various individual routines which are interconnected to the business firm.">
            <a:extLst>
              <a:ext uri="{FF2B5EF4-FFF2-40B4-BE49-F238E27FC236}">
                <a16:creationId xmlns:a16="http://schemas.microsoft.com/office/drawing/2014/main" id="{AA15ADEA-8918-72DB-93BE-4A7C62EC30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09800" y="1143000"/>
            <a:ext cx="5278365" cy="49544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4">
            <a:extLst>
              <a:ext uri="{FF2B5EF4-FFF2-40B4-BE49-F238E27FC236}">
                <a16:creationId xmlns:a16="http://schemas.microsoft.com/office/drawing/2014/main" id="{6340F552-DB29-2716-D865-A9E50F6FB6C0}"/>
              </a:ext>
            </a:extLst>
          </p:cNvPr>
          <p:cNvSpPr>
            <a:spLocks noGrp="1"/>
          </p:cNvSpPr>
          <p:nvPr>
            <p:ph type="title"/>
          </p:nvPr>
        </p:nvSpPr>
        <p:spPr/>
        <p:txBody>
          <a:bodyPr/>
          <a:lstStyle/>
          <a:p>
            <a:pPr eaLnBrk="1" hangingPunct="1"/>
            <a:r>
              <a:rPr lang="en-US" altLang="en-US"/>
              <a:t>Organizational Politics</a:t>
            </a:r>
          </a:p>
        </p:txBody>
      </p:sp>
      <p:sp>
        <p:nvSpPr>
          <p:cNvPr id="37891" name="Content Placeholder 2">
            <a:extLst>
              <a:ext uri="{FF2B5EF4-FFF2-40B4-BE49-F238E27FC236}">
                <a16:creationId xmlns:a16="http://schemas.microsoft.com/office/drawing/2014/main" id="{9908F498-A58D-9703-8732-BCA0838F2AF7}"/>
              </a:ext>
            </a:extLst>
          </p:cNvPr>
          <p:cNvSpPr>
            <a:spLocks noGrp="1"/>
          </p:cNvSpPr>
          <p:nvPr>
            <p:ph idx="1"/>
          </p:nvPr>
        </p:nvSpPr>
        <p:spPr bwMode="auto"/>
        <p:txBody>
          <a:bodyPr wrap="square" numCol="1" anchor="t" anchorCtr="0" compatLnSpc="1">
            <a:prstTxWarp prst="textNoShape">
              <a:avLst/>
            </a:prstTxWarp>
            <a:normAutofit/>
          </a:bodyPr>
          <a:lstStyle/>
          <a:p>
            <a:pPr eaLnBrk="1" hangingPunct="1">
              <a:buSzTx/>
            </a:pPr>
            <a:r>
              <a:rPr lang="en-US" altLang="en-US" sz="2800" dirty="0"/>
              <a:t>Different viewpoints/opinions lead to political struggle, competition, and conflict.</a:t>
            </a:r>
          </a:p>
          <a:p>
            <a:pPr eaLnBrk="1" hangingPunct="1">
              <a:buSzTx/>
            </a:pPr>
            <a:r>
              <a:rPr lang="en-US" altLang="en-US" sz="2800" dirty="0"/>
              <a:t>Political resistance greatly hampers (prevents) organizational change.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3">
            <a:extLst>
              <a:ext uri="{FF2B5EF4-FFF2-40B4-BE49-F238E27FC236}">
                <a16:creationId xmlns:a16="http://schemas.microsoft.com/office/drawing/2014/main" id="{51E1D325-B8E7-EADD-56F3-308CF07FF26A}"/>
              </a:ext>
            </a:extLst>
          </p:cNvPr>
          <p:cNvSpPr>
            <a:spLocks noGrp="1"/>
          </p:cNvSpPr>
          <p:nvPr>
            <p:ph type="title"/>
          </p:nvPr>
        </p:nvSpPr>
        <p:spPr/>
        <p:txBody>
          <a:bodyPr/>
          <a:lstStyle/>
          <a:p>
            <a:pPr eaLnBrk="1" hangingPunct="1"/>
            <a:r>
              <a:rPr lang="en-US" altLang="en-US"/>
              <a:t>Organizational Culture</a:t>
            </a:r>
          </a:p>
        </p:txBody>
      </p:sp>
      <p:sp>
        <p:nvSpPr>
          <p:cNvPr id="39939" name="Content Placeholder 2">
            <a:extLst>
              <a:ext uri="{FF2B5EF4-FFF2-40B4-BE49-F238E27FC236}">
                <a16:creationId xmlns:a16="http://schemas.microsoft.com/office/drawing/2014/main" id="{C394612C-10DA-B9C2-C168-18199E0A6F47}"/>
              </a:ext>
            </a:extLst>
          </p:cNvPr>
          <p:cNvSpPr>
            <a:spLocks noGrp="1"/>
          </p:cNvSpPr>
          <p:nvPr>
            <p:ph idx="1"/>
          </p:nvPr>
        </p:nvSpPr>
        <p:spPr bwMode="auto"/>
        <p:txBody>
          <a:bodyPr wrap="square" numCol="1" anchor="t" anchorCtr="0" compatLnSpc="1">
            <a:prstTxWarp prst="textNoShape">
              <a:avLst/>
            </a:prstTxWarp>
            <a:normAutofit fontScale="77500" lnSpcReduction="20000"/>
          </a:bodyPr>
          <a:lstStyle/>
          <a:p>
            <a:pPr algn="just" eaLnBrk="1" hangingPunct="1">
              <a:buSzTx/>
            </a:pPr>
            <a:r>
              <a:rPr lang="en-US" altLang="en-US" sz="2600" dirty="0"/>
              <a:t>Culture is the environment that surrounds you at work all of the time.</a:t>
            </a:r>
          </a:p>
          <a:p>
            <a:pPr marL="0" indent="0" algn="just" eaLnBrk="1" hangingPunct="1">
              <a:buSzTx/>
              <a:buNone/>
            </a:pPr>
            <a:endParaRPr lang="en-US" altLang="en-US" sz="2600" dirty="0"/>
          </a:p>
          <a:p>
            <a:pPr algn="just" eaLnBrk="1" hangingPunct="1">
              <a:buSzTx/>
            </a:pPr>
            <a:r>
              <a:rPr lang="en-US" altLang="en-US" sz="2600" dirty="0"/>
              <a:t>It is a set of assumptions that define goal and product</a:t>
            </a:r>
          </a:p>
          <a:p>
            <a:pPr lvl="1" algn="just">
              <a:buSzTx/>
            </a:pPr>
            <a:r>
              <a:rPr lang="en-US" altLang="en-US" sz="2200" dirty="0"/>
              <a:t>What products the organization should produce</a:t>
            </a:r>
          </a:p>
          <a:p>
            <a:pPr lvl="1" algn="just">
              <a:buSzTx/>
            </a:pPr>
            <a:r>
              <a:rPr lang="en-US" altLang="en-US" sz="2200" dirty="0"/>
              <a:t>How and where it should be produced</a:t>
            </a:r>
          </a:p>
          <a:p>
            <a:pPr lvl="1" algn="just">
              <a:buSzTx/>
            </a:pPr>
            <a:r>
              <a:rPr lang="en-US" altLang="en-US" sz="2200" dirty="0"/>
              <a:t>For whom the products should be produced</a:t>
            </a:r>
          </a:p>
          <a:p>
            <a:pPr marL="324000" lvl="1" indent="0" algn="just">
              <a:buSzTx/>
              <a:buNone/>
            </a:pPr>
            <a:endParaRPr lang="en-US" altLang="en-US" sz="2200" dirty="0"/>
          </a:p>
          <a:p>
            <a:pPr algn="just" eaLnBrk="1" hangingPunct="1">
              <a:buSzTx/>
            </a:pPr>
            <a:r>
              <a:rPr lang="en-US" altLang="en-US" sz="2600" dirty="0"/>
              <a:t>May be powerful </a:t>
            </a:r>
            <a:r>
              <a:rPr lang="en-US" altLang="en-US" sz="2600" dirty="0">
                <a:solidFill>
                  <a:srgbClr val="FF0000"/>
                </a:solidFill>
              </a:rPr>
              <a:t>unifying force</a:t>
            </a:r>
            <a:r>
              <a:rPr lang="en-US" altLang="en-US" sz="2600" dirty="0"/>
              <a:t> as well </a:t>
            </a:r>
            <a:r>
              <a:rPr lang="en-US" altLang="en-US" sz="2600" dirty="0">
                <a:solidFill>
                  <a:srgbClr val="FF0000"/>
                </a:solidFill>
              </a:rPr>
              <a:t>as restraint on change</a:t>
            </a:r>
          </a:p>
          <a:p>
            <a:pPr eaLnBrk="1" hangingPunct="1">
              <a:buSzTx/>
            </a:pP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7D1B416A-13DE-5C59-6C8D-273A5D44FEF1}"/>
              </a:ext>
            </a:extLst>
          </p:cNvPr>
          <p:cNvSpPr>
            <a:spLocks noGrp="1"/>
          </p:cNvSpPr>
          <p:nvPr>
            <p:ph type="title"/>
          </p:nvPr>
        </p:nvSpPr>
        <p:spPr/>
        <p:txBody>
          <a:bodyPr/>
          <a:lstStyle/>
          <a:p>
            <a:pPr eaLnBrk="1" hangingPunct="1"/>
            <a:r>
              <a:rPr lang="en-US" altLang="en-US"/>
              <a:t>Organizational Environments</a:t>
            </a:r>
          </a:p>
        </p:txBody>
      </p:sp>
      <p:sp>
        <p:nvSpPr>
          <p:cNvPr id="44035" name="Content Placeholder 2">
            <a:extLst>
              <a:ext uri="{FF2B5EF4-FFF2-40B4-BE49-F238E27FC236}">
                <a16:creationId xmlns:a16="http://schemas.microsoft.com/office/drawing/2014/main" id="{AB87DFD0-D464-28CA-65D0-C6C307912E15}"/>
              </a:ext>
            </a:extLst>
          </p:cNvPr>
          <p:cNvSpPr>
            <a:spLocks noGrp="1"/>
          </p:cNvSpPr>
          <p:nvPr>
            <p:ph idx="1"/>
          </p:nvPr>
        </p:nvSpPr>
        <p:spPr bwMode="auto">
          <a:xfrm>
            <a:off x="581192" y="2228003"/>
            <a:ext cx="7989752" cy="4172797"/>
          </a:xfrm>
        </p:spPr>
        <p:txBody>
          <a:bodyPr wrap="square" numCol="1" anchor="t" anchorCtr="0" compatLnSpc="1">
            <a:prstTxWarp prst="textNoShape">
              <a:avLst/>
            </a:prstTxWarp>
            <a:normAutofit lnSpcReduction="10000"/>
          </a:bodyPr>
          <a:lstStyle/>
          <a:p>
            <a:pPr eaLnBrk="1" hangingPunct="1">
              <a:spcBef>
                <a:spcPct val="20000"/>
              </a:spcBef>
              <a:spcAft>
                <a:spcPct val="20000"/>
              </a:spcAft>
              <a:buSzTx/>
              <a:buFontTx/>
              <a:buChar char="•"/>
            </a:pPr>
            <a:r>
              <a:rPr lang="en-US" altLang="en-US" sz="2000" dirty="0">
                <a:solidFill>
                  <a:srgbClr val="000000"/>
                </a:solidFill>
              </a:rPr>
              <a:t>Organizations and environments have </a:t>
            </a:r>
            <a:r>
              <a:rPr lang="en-US" altLang="en-US" sz="2000" b="1" dirty="0">
                <a:solidFill>
                  <a:srgbClr val="000000"/>
                </a:solidFill>
              </a:rPr>
              <a:t>a reciprocal relationship </a:t>
            </a:r>
            <a:r>
              <a:rPr lang="en-US" altLang="en-US" sz="2000" i="1" dirty="0">
                <a:solidFill>
                  <a:srgbClr val="000000"/>
                </a:solidFill>
              </a:rPr>
              <a:t>(two-way influence). </a:t>
            </a:r>
            <a:endParaRPr lang="en-US" altLang="en-US" sz="1800" i="1" dirty="0">
              <a:solidFill>
                <a:srgbClr val="C00000"/>
              </a:solidFill>
            </a:endParaRPr>
          </a:p>
          <a:p>
            <a:pPr lvl="1">
              <a:spcAft>
                <a:spcPct val="20000"/>
              </a:spcAft>
              <a:buSzTx/>
              <a:buFontTx/>
              <a:buChar char="•"/>
            </a:pPr>
            <a:r>
              <a:rPr lang="en-US" altLang="en-US" sz="1800" dirty="0">
                <a:solidFill>
                  <a:srgbClr val="C00000"/>
                </a:solidFill>
              </a:rPr>
              <a:t>Organizations</a:t>
            </a:r>
            <a:r>
              <a:rPr lang="en-US" altLang="en-US" sz="1800" dirty="0">
                <a:solidFill>
                  <a:srgbClr val="000000"/>
                </a:solidFill>
              </a:rPr>
              <a:t> are </a:t>
            </a:r>
            <a:r>
              <a:rPr lang="en-US" altLang="en-US" sz="1800" b="1" dirty="0">
                <a:solidFill>
                  <a:srgbClr val="000000"/>
                </a:solidFill>
              </a:rPr>
              <a:t>open to</a:t>
            </a:r>
            <a:r>
              <a:rPr lang="en-US" altLang="en-US" sz="1800" dirty="0">
                <a:solidFill>
                  <a:srgbClr val="000000"/>
                </a:solidFill>
              </a:rPr>
              <a:t>, and </a:t>
            </a:r>
            <a:r>
              <a:rPr lang="en-US" altLang="en-US" sz="1800" b="1" dirty="0">
                <a:solidFill>
                  <a:srgbClr val="000000"/>
                </a:solidFill>
              </a:rPr>
              <a:t>dependent on</a:t>
            </a:r>
            <a:r>
              <a:rPr lang="en-US" altLang="en-US" sz="1800" dirty="0">
                <a:solidFill>
                  <a:srgbClr val="000000"/>
                </a:solidFill>
              </a:rPr>
              <a:t>, the </a:t>
            </a:r>
            <a:r>
              <a:rPr lang="en-US" altLang="en-US" sz="1800" dirty="0">
                <a:solidFill>
                  <a:srgbClr val="C00000"/>
                </a:solidFill>
              </a:rPr>
              <a:t>social and physical environment that surrounds them</a:t>
            </a:r>
          </a:p>
          <a:p>
            <a:pPr lvl="1">
              <a:spcAft>
                <a:spcPct val="20000"/>
              </a:spcAft>
              <a:buSzTx/>
              <a:buFontTx/>
              <a:buChar char="•"/>
            </a:pPr>
            <a:r>
              <a:rPr lang="en-US" altLang="en-US" sz="1800" dirty="0">
                <a:solidFill>
                  <a:srgbClr val="C00000"/>
                </a:solidFill>
              </a:rPr>
              <a:t>Organizations</a:t>
            </a:r>
            <a:r>
              <a:rPr lang="en-US" altLang="en-US" sz="1800" dirty="0">
                <a:solidFill>
                  <a:srgbClr val="000000"/>
                </a:solidFill>
              </a:rPr>
              <a:t> can </a:t>
            </a:r>
            <a:r>
              <a:rPr lang="en-US" altLang="en-US" sz="1800" b="1" dirty="0">
                <a:solidFill>
                  <a:srgbClr val="000000"/>
                </a:solidFill>
              </a:rPr>
              <a:t>influence their environments  </a:t>
            </a:r>
            <a:r>
              <a:rPr lang="en-US" altLang="en-US" dirty="0">
                <a:solidFill>
                  <a:srgbClr val="000000"/>
                </a:solidFill>
              </a:rPr>
              <a:t>i.e. business firms can work together to influence political process.</a:t>
            </a:r>
          </a:p>
          <a:p>
            <a:pPr eaLnBrk="1" hangingPunct="1">
              <a:spcBef>
                <a:spcPct val="20000"/>
              </a:spcBef>
              <a:spcAft>
                <a:spcPct val="20000"/>
              </a:spcAft>
              <a:buSzTx/>
              <a:buFontTx/>
              <a:buChar char="•"/>
            </a:pPr>
            <a:r>
              <a:rPr lang="en-US" altLang="en-US" sz="2000" dirty="0">
                <a:solidFill>
                  <a:srgbClr val="000000"/>
                </a:solidFill>
              </a:rPr>
              <a:t>Environments generally change faster than organizations</a:t>
            </a:r>
            <a:endParaRPr lang="en-US" altLang="en-US" sz="1800" dirty="0">
              <a:solidFill>
                <a:srgbClr val="000000"/>
              </a:solidFill>
            </a:endParaRPr>
          </a:p>
          <a:p>
            <a:pPr eaLnBrk="1" hangingPunct="1">
              <a:spcBef>
                <a:spcPct val="20000"/>
              </a:spcBef>
              <a:spcAft>
                <a:spcPct val="20000"/>
              </a:spcAft>
              <a:buSzTx/>
              <a:buFontTx/>
              <a:buChar char="•"/>
            </a:pPr>
            <a:r>
              <a:rPr lang="en-US" altLang="en-US" sz="2000" dirty="0">
                <a:solidFill>
                  <a:srgbClr val="000000"/>
                </a:solidFill>
              </a:rPr>
              <a:t>Information systems can be instrument of environmental scanning, act as a lens </a:t>
            </a:r>
          </a:p>
          <a:p>
            <a:pPr eaLnBrk="1" hangingPunct="1">
              <a:spcBef>
                <a:spcPct val="20000"/>
              </a:spcBef>
              <a:spcAft>
                <a:spcPct val="20000"/>
              </a:spcAft>
              <a:buSzTx/>
              <a:buFontTx/>
              <a:buChar char="•"/>
            </a:pPr>
            <a:r>
              <a:rPr lang="en-US" altLang="en-US" sz="1600" dirty="0"/>
              <a:t>i.e. searching for and determining external changes that may require an organizational response; the current economic climate represents an example of external change that requires sweeping organizational responses to ensure survival.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descr="Figure 3.4 illustrates the relationships between routines, business processes and firms.">
            <a:extLst>
              <a:ext uri="{FF2B5EF4-FFF2-40B4-BE49-F238E27FC236}">
                <a16:creationId xmlns:a16="http://schemas.microsoft.com/office/drawing/2014/main" id="{7F8CBBD7-5B0D-8A58-2047-9A55C23FABD8}"/>
              </a:ext>
            </a:extLst>
          </p:cNvPr>
          <p:cNvSpPr>
            <a:spLocks noGrp="1"/>
          </p:cNvSpPr>
          <p:nvPr>
            <p:ph type="title"/>
          </p:nvPr>
        </p:nvSpPr>
        <p:spPr/>
        <p:txBody>
          <a:bodyPr>
            <a:normAutofit fontScale="90000"/>
          </a:bodyPr>
          <a:lstStyle/>
          <a:p>
            <a:pPr eaLnBrk="1" hangingPunct="1"/>
            <a:r>
              <a:rPr lang="en-US" altLang="en-US">
                <a:solidFill>
                  <a:schemeClr val="accent2"/>
                </a:solidFill>
              </a:rPr>
              <a:t>Environments and Organizations Have a Reciprocal Relationship</a:t>
            </a:r>
            <a:endParaRPr lang="en-US" altLang="en-US" dirty="0">
              <a:solidFill>
                <a:schemeClr val="accent2"/>
              </a:solidFill>
            </a:endParaRPr>
          </a:p>
        </p:txBody>
      </p:sp>
      <p:pic>
        <p:nvPicPr>
          <p:cNvPr id="2" name="Picture 2" descr="A refractive image of an eye illustrates the role of information systems in aiding an organization to perceive changes in the environment. For a full description, see Notes. Press F6.">
            <a:extLst>
              <a:ext uri="{FF2B5EF4-FFF2-40B4-BE49-F238E27FC236}">
                <a16:creationId xmlns:a16="http://schemas.microsoft.com/office/drawing/2014/main" id="{8C3BFFAA-E835-2288-9B07-5EA81681BF1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8200" y="1676400"/>
            <a:ext cx="6806474" cy="3962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4">
            <a:extLst>
              <a:ext uri="{FF2B5EF4-FFF2-40B4-BE49-F238E27FC236}">
                <a16:creationId xmlns:a16="http://schemas.microsoft.com/office/drawing/2014/main" id="{6FF32BA6-47D5-4B7E-3E73-A0E4DCAF9046}"/>
              </a:ext>
            </a:extLst>
          </p:cNvPr>
          <p:cNvSpPr>
            <a:spLocks noGrp="1"/>
          </p:cNvSpPr>
          <p:nvPr>
            <p:ph type="title"/>
          </p:nvPr>
        </p:nvSpPr>
        <p:spPr/>
        <p:txBody>
          <a:bodyPr/>
          <a:lstStyle/>
          <a:p>
            <a:pPr eaLnBrk="1" hangingPunct="1"/>
            <a:r>
              <a:rPr lang="en-US" altLang="en-US"/>
              <a:t>Disruptive Technologies</a:t>
            </a:r>
          </a:p>
        </p:txBody>
      </p:sp>
      <p:sp>
        <p:nvSpPr>
          <p:cNvPr id="48131" name="Content Placeholder 2">
            <a:extLst>
              <a:ext uri="{FF2B5EF4-FFF2-40B4-BE49-F238E27FC236}">
                <a16:creationId xmlns:a16="http://schemas.microsoft.com/office/drawing/2014/main" id="{620A6C38-6392-F341-B414-EA8CAD75E5CC}"/>
              </a:ext>
            </a:extLst>
          </p:cNvPr>
          <p:cNvSpPr>
            <a:spLocks noGrp="1"/>
          </p:cNvSpPr>
          <p:nvPr>
            <p:ph idx="1"/>
          </p:nvPr>
        </p:nvSpPr>
        <p:spPr bwMode="auto">
          <a:xfrm>
            <a:off x="581192" y="2228003"/>
            <a:ext cx="7989752" cy="4172797"/>
          </a:xfrm>
        </p:spPr>
        <p:txBody>
          <a:bodyPr wrap="square" numCol="1" anchor="t" anchorCtr="0" compatLnSpc="1">
            <a:prstTxWarp prst="textNoShape">
              <a:avLst/>
            </a:prstTxWarp>
            <a:normAutofit fontScale="47500" lnSpcReduction="20000"/>
          </a:bodyPr>
          <a:lstStyle/>
          <a:p>
            <a:pPr eaLnBrk="1" hangingPunct="1">
              <a:buSzTx/>
            </a:pPr>
            <a:r>
              <a:rPr lang="en-US" altLang="en-US" sz="4400" dirty="0"/>
              <a:t>Technology that brings sweeping change to businesses, industries, markets </a:t>
            </a:r>
          </a:p>
          <a:p>
            <a:pPr eaLnBrk="1" hangingPunct="1">
              <a:buSzTx/>
            </a:pPr>
            <a:r>
              <a:rPr lang="en-US" altLang="en-US" sz="4400" dirty="0"/>
              <a:t>Substitute products that perform as well as or better than existing product (i.e. cars substitute horses, iTunes, Netflix)</a:t>
            </a:r>
          </a:p>
          <a:p>
            <a:pPr eaLnBrk="1" hangingPunct="1">
              <a:buSzTx/>
            </a:pPr>
            <a:r>
              <a:rPr lang="en-US" altLang="en-US" sz="4400" dirty="0"/>
              <a:t>Examples: personal computers, smartphones , Big Data and AI. </a:t>
            </a:r>
          </a:p>
          <a:p>
            <a:pPr eaLnBrk="1" hangingPunct="1">
              <a:buSzTx/>
            </a:pPr>
            <a:r>
              <a:rPr lang="en-US" altLang="en-US" sz="4400" dirty="0"/>
              <a:t>First movers and fast followers</a:t>
            </a:r>
          </a:p>
          <a:p>
            <a:pPr lvl="1" eaLnBrk="1" hangingPunct="1"/>
            <a:r>
              <a:rPr lang="en-US" altLang="en-US" sz="2900" dirty="0">
                <a:solidFill>
                  <a:schemeClr val="accent2"/>
                </a:solidFill>
              </a:rPr>
              <a:t>First movers</a:t>
            </a:r>
            <a:r>
              <a:rPr lang="en-US" altLang="en-US" sz="2900" dirty="0"/>
              <a:t>—inventors of disruptive technologies (i.e. Citi </a:t>
            </a:r>
            <a:r>
              <a:rPr lang="en-US" altLang="en-US" sz="2900" dirty="0" err="1"/>
              <a:t>Bak</a:t>
            </a:r>
            <a:r>
              <a:rPr lang="en-US" altLang="en-US" sz="2900" dirty="0"/>
              <a:t> ATM, Netscape Sony Walkman )</a:t>
            </a:r>
          </a:p>
          <a:p>
            <a:pPr lvl="1" eaLnBrk="1" hangingPunct="1"/>
            <a:r>
              <a:rPr lang="en-US" altLang="en-US" sz="2900" dirty="0">
                <a:solidFill>
                  <a:schemeClr val="accent2"/>
                </a:solidFill>
              </a:rPr>
              <a:t>Fast followers</a:t>
            </a:r>
            <a:r>
              <a:rPr lang="en-US" altLang="en-US" sz="2900" dirty="0"/>
              <a:t>—firms with the size and resources to capitalize on that technology (</a:t>
            </a:r>
            <a:r>
              <a:rPr lang="en-US" altLang="en-US" sz="2500" dirty="0">
                <a:solidFill>
                  <a:srgbClr val="C00000"/>
                </a:solidFill>
              </a:rPr>
              <a:t>Business that recognizes others good ideas quickly and moves to implement them within the organization</a:t>
            </a:r>
            <a:r>
              <a:rPr lang="en-US" altLang="en-US" sz="2900" dirty="0"/>
              <a:t>) Example: AWS, Samsung</a:t>
            </a:r>
            <a:br>
              <a:rPr lang="en-US" altLang="en-US" sz="2900" dirty="0"/>
            </a:br>
            <a:r>
              <a:rPr lang="en-US" altLang="en-US" dirty="0"/>
              <a:t/>
            </a:r>
            <a:br>
              <a:rPr lang="en-US" altLang="en-US" dirty="0"/>
            </a:br>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4">
            <a:extLst>
              <a:ext uri="{FF2B5EF4-FFF2-40B4-BE49-F238E27FC236}">
                <a16:creationId xmlns:a16="http://schemas.microsoft.com/office/drawing/2014/main" id="{9BC93539-48E0-32BD-06CD-A0F7DF2D457B}"/>
              </a:ext>
            </a:extLst>
          </p:cNvPr>
          <p:cNvSpPr>
            <a:spLocks noGrp="1"/>
          </p:cNvSpPr>
          <p:nvPr>
            <p:ph type="title"/>
          </p:nvPr>
        </p:nvSpPr>
        <p:spPr/>
        <p:txBody>
          <a:bodyPr/>
          <a:lstStyle/>
          <a:p>
            <a:pPr eaLnBrk="1" hangingPunct="1"/>
            <a:r>
              <a:rPr lang="en-US" altLang="en-US"/>
              <a:t>Organizational Structure</a:t>
            </a:r>
          </a:p>
        </p:txBody>
      </p:sp>
      <p:sp>
        <p:nvSpPr>
          <p:cNvPr id="50179" name="Content Placeholder 2">
            <a:extLst>
              <a:ext uri="{FF2B5EF4-FFF2-40B4-BE49-F238E27FC236}">
                <a16:creationId xmlns:a16="http://schemas.microsoft.com/office/drawing/2014/main" id="{CEF6F76C-959A-A180-7144-BE527CB7B9FE}"/>
              </a:ext>
            </a:extLst>
          </p:cNvPr>
          <p:cNvSpPr>
            <a:spLocks noGrp="1"/>
          </p:cNvSpPr>
          <p:nvPr>
            <p:ph idx="1"/>
          </p:nvPr>
        </p:nvSpPr>
        <p:spPr bwMode="auto">
          <a:xfrm>
            <a:off x="457200" y="1981200"/>
            <a:ext cx="8229600" cy="4525963"/>
          </a:xfrm>
        </p:spPr>
        <p:txBody>
          <a:bodyPr wrap="square" numCol="1" anchor="t" anchorCtr="0" compatLnSpc="1">
            <a:prstTxWarp prst="textNoShape">
              <a:avLst/>
            </a:prstTxWarp>
            <a:normAutofit lnSpcReduction="10000"/>
          </a:bodyPr>
          <a:lstStyle/>
          <a:p>
            <a:pPr eaLnBrk="1" hangingPunct="1">
              <a:buSzTx/>
            </a:pPr>
            <a:r>
              <a:rPr lang="en-US" altLang="en-US" sz="2000" dirty="0"/>
              <a:t>Five basic kinds of organizational structure (</a:t>
            </a:r>
            <a:r>
              <a:rPr lang="en-US" altLang="en-US" sz="2000" dirty="0">
                <a:solidFill>
                  <a:srgbClr val="C00000"/>
                </a:solidFill>
              </a:rPr>
              <a:t>Mintzberg</a:t>
            </a:r>
            <a:r>
              <a:rPr lang="en-US" altLang="en-US" sz="2000" dirty="0"/>
              <a:t>)</a:t>
            </a:r>
          </a:p>
          <a:p>
            <a:pPr lvl="1" eaLnBrk="1" hangingPunct="1"/>
            <a:r>
              <a:rPr lang="en-US" altLang="en-US" sz="1800" b="1" dirty="0"/>
              <a:t>Entrepreneurial</a:t>
            </a:r>
            <a:r>
              <a:rPr lang="en-US" altLang="en-US" sz="1800" dirty="0"/>
              <a:t>: </a:t>
            </a:r>
            <a:r>
              <a:rPr lang="en-US" altLang="en-US" sz="2000" i="1" dirty="0"/>
              <a:t>young, small, poorly designed system in a rush </a:t>
            </a:r>
            <a:r>
              <a:rPr lang="en-US" altLang="en-US" sz="1400" i="1" dirty="0">
                <a:solidFill>
                  <a:srgbClr val="C00000"/>
                </a:solidFill>
              </a:rPr>
              <a:t>i.e. small startup firm </a:t>
            </a:r>
          </a:p>
          <a:p>
            <a:pPr lvl="1" eaLnBrk="1" hangingPunct="1"/>
            <a:r>
              <a:rPr lang="en-US" altLang="en-US" sz="1800" b="1" dirty="0"/>
              <a:t>Machine bureaucracy</a:t>
            </a:r>
            <a:r>
              <a:rPr lang="en-US" altLang="en-US" sz="1800" dirty="0"/>
              <a:t>: </a:t>
            </a:r>
            <a:r>
              <a:rPr lang="en-US" altLang="en-US" sz="2000" i="1" dirty="0"/>
              <a:t>large bureaucracy, produce standard products, centralized i.e. </a:t>
            </a:r>
            <a:r>
              <a:rPr lang="en-US" altLang="en-US" sz="1400" i="1" dirty="0">
                <a:solidFill>
                  <a:srgbClr val="C00000"/>
                </a:solidFill>
              </a:rPr>
              <a:t>manufacture firm</a:t>
            </a:r>
          </a:p>
          <a:p>
            <a:pPr lvl="1" eaLnBrk="1" hangingPunct="1"/>
            <a:r>
              <a:rPr lang="en-US" altLang="en-US" sz="1800" b="1" dirty="0" err="1"/>
              <a:t>Divisionalized</a:t>
            </a:r>
            <a:r>
              <a:rPr lang="en-US" altLang="en-US" sz="1800" b="1" dirty="0"/>
              <a:t> bureaucracy</a:t>
            </a:r>
            <a:r>
              <a:rPr lang="en-US" altLang="en-US" sz="1800" dirty="0"/>
              <a:t>: </a:t>
            </a:r>
            <a:r>
              <a:rPr lang="en-US" altLang="en-US" sz="2000" i="1" dirty="0"/>
              <a:t>multiple machine bureaucracy with each producing different product or service; in different locations, no single integrating IS (</a:t>
            </a:r>
            <a:r>
              <a:rPr lang="en-US" altLang="en-US" sz="1400" i="1" dirty="0">
                <a:solidFill>
                  <a:srgbClr val="C00000"/>
                </a:solidFill>
              </a:rPr>
              <a:t>i.e. General Motors</a:t>
            </a:r>
            <a:r>
              <a:rPr lang="en-US" altLang="en-US" sz="2000" i="1" dirty="0"/>
              <a:t>)</a:t>
            </a:r>
          </a:p>
          <a:p>
            <a:pPr lvl="1" eaLnBrk="1" hangingPunct="1"/>
            <a:r>
              <a:rPr lang="en-US" altLang="en-US" sz="1800" b="1" dirty="0"/>
              <a:t>Professional bureaucracy</a:t>
            </a:r>
            <a:r>
              <a:rPr lang="en-US" altLang="en-US" sz="1800" dirty="0"/>
              <a:t>: </a:t>
            </a:r>
            <a:r>
              <a:rPr lang="en-US" altLang="en-US" sz="1400" i="1" dirty="0">
                <a:solidFill>
                  <a:srgbClr val="C00000"/>
                </a:solidFill>
              </a:rPr>
              <a:t>i.e. hospital, school, law firms</a:t>
            </a:r>
          </a:p>
          <a:p>
            <a:pPr lvl="1" eaLnBrk="1" hangingPunct="1"/>
            <a:r>
              <a:rPr lang="en-US" altLang="en-US" sz="1800" b="1" dirty="0"/>
              <a:t>Adhocracy</a:t>
            </a:r>
            <a:r>
              <a:rPr lang="en-US" altLang="en-US" sz="1800" dirty="0"/>
              <a:t>: </a:t>
            </a:r>
            <a:r>
              <a:rPr lang="en-US" altLang="en-US" sz="2000" i="1" dirty="0"/>
              <a:t>Task force organization that must respond to rapidly changing environments , group of specialists, weak central management (</a:t>
            </a:r>
            <a:r>
              <a:rPr lang="en-US" altLang="en-US" sz="1400" i="1" dirty="0">
                <a:solidFill>
                  <a:srgbClr val="C00000"/>
                </a:solidFill>
              </a:rPr>
              <a:t>consultancy firms</a:t>
            </a:r>
            <a:r>
              <a:rPr lang="en-US" altLang="en-US" sz="2000" i="1" dirty="0"/>
              <a:t>)</a:t>
            </a:r>
            <a:endParaRPr lang="en-US" altLang="en-US" sz="1800" i="1" dirty="0"/>
          </a:p>
          <a:p>
            <a:pPr eaLnBrk="1" hangingPunct="1">
              <a:buSzTx/>
            </a:pPr>
            <a:r>
              <a:rPr lang="en-US" altLang="en-US" sz="2000" dirty="0"/>
              <a:t>Information system </a:t>
            </a:r>
            <a:r>
              <a:rPr lang="en-US" altLang="en-US" sz="2000" dirty="0">
                <a:solidFill>
                  <a:srgbClr val="C00000"/>
                </a:solidFill>
              </a:rPr>
              <a:t>often reflects </a:t>
            </a:r>
            <a:r>
              <a:rPr lang="en-US" altLang="en-US" sz="2000" dirty="0"/>
              <a:t>organizational structure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4">
            <a:extLst>
              <a:ext uri="{FF2B5EF4-FFF2-40B4-BE49-F238E27FC236}">
                <a16:creationId xmlns:a16="http://schemas.microsoft.com/office/drawing/2014/main" id="{FD8FCFA8-A82C-B762-F31D-686EC18615E1}"/>
              </a:ext>
            </a:extLst>
          </p:cNvPr>
          <p:cNvSpPr>
            <a:spLocks noGrp="1"/>
          </p:cNvSpPr>
          <p:nvPr>
            <p:ph type="title"/>
          </p:nvPr>
        </p:nvSpPr>
        <p:spPr/>
        <p:txBody>
          <a:bodyPr/>
          <a:lstStyle/>
          <a:p>
            <a:pPr eaLnBrk="1" hangingPunct="1"/>
            <a:r>
              <a:rPr lang="en-US" altLang="en-US"/>
              <a:t>Other Organizational Features</a:t>
            </a:r>
          </a:p>
        </p:txBody>
      </p:sp>
      <p:sp>
        <p:nvSpPr>
          <p:cNvPr id="52227" name="Content Placeholder 2">
            <a:extLst>
              <a:ext uri="{FF2B5EF4-FFF2-40B4-BE49-F238E27FC236}">
                <a16:creationId xmlns:a16="http://schemas.microsoft.com/office/drawing/2014/main" id="{7C5C6014-3586-D718-CEAE-91F2B6AD30C6}"/>
              </a:ext>
            </a:extLst>
          </p:cNvPr>
          <p:cNvSpPr>
            <a:spLocks noGrp="1"/>
          </p:cNvSpPr>
          <p:nvPr>
            <p:ph idx="1"/>
          </p:nvPr>
        </p:nvSpPr>
        <p:spPr bwMode="auto">
          <a:xfrm>
            <a:off x="581192" y="2057400"/>
            <a:ext cx="7989752" cy="4495799"/>
          </a:xfrm>
        </p:spPr>
        <p:txBody>
          <a:bodyPr wrap="square" numCol="1" anchor="t" anchorCtr="0" compatLnSpc="1">
            <a:prstTxWarp prst="textNoShape">
              <a:avLst/>
            </a:prstTxWarp>
          </a:bodyPr>
          <a:lstStyle/>
          <a:p>
            <a:pPr eaLnBrk="1" hangingPunct="1">
              <a:buSzTx/>
            </a:pPr>
            <a:r>
              <a:rPr lang="en-US" altLang="en-US" sz="2400" dirty="0"/>
              <a:t>Goals</a:t>
            </a:r>
          </a:p>
          <a:p>
            <a:pPr lvl="1" eaLnBrk="1" hangingPunct="1"/>
            <a:r>
              <a:rPr lang="en-US" altLang="en-US" sz="2000" dirty="0"/>
              <a:t>Means to achieve them (</a:t>
            </a:r>
            <a:r>
              <a:rPr lang="en-US" altLang="en-US" sz="2000" dirty="0">
                <a:solidFill>
                  <a:schemeClr val="accent2"/>
                </a:solidFill>
              </a:rPr>
              <a:t>Coercive</a:t>
            </a:r>
            <a:r>
              <a:rPr lang="en-US" altLang="en-US" sz="2000" dirty="0"/>
              <a:t>: i.e. prison, utilitarian: i.e. business, </a:t>
            </a:r>
            <a:r>
              <a:rPr lang="en-US" altLang="en-US" sz="2000" dirty="0">
                <a:solidFill>
                  <a:schemeClr val="accent2"/>
                </a:solidFill>
              </a:rPr>
              <a:t>normative</a:t>
            </a:r>
            <a:r>
              <a:rPr lang="en-US" altLang="en-US" sz="2000" dirty="0"/>
              <a:t>: i.e. universities, and so on)</a:t>
            </a:r>
          </a:p>
          <a:p>
            <a:pPr eaLnBrk="1" hangingPunct="1">
              <a:buSzTx/>
            </a:pPr>
            <a:r>
              <a:rPr lang="en-US" altLang="en-US" sz="2400" dirty="0"/>
              <a:t>Constituencies (serve different groups): some benefiting their members, others benefiting their clients, stakeholders or the public</a:t>
            </a:r>
          </a:p>
          <a:p>
            <a:pPr eaLnBrk="1" hangingPunct="1">
              <a:buSzTx/>
            </a:pPr>
            <a:r>
              <a:rPr lang="en-US" altLang="en-US" sz="2400" dirty="0"/>
              <a:t>Leadership styles (i.e. democratic or authoritarian)</a:t>
            </a:r>
          </a:p>
          <a:p>
            <a:pPr eaLnBrk="1" hangingPunct="1">
              <a:buSzTx/>
            </a:pPr>
            <a:r>
              <a:rPr lang="en-US" altLang="en-US" sz="2400" dirty="0"/>
              <a:t>Types of tasks (task they perform or technology they use) </a:t>
            </a:r>
          </a:p>
          <a:p>
            <a:pPr eaLnBrk="1" hangingPunct="1">
              <a:buSzTx/>
            </a:pPr>
            <a:r>
              <a:rPr lang="en-US" altLang="en-US" sz="2400" dirty="0"/>
              <a:t>Different environments </a:t>
            </a:r>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a:p>
            <a:pPr lvl="1" eaLnBrk="1" hangingPunct="1"/>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4">
            <a:extLst>
              <a:ext uri="{FF2B5EF4-FFF2-40B4-BE49-F238E27FC236}">
                <a16:creationId xmlns:a16="http://schemas.microsoft.com/office/drawing/2014/main" id="{033F336A-3649-7D38-D699-82934D07DEB5}"/>
              </a:ext>
            </a:extLst>
          </p:cNvPr>
          <p:cNvSpPr>
            <a:spLocks noGrp="1"/>
          </p:cNvSpPr>
          <p:nvPr>
            <p:ph type="title"/>
          </p:nvPr>
        </p:nvSpPr>
        <p:spPr>
          <a:xfrm>
            <a:off x="457200" y="228600"/>
            <a:ext cx="8229600" cy="1096963"/>
          </a:xfrm>
        </p:spPr>
        <p:txBody>
          <a:bodyPr/>
          <a:lstStyle/>
          <a:p>
            <a:pPr eaLnBrk="1" hangingPunct="1"/>
            <a:r>
              <a:rPr lang="en-US" altLang="en-US"/>
              <a:t>1. Economic Impacts</a:t>
            </a:r>
          </a:p>
        </p:txBody>
      </p:sp>
      <p:sp>
        <p:nvSpPr>
          <p:cNvPr id="56323" name="Content Placeholder 2">
            <a:extLst>
              <a:ext uri="{FF2B5EF4-FFF2-40B4-BE49-F238E27FC236}">
                <a16:creationId xmlns:a16="http://schemas.microsoft.com/office/drawing/2014/main" id="{38FD3B88-B17B-B07D-1B12-6945607D30C9}"/>
              </a:ext>
            </a:extLst>
          </p:cNvPr>
          <p:cNvSpPr>
            <a:spLocks noGrp="1"/>
          </p:cNvSpPr>
          <p:nvPr>
            <p:ph idx="1"/>
          </p:nvPr>
        </p:nvSpPr>
        <p:spPr bwMode="auto">
          <a:xfrm>
            <a:off x="581192" y="2228003"/>
            <a:ext cx="7989752" cy="4401397"/>
          </a:xfrm>
        </p:spPr>
        <p:txBody>
          <a:bodyPr wrap="square" numCol="1" anchor="t" anchorCtr="0" compatLnSpc="1">
            <a:prstTxWarp prst="textNoShape">
              <a:avLst/>
            </a:prstTxWarp>
            <a:normAutofit fontScale="92500" lnSpcReduction="10000"/>
          </a:bodyPr>
          <a:lstStyle/>
          <a:p>
            <a:pPr algn="just" eaLnBrk="1" hangingPunct="1">
              <a:buSzTx/>
            </a:pPr>
            <a:r>
              <a:rPr lang="en-US" altLang="en-US" sz="2800" dirty="0">
                <a:solidFill>
                  <a:srgbClr val="C00000"/>
                </a:solidFill>
              </a:rPr>
              <a:t>IT changes </a:t>
            </a:r>
            <a:r>
              <a:rPr lang="en-US" altLang="en-US" sz="2800" dirty="0"/>
              <a:t>relative </a:t>
            </a:r>
            <a:r>
              <a:rPr lang="en-US" altLang="en-US" sz="2800" b="1" dirty="0"/>
              <a:t>costs of capital </a:t>
            </a:r>
            <a:r>
              <a:rPr lang="en-US" altLang="en-US" sz="2800" dirty="0"/>
              <a:t>(buildings, machinery), </a:t>
            </a:r>
            <a:r>
              <a:rPr lang="en-US" altLang="en-US" sz="2800" b="1" dirty="0"/>
              <a:t>labor</a:t>
            </a:r>
            <a:r>
              <a:rPr lang="en-US" altLang="en-US" sz="2800" dirty="0"/>
              <a:t> and the </a:t>
            </a:r>
            <a:r>
              <a:rPr lang="en-US" altLang="en-US" sz="2800" b="1" dirty="0"/>
              <a:t>costs of information</a:t>
            </a:r>
          </a:p>
          <a:p>
            <a:pPr algn="just" eaLnBrk="1" hangingPunct="1">
              <a:buSzTx/>
            </a:pPr>
            <a:r>
              <a:rPr lang="en-US" altLang="en-US" sz="2800" dirty="0"/>
              <a:t>Information systems technology is a factor of production that can be </a:t>
            </a:r>
            <a:r>
              <a:rPr lang="en-US" altLang="en-US" sz="2800" dirty="0">
                <a:solidFill>
                  <a:srgbClr val="C00000"/>
                </a:solidFill>
              </a:rPr>
              <a:t>substitute</a:t>
            </a:r>
            <a:r>
              <a:rPr lang="en-US" altLang="en-US" sz="2800" dirty="0"/>
              <a:t> for traditional capital and labor</a:t>
            </a:r>
          </a:p>
          <a:p>
            <a:pPr algn="just" eaLnBrk="1" hangingPunct="1">
              <a:buSzTx/>
            </a:pPr>
            <a:r>
              <a:rPr lang="en-US" altLang="en-US" sz="2800" dirty="0"/>
              <a:t>IT affects the </a:t>
            </a:r>
            <a:r>
              <a:rPr lang="en-US" altLang="en-US" sz="2800" dirty="0">
                <a:solidFill>
                  <a:srgbClr val="C00000"/>
                </a:solidFill>
              </a:rPr>
              <a:t>cost and quality of information </a:t>
            </a:r>
            <a:r>
              <a:rPr lang="en-US" altLang="en-US" sz="2800" dirty="0"/>
              <a:t>and changes </a:t>
            </a:r>
            <a:r>
              <a:rPr lang="en-US" altLang="en-US" sz="2800" dirty="0">
                <a:solidFill>
                  <a:srgbClr val="C00000"/>
                </a:solidFill>
              </a:rPr>
              <a:t>economics of information </a:t>
            </a:r>
          </a:p>
          <a:p>
            <a:pPr lvl="1" algn="just">
              <a:buSzTx/>
            </a:pPr>
            <a:r>
              <a:rPr lang="en-US" altLang="en-US" sz="2200" dirty="0"/>
              <a:t>Information technology helps firms contract in size because it can reduce transaction costs (the cost of participating in markets)</a:t>
            </a:r>
          </a:p>
          <a:p>
            <a:pPr lvl="2" algn="just" eaLnBrk="1" hangingPunct="1"/>
            <a:r>
              <a:rPr lang="en-US" altLang="en-US" sz="2200" dirty="0"/>
              <a:t>Outsourcing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4">
            <a:extLst>
              <a:ext uri="{FF2B5EF4-FFF2-40B4-BE49-F238E27FC236}">
                <a16:creationId xmlns:a16="http://schemas.microsoft.com/office/drawing/2014/main" id="{30543874-6CD9-6C2F-1F8F-734B316C629A}"/>
              </a:ext>
            </a:extLst>
          </p:cNvPr>
          <p:cNvSpPr>
            <a:spLocks noGrp="1"/>
          </p:cNvSpPr>
          <p:nvPr>
            <p:ph type="title"/>
          </p:nvPr>
        </p:nvSpPr>
        <p:spPr>
          <a:xfrm>
            <a:off x="533400" y="207963"/>
            <a:ext cx="8229600" cy="1096962"/>
          </a:xfrm>
        </p:spPr>
        <p:txBody>
          <a:bodyPr/>
          <a:lstStyle/>
          <a:p>
            <a:pPr eaLnBrk="1" hangingPunct="1"/>
            <a:r>
              <a:rPr lang="en-US" altLang="en-US"/>
              <a:t>A. Transaction Cost Theory</a:t>
            </a:r>
          </a:p>
        </p:txBody>
      </p:sp>
      <p:sp>
        <p:nvSpPr>
          <p:cNvPr id="27651" name="Content Placeholder 2">
            <a:extLst>
              <a:ext uri="{FF2B5EF4-FFF2-40B4-BE49-F238E27FC236}">
                <a16:creationId xmlns:a16="http://schemas.microsoft.com/office/drawing/2014/main" id="{A92BA4A6-4AE5-5569-3190-86E6978456A8}"/>
              </a:ext>
            </a:extLst>
          </p:cNvPr>
          <p:cNvSpPr>
            <a:spLocks noGrp="1"/>
          </p:cNvSpPr>
          <p:nvPr>
            <p:ph idx="1"/>
          </p:nvPr>
        </p:nvSpPr>
        <p:spPr bwMode="auto"/>
        <p:txBody>
          <a:bodyPr wrap="square" numCol="1" anchor="t" anchorCtr="0" compatLnSpc="1">
            <a:prstTxWarp prst="textNoShape">
              <a:avLst/>
            </a:prstTxWarp>
          </a:bodyPr>
          <a:lstStyle/>
          <a:p>
            <a:pPr eaLnBrk="1" hangingPunct="1">
              <a:buSzTx/>
              <a:defRPr/>
            </a:pPr>
            <a:r>
              <a:rPr lang="en-US" altLang="en-US" dirty="0"/>
              <a:t>Firms seek to economize on transaction costs (the costs of participating in markets)</a:t>
            </a:r>
          </a:p>
          <a:p>
            <a:pPr lvl="1" eaLnBrk="1" hangingPunct="1">
              <a:defRPr/>
            </a:pPr>
            <a:r>
              <a:rPr lang="en-US" altLang="en-US" dirty="0"/>
              <a:t>Vertical integration, hiring more employees, buying suppliers and distributors  </a:t>
            </a:r>
          </a:p>
          <a:p>
            <a:pPr eaLnBrk="1" hangingPunct="1">
              <a:buSzTx/>
              <a:defRPr/>
            </a:pPr>
            <a:r>
              <a:rPr lang="en-US" altLang="en-US" dirty="0"/>
              <a:t>IT lowers market transaction costs, making it worthwhile for firms to transact with other firms rather than grow the number of employees,  e.g.: outsource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4">
            <a:extLst>
              <a:ext uri="{FF2B5EF4-FFF2-40B4-BE49-F238E27FC236}">
                <a16:creationId xmlns:a16="http://schemas.microsoft.com/office/drawing/2014/main" id="{16719E64-F78F-92A6-8E47-753B992215FF}"/>
              </a:ext>
            </a:extLst>
          </p:cNvPr>
          <p:cNvSpPr>
            <a:spLocks noGrp="1"/>
          </p:cNvSpPr>
          <p:nvPr>
            <p:ph type="title"/>
          </p:nvPr>
        </p:nvSpPr>
        <p:spPr/>
        <p:txBody>
          <a:bodyPr/>
          <a:lstStyle/>
          <a:p>
            <a:pPr eaLnBrk="1" hangingPunct="1"/>
            <a:r>
              <a:rPr lang="en-US" altLang="en-US"/>
              <a:t>B. Agency Theory (=Principle-Agency Theory)</a:t>
            </a:r>
            <a:endParaRPr lang="en-US" altLang="en-US" b="0"/>
          </a:p>
        </p:txBody>
      </p:sp>
      <p:sp>
        <p:nvSpPr>
          <p:cNvPr id="61443" name="Content Placeholder 2">
            <a:extLst>
              <a:ext uri="{FF2B5EF4-FFF2-40B4-BE49-F238E27FC236}">
                <a16:creationId xmlns:a16="http://schemas.microsoft.com/office/drawing/2014/main" id="{A927B7F0-3B32-16F8-1F9A-04C3BF3AADD1}"/>
              </a:ext>
            </a:extLst>
          </p:cNvPr>
          <p:cNvSpPr>
            <a:spLocks noGrp="1"/>
          </p:cNvSpPr>
          <p:nvPr>
            <p:ph idx="1"/>
          </p:nvPr>
        </p:nvSpPr>
        <p:spPr bwMode="auto"/>
        <p:txBody>
          <a:bodyPr wrap="square" numCol="1" anchor="t" anchorCtr="0" compatLnSpc="1">
            <a:prstTxWarp prst="textNoShape">
              <a:avLst/>
            </a:prstTxWarp>
          </a:bodyPr>
          <a:lstStyle/>
          <a:p>
            <a:pPr eaLnBrk="1" hangingPunct="1">
              <a:buSzTx/>
            </a:pPr>
            <a:r>
              <a:rPr lang="en-US" altLang="en-US" dirty="0"/>
              <a:t>Principle = owner; Agency= employee</a:t>
            </a:r>
          </a:p>
          <a:p>
            <a:pPr eaLnBrk="1" hangingPunct="1">
              <a:buSzTx/>
            </a:pPr>
            <a:r>
              <a:rPr lang="en-US" altLang="en-US" dirty="0"/>
              <a:t>A company is a collection of deals between people looking out for their own interests who need overseeing.</a:t>
            </a:r>
          </a:p>
          <a:p>
            <a:pPr eaLnBrk="1" hangingPunct="1">
              <a:buSzTx/>
            </a:pPr>
            <a:r>
              <a:rPr lang="en-US" altLang="en-US" dirty="0"/>
              <a:t>Firms experience </a:t>
            </a:r>
            <a:r>
              <a:rPr lang="en-US" altLang="en-US" dirty="0">
                <a:solidFill>
                  <a:srgbClr val="C00000"/>
                </a:solidFill>
              </a:rPr>
              <a:t>agency costs </a:t>
            </a:r>
            <a:r>
              <a:rPr lang="en-US" altLang="en-US" sz="2000" dirty="0"/>
              <a:t>(the cost of managing and supervising = cost of internal management) </a:t>
            </a:r>
            <a:r>
              <a:rPr lang="en-US" altLang="en-US" dirty="0"/>
              <a:t>which rise as firm grows</a:t>
            </a:r>
          </a:p>
          <a:p>
            <a:pPr eaLnBrk="1" hangingPunct="1">
              <a:buSzTx/>
            </a:pPr>
            <a:r>
              <a:rPr lang="en-US" altLang="en-US" dirty="0"/>
              <a:t>IT can reduce agency costs, making it possible for firms to grow without adding to the costs of supervising, and without adding employees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4">
            <a:extLst>
              <a:ext uri="{FF2B5EF4-FFF2-40B4-BE49-F238E27FC236}">
                <a16:creationId xmlns:a16="http://schemas.microsoft.com/office/drawing/2014/main" id="{77E944A2-7BD8-17DD-87F6-F490824CA318}"/>
              </a:ext>
            </a:extLst>
          </p:cNvPr>
          <p:cNvSpPr>
            <a:spLocks noGrp="1"/>
          </p:cNvSpPr>
          <p:nvPr>
            <p:ph type="title"/>
          </p:nvPr>
        </p:nvSpPr>
        <p:spPr>
          <a:xfrm>
            <a:off x="457200" y="304800"/>
            <a:ext cx="8229600" cy="1096963"/>
          </a:xfrm>
        </p:spPr>
        <p:txBody>
          <a:bodyPr/>
          <a:lstStyle/>
          <a:p>
            <a:pPr eaLnBrk="1" hangingPunct="1"/>
            <a:r>
              <a:rPr lang="en-US" altLang="en-US"/>
              <a:t>2. Organizational and Behavioral Impacts</a:t>
            </a:r>
          </a:p>
        </p:txBody>
      </p:sp>
      <p:sp>
        <p:nvSpPr>
          <p:cNvPr id="63491" name="Content Placeholder 2">
            <a:extLst>
              <a:ext uri="{FF2B5EF4-FFF2-40B4-BE49-F238E27FC236}">
                <a16:creationId xmlns:a16="http://schemas.microsoft.com/office/drawing/2014/main" id="{99007A94-AB3D-0F19-591E-1B3367AF85BB}"/>
              </a:ext>
            </a:extLst>
          </p:cNvPr>
          <p:cNvSpPr>
            <a:spLocks noGrp="1"/>
          </p:cNvSpPr>
          <p:nvPr>
            <p:ph idx="1"/>
          </p:nvPr>
        </p:nvSpPr>
        <p:spPr bwMode="auto"/>
        <p:txBody>
          <a:bodyPr wrap="square" numCol="1" anchor="t" anchorCtr="0" compatLnSpc="1">
            <a:prstTxWarp prst="textNoShape">
              <a:avLst/>
            </a:prstTxWarp>
            <a:normAutofit lnSpcReduction="10000"/>
          </a:bodyPr>
          <a:lstStyle/>
          <a:p>
            <a:pPr eaLnBrk="1" hangingPunct="1">
              <a:buSzTx/>
            </a:pPr>
            <a:r>
              <a:rPr lang="en-US" altLang="en-US" dirty="0"/>
              <a:t>IT flattens organizations</a:t>
            </a:r>
          </a:p>
          <a:p>
            <a:pPr lvl="1" eaLnBrk="1" hangingPunct="1"/>
            <a:r>
              <a:rPr lang="en-US" altLang="en-US" dirty="0"/>
              <a:t>Decision making is pushed to lower levels (i.e. banks)</a:t>
            </a:r>
          </a:p>
          <a:p>
            <a:pPr lvl="1" eaLnBrk="1" hangingPunct="1"/>
            <a:r>
              <a:rPr lang="en-US" altLang="en-US" dirty="0"/>
              <a:t>Fewer managers are needed (IT enables faster decision making and increases span of control) </a:t>
            </a:r>
          </a:p>
          <a:p>
            <a:pPr lvl="1" eaLnBrk="1" hangingPunct="1"/>
            <a:r>
              <a:rPr lang="en-US" altLang="en-US" dirty="0">
                <a:solidFill>
                  <a:srgbClr val="C00000"/>
                </a:solidFill>
              </a:rPr>
              <a:t>i.e. mangers can manage and control more workers in different locations </a:t>
            </a:r>
          </a:p>
          <a:p>
            <a:pPr eaLnBrk="1" hangingPunct="1">
              <a:buSzTx/>
            </a:pPr>
            <a:r>
              <a:rPr lang="en-US" altLang="en-US" dirty="0"/>
              <a:t>Postindustrial organizations</a:t>
            </a:r>
          </a:p>
          <a:p>
            <a:pPr lvl="1" eaLnBrk="1" hangingPunct="1"/>
            <a:r>
              <a:rPr lang="en-US" altLang="en-US" dirty="0"/>
              <a:t>Organizations </a:t>
            </a:r>
            <a:r>
              <a:rPr lang="en-US" altLang="en-US" dirty="0">
                <a:solidFill>
                  <a:srgbClr val="C00000"/>
                </a:solidFill>
              </a:rPr>
              <a:t>flatten</a:t>
            </a:r>
            <a:r>
              <a:rPr lang="en-US" altLang="en-US" dirty="0"/>
              <a:t> because in postindustrial societies, authority increasingly relies on </a:t>
            </a:r>
            <a:r>
              <a:rPr lang="en-US" altLang="en-US" b="1" dirty="0">
                <a:solidFill>
                  <a:srgbClr val="C00000"/>
                </a:solidFill>
              </a:rPr>
              <a:t>knowledge</a:t>
            </a:r>
            <a:r>
              <a:rPr lang="en-US" altLang="en-US" dirty="0"/>
              <a:t> and </a:t>
            </a:r>
            <a:r>
              <a:rPr lang="en-US" altLang="en-US" b="1" dirty="0">
                <a:solidFill>
                  <a:srgbClr val="C00000"/>
                </a:solidFill>
              </a:rPr>
              <a:t>competence</a:t>
            </a:r>
            <a:r>
              <a:rPr lang="en-US" altLang="en-US" dirty="0"/>
              <a:t> </a:t>
            </a:r>
            <a:r>
              <a:rPr lang="en-US" altLang="en-US" b="1" dirty="0"/>
              <a:t>rather than formal positions</a:t>
            </a:r>
          </a:p>
          <a:p>
            <a:pPr lvl="1" eaLnBrk="1" hangingPunct="1"/>
            <a:r>
              <a:rPr lang="en-US" altLang="en-US" dirty="0">
                <a:solidFill>
                  <a:srgbClr val="C00000"/>
                </a:solidFill>
              </a:rPr>
              <a:t>i.e. consultancy firm: consultants tend to be self-managing, decision making is decentralized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descr="Figure 3.4 illustrates the relationships between routines, business processes and firms.">
            <a:extLst>
              <a:ext uri="{FF2B5EF4-FFF2-40B4-BE49-F238E27FC236}">
                <a16:creationId xmlns:a16="http://schemas.microsoft.com/office/drawing/2014/main" id="{2A7CDDE1-76F7-214B-E7F9-806C8A62905A}"/>
              </a:ext>
            </a:extLst>
          </p:cNvPr>
          <p:cNvSpPr>
            <a:spLocks noGrp="1"/>
          </p:cNvSpPr>
          <p:nvPr>
            <p:ph type="title"/>
          </p:nvPr>
        </p:nvSpPr>
        <p:spPr/>
        <p:txBody>
          <a:bodyPr>
            <a:normAutofit/>
          </a:bodyPr>
          <a:lstStyle/>
          <a:p>
            <a:pPr eaLnBrk="1" hangingPunct="1"/>
            <a:r>
              <a:rPr lang="en-US" altLang="en-US" dirty="0">
                <a:solidFill>
                  <a:schemeClr val="accent2"/>
                </a:solidFill>
              </a:rPr>
              <a:t>Flattening Organizations</a:t>
            </a:r>
          </a:p>
        </p:txBody>
      </p:sp>
      <p:pic>
        <p:nvPicPr>
          <p:cNvPr id="2" name="Picture 2" descr="Two organizational charts compare the role of information systems. For a full description, see Notes. Press F6.">
            <a:extLst>
              <a:ext uri="{FF2B5EF4-FFF2-40B4-BE49-F238E27FC236}">
                <a16:creationId xmlns:a16="http://schemas.microsoft.com/office/drawing/2014/main" id="{EDBCF459-D5A8-540F-1C28-9F7439943F5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371600" y="780447"/>
            <a:ext cx="7056921" cy="52971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4">
            <a:extLst>
              <a:ext uri="{FF2B5EF4-FFF2-40B4-BE49-F238E27FC236}">
                <a16:creationId xmlns:a16="http://schemas.microsoft.com/office/drawing/2014/main" id="{49A94B16-5DF0-8025-ADF3-92F59A1FC1FE}"/>
              </a:ext>
            </a:extLst>
          </p:cNvPr>
          <p:cNvSpPr>
            <a:spLocks noGrp="1"/>
          </p:cNvSpPr>
          <p:nvPr>
            <p:ph type="title"/>
          </p:nvPr>
        </p:nvSpPr>
        <p:spPr/>
        <p:txBody>
          <a:bodyPr/>
          <a:lstStyle/>
          <a:p>
            <a:pPr eaLnBrk="1" hangingPunct="1"/>
            <a:r>
              <a:rPr lang="en-US" altLang="en-US"/>
              <a:t>Understanding Organizational Resistance to Change</a:t>
            </a:r>
          </a:p>
        </p:txBody>
      </p:sp>
      <p:sp>
        <p:nvSpPr>
          <p:cNvPr id="32771" name="Content Placeholder 2">
            <a:extLst>
              <a:ext uri="{FF2B5EF4-FFF2-40B4-BE49-F238E27FC236}">
                <a16:creationId xmlns:a16="http://schemas.microsoft.com/office/drawing/2014/main" id="{42EEE0A9-DA35-BD31-DA36-613CEC525492}"/>
              </a:ext>
            </a:extLst>
          </p:cNvPr>
          <p:cNvSpPr>
            <a:spLocks noGrp="1"/>
          </p:cNvSpPr>
          <p:nvPr>
            <p:ph idx="1"/>
          </p:nvPr>
        </p:nvSpPr>
        <p:spPr bwMode="auto">
          <a:xfrm>
            <a:off x="602963" y="1981200"/>
            <a:ext cx="8229600" cy="4525962"/>
          </a:xfrm>
        </p:spPr>
        <p:txBody>
          <a:bodyPr wrap="square" numCol="1" anchor="t" anchorCtr="0" compatLnSpc="1">
            <a:prstTxWarp prst="textNoShape">
              <a:avLst/>
            </a:prstTxWarp>
            <a:normAutofit lnSpcReduction="10000"/>
          </a:bodyPr>
          <a:lstStyle/>
          <a:p>
            <a:pPr eaLnBrk="1" hangingPunct="1">
              <a:buSzTx/>
              <a:defRPr/>
            </a:pPr>
            <a:r>
              <a:rPr lang="en-US" altLang="en-US" sz="2400" dirty="0"/>
              <a:t>Information systems become </a:t>
            </a:r>
            <a:r>
              <a:rPr lang="en-US" altLang="en-US" sz="2400" dirty="0">
                <a:solidFill>
                  <a:srgbClr val="C00000"/>
                </a:solidFill>
              </a:rPr>
              <a:t>bound up in organizational politics</a:t>
            </a:r>
            <a:r>
              <a:rPr lang="en-US" altLang="en-US" sz="2400" dirty="0"/>
              <a:t> because they </a:t>
            </a:r>
            <a:r>
              <a:rPr lang="en-US" altLang="en-US" sz="2400" b="1" dirty="0"/>
              <a:t>influence access to a key resource—information</a:t>
            </a:r>
          </a:p>
          <a:p>
            <a:pPr eaLnBrk="1" hangingPunct="1">
              <a:buSzTx/>
              <a:defRPr/>
            </a:pPr>
            <a:r>
              <a:rPr lang="en-US" altLang="en-US" sz="2400" dirty="0"/>
              <a:t>Information systems potentially </a:t>
            </a:r>
            <a:r>
              <a:rPr lang="en-US" altLang="en-US" sz="2400" dirty="0">
                <a:solidFill>
                  <a:srgbClr val="C00000"/>
                </a:solidFill>
              </a:rPr>
              <a:t>change</a:t>
            </a:r>
            <a:r>
              <a:rPr lang="en-US" altLang="en-US" sz="2400" dirty="0"/>
              <a:t> an organization</a:t>
            </a:r>
            <a:r>
              <a:rPr lang="en-US" altLang="ja-JP" sz="2400" dirty="0">
                <a:ea typeface="MS PGothic" panose="020B0600070205080204" pitchFamily="34" charset="-128"/>
                <a:cs typeface="Arial" panose="020B0604020202020204" pitchFamily="34" charset="0"/>
              </a:rPr>
              <a:t>’s </a:t>
            </a:r>
            <a:r>
              <a:rPr lang="en-US" altLang="ja-JP" sz="2400" dirty="0">
                <a:solidFill>
                  <a:srgbClr val="C00000"/>
                </a:solidFill>
                <a:ea typeface="MS PGothic" panose="020B0600070205080204" pitchFamily="34" charset="-128"/>
                <a:cs typeface="Arial" panose="020B0604020202020204" pitchFamily="34" charset="0"/>
              </a:rPr>
              <a:t>structure, culture, politics, and work</a:t>
            </a:r>
          </a:p>
          <a:p>
            <a:pPr eaLnBrk="1" hangingPunct="1">
              <a:buSzTx/>
              <a:defRPr/>
            </a:pPr>
            <a:r>
              <a:rPr lang="en-US" altLang="en-US" sz="2400" dirty="0"/>
              <a:t>Four factors influence the resistance to change:</a:t>
            </a:r>
          </a:p>
          <a:p>
            <a:pPr lvl="1" eaLnBrk="1" hangingPunct="1">
              <a:defRPr/>
            </a:pPr>
            <a:r>
              <a:rPr lang="en-US" altLang="en-US" dirty="0"/>
              <a:t>Nature of the IT innovation</a:t>
            </a:r>
          </a:p>
          <a:p>
            <a:pPr lvl="1" eaLnBrk="1" hangingPunct="1">
              <a:defRPr/>
            </a:pPr>
            <a:r>
              <a:rPr lang="en-US" altLang="en-US" dirty="0"/>
              <a:t>Structure of organization</a:t>
            </a:r>
          </a:p>
          <a:p>
            <a:pPr lvl="1" eaLnBrk="1" hangingPunct="1">
              <a:defRPr/>
            </a:pPr>
            <a:r>
              <a:rPr lang="en-US" altLang="en-US" dirty="0"/>
              <a:t>Culture of people in the organization</a:t>
            </a:r>
          </a:p>
          <a:p>
            <a:pPr lvl="1" eaLnBrk="1" hangingPunct="1">
              <a:defRPr/>
            </a:pPr>
            <a:r>
              <a:rPr lang="en-US" altLang="en-US" dirty="0"/>
              <a:t>Tasks affected by innovation</a:t>
            </a:r>
          </a:p>
          <a:p>
            <a:pPr marL="457200" lvl="1" indent="0" eaLnBrk="1" hangingPunct="1">
              <a:buFont typeface="Arial" panose="020B0604020202020204" pitchFamily="34" charset="0"/>
              <a:buNone/>
              <a:defRPr/>
            </a:pPr>
            <a:endParaRPr lang="en-US" altLang="en-US" sz="1800" b="1" dirty="0">
              <a:solidFill>
                <a:srgbClr val="C00000"/>
              </a:solidFill>
            </a:endParaRPr>
          </a:p>
          <a:p>
            <a:pPr marL="457200" lvl="1" indent="0" eaLnBrk="1" hangingPunct="1">
              <a:buFont typeface="Arial" panose="020B0604020202020204" pitchFamily="34" charset="0"/>
              <a:buNone/>
              <a:defRPr/>
            </a:pPr>
            <a:r>
              <a:rPr lang="en-US" altLang="en-US" sz="1800" b="1" dirty="0">
                <a:solidFill>
                  <a:srgbClr val="C00000"/>
                </a:solidFill>
              </a:rPr>
              <a:t>The only way to bring change is to change all (4) at the same time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descr="Figure 3.4 illustrates the relationships between routines, business processes and firms.">
            <a:extLst>
              <a:ext uri="{FF2B5EF4-FFF2-40B4-BE49-F238E27FC236}">
                <a16:creationId xmlns:a16="http://schemas.microsoft.com/office/drawing/2014/main" id="{53F97606-19C1-E129-90AB-811C9EAD78C0}"/>
              </a:ext>
            </a:extLst>
          </p:cNvPr>
          <p:cNvSpPr>
            <a:spLocks noGrp="1"/>
          </p:cNvSpPr>
          <p:nvPr>
            <p:ph type="title"/>
          </p:nvPr>
        </p:nvSpPr>
        <p:spPr/>
        <p:txBody>
          <a:bodyPr>
            <a:normAutofit fontScale="90000"/>
          </a:bodyPr>
          <a:lstStyle/>
          <a:p>
            <a:pPr eaLnBrk="1" hangingPunct="1"/>
            <a:r>
              <a:rPr lang="en-US" altLang="en-US" dirty="0">
                <a:solidFill>
                  <a:schemeClr val="accent2"/>
                </a:solidFill>
              </a:rPr>
              <a:t>Organizational Resistance to Information System Innovations</a:t>
            </a:r>
          </a:p>
        </p:txBody>
      </p:sp>
      <p:pic>
        <p:nvPicPr>
          <p:cNvPr id="71683" name="Picture 2" descr="Figure 3.7 illustrates elements involved in organizational resistance.">
            <a:extLst>
              <a:ext uri="{FF2B5EF4-FFF2-40B4-BE49-F238E27FC236}">
                <a16:creationId xmlns:a16="http://schemas.microsoft.com/office/drawing/2014/main" id="{54314DFB-E502-0D26-4457-09594EE43D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447800"/>
            <a:ext cx="6049963" cy="469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Rectangle 1">
            <a:extLst>
              <a:ext uri="{FF2B5EF4-FFF2-40B4-BE49-F238E27FC236}">
                <a16:creationId xmlns:a16="http://schemas.microsoft.com/office/drawing/2014/main" id="{FE08C52D-3267-7C0D-879A-F3253E64D57D}"/>
              </a:ext>
            </a:extLst>
          </p:cNvPr>
          <p:cNvSpPr>
            <a:spLocks noChangeArrowheads="1"/>
          </p:cNvSpPr>
          <p:nvPr/>
        </p:nvSpPr>
        <p:spPr bwMode="auto">
          <a:xfrm>
            <a:off x="-228600" y="4724400"/>
            <a:ext cx="2819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1500"/>
              </a:spcBef>
              <a:buClr>
                <a:srgbClr val="007FA3"/>
              </a:buClr>
              <a:buFont typeface="Arial" panose="020B0604020202020204" pitchFamily="34" charset="0"/>
              <a:buChar char="•"/>
              <a:defRPr sz="1600">
                <a:solidFill>
                  <a:schemeClr val="tx1"/>
                </a:solidFill>
                <a:latin typeface="Arial" panose="020B0604020202020204" pitchFamily="34" charset="0"/>
              </a:defRPr>
            </a:lvl1pPr>
            <a:lvl2pPr>
              <a:spcBef>
                <a:spcPts val="600"/>
              </a:spcBef>
              <a:buClr>
                <a:srgbClr val="007FA3"/>
              </a:buClr>
              <a:buFont typeface="Arial" panose="020B0604020202020204" pitchFamily="34" charset="0"/>
              <a:buChar char="–"/>
              <a:defRPr sz="1600">
                <a:solidFill>
                  <a:schemeClr val="tx1"/>
                </a:solidFill>
                <a:latin typeface="Arial" panose="020B0604020202020204" pitchFamily="34" charset="0"/>
              </a:defRPr>
            </a:lvl2pPr>
            <a:lvl3pPr marL="1143000" indent="-228600">
              <a:spcBef>
                <a:spcPts val="600"/>
              </a:spcBef>
              <a:buClr>
                <a:srgbClr val="007FA3"/>
              </a:buClr>
              <a:buFont typeface="Wingdings" panose="05000000000000000000" pitchFamily="2" charset="2"/>
              <a:buChar char="§"/>
              <a:defRPr sz="1600">
                <a:solidFill>
                  <a:schemeClr val="tx1"/>
                </a:solidFill>
                <a:latin typeface="Arial" panose="020B0604020202020204" pitchFamily="34" charset="0"/>
              </a:defRPr>
            </a:lvl3pPr>
            <a:lvl4pPr marL="1600200" indent="-228600">
              <a:spcBef>
                <a:spcPts val="600"/>
              </a:spcBef>
              <a:buClr>
                <a:srgbClr val="007FA3"/>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ts val="600"/>
              </a:spcBef>
              <a:buClr>
                <a:srgbClr val="007FA3"/>
              </a:buClr>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ts val="600"/>
              </a:spcBef>
              <a:spcAft>
                <a:spcPct val="0"/>
              </a:spcAft>
              <a:buClr>
                <a:srgbClr val="007FA3"/>
              </a:buClr>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ts val="600"/>
              </a:spcBef>
              <a:spcAft>
                <a:spcPct val="0"/>
              </a:spcAft>
              <a:buClr>
                <a:srgbClr val="007FA3"/>
              </a:buClr>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ts val="600"/>
              </a:spcBef>
              <a:spcAft>
                <a:spcPct val="0"/>
              </a:spcAft>
              <a:buClr>
                <a:srgbClr val="007FA3"/>
              </a:buClr>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ts val="600"/>
              </a:spcBef>
              <a:spcAft>
                <a:spcPct val="0"/>
              </a:spcAft>
              <a:buClr>
                <a:srgbClr val="007FA3"/>
              </a:buClr>
              <a:buFont typeface="Arial" panose="020B0604020202020204" pitchFamily="34" charset="0"/>
              <a:buChar char="•"/>
              <a:defRPr sz="1600">
                <a:solidFill>
                  <a:schemeClr val="tx1"/>
                </a:solidFill>
                <a:latin typeface="Arial" panose="020B0604020202020204" pitchFamily="34" charset="0"/>
              </a:defRPr>
            </a:lvl9pPr>
          </a:lstStyle>
          <a:p>
            <a:pPr lvl="1" eaLnBrk="1" hangingPunct="1">
              <a:spcBef>
                <a:spcPct val="0"/>
              </a:spcBef>
              <a:buClrTx/>
              <a:buFontTx/>
              <a:buNone/>
            </a:pPr>
            <a:r>
              <a:rPr lang="en-US" altLang="en-US" sz="1800" b="1" dirty="0">
                <a:solidFill>
                  <a:srgbClr val="C00000"/>
                </a:solidFill>
              </a:rPr>
              <a:t>The only way to bring change is to change all (4) at the same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4">
            <a:extLst>
              <a:ext uri="{FF2B5EF4-FFF2-40B4-BE49-F238E27FC236}">
                <a16:creationId xmlns:a16="http://schemas.microsoft.com/office/drawing/2014/main" id="{F9D9188B-85A8-31A9-3B7E-A965CE5492BE}"/>
              </a:ext>
            </a:extLst>
          </p:cNvPr>
          <p:cNvSpPr>
            <a:spLocks noGrp="1"/>
          </p:cNvSpPr>
          <p:nvPr>
            <p:ph type="title"/>
          </p:nvPr>
        </p:nvSpPr>
        <p:spPr/>
        <p:txBody>
          <a:bodyPr/>
          <a:lstStyle/>
          <a:p>
            <a:pPr eaLnBrk="1" hangingPunct="1"/>
            <a:r>
              <a:rPr lang="en-US" altLang="en-US"/>
              <a:t>The Internet and Organizations</a:t>
            </a:r>
          </a:p>
        </p:txBody>
      </p:sp>
      <p:sp>
        <p:nvSpPr>
          <p:cNvPr id="73731" name="Content Placeholder 2">
            <a:extLst>
              <a:ext uri="{FF2B5EF4-FFF2-40B4-BE49-F238E27FC236}">
                <a16:creationId xmlns:a16="http://schemas.microsoft.com/office/drawing/2014/main" id="{68FEE5FB-426D-9022-C192-1A13173DAEC0}"/>
              </a:ext>
            </a:extLst>
          </p:cNvPr>
          <p:cNvSpPr>
            <a:spLocks noGrp="1"/>
          </p:cNvSpPr>
          <p:nvPr>
            <p:ph idx="1"/>
          </p:nvPr>
        </p:nvSpPr>
        <p:spPr bwMode="auto"/>
        <p:txBody>
          <a:bodyPr wrap="square" numCol="1" anchor="t" anchorCtr="0" compatLnSpc="1">
            <a:prstTxWarp prst="textNoShape">
              <a:avLst/>
            </a:prstTxWarp>
            <a:normAutofit fontScale="92500" lnSpcReduction="20000"/>
          </a:bodyPr>
          <a:lstStyle/>
          <a:p>
            <a:pPr eaLnBrk="1" hangingPunct="1">
              <a:buSzTx/>
            </a:pPr>
            <a:r>
              <a:rPr lang="en-US" altLang="en-US" sz="2800" dirty="0"/>
              <a:t>The </a:t>
            </a:r>
            <a:r>
              <a:rPr lang="en-US" altLang="en-US" sz="2800" dirty="0">
                <a:solidFill>
                  <a:srgbClr val="C00000"/>
                </a:solidFill>
              </a:rPr>
              <a:t>Internet</a:t>
            </a:r>
            <a:r>
              <a:rPr lang="en-US" altLang="en-US" sz="2800" dirty="0"/>
              <a:t> should also have a </a:t>
            </a:r>
            <a:r>
              <a:rPr lang="en-US" altLang="en-US" sz="2800" dirty="0">
                <a:solidFill>
                  <a:srgbClr val="C00000"/>
                </a:solidFill>
              </a:rPr>
              <a:t>flattening effect </a:t>
            </a:r>
            <a:r>
              <a:rPr lang="en-US" altLang="en-US" sz="2800" dirty="0"/>
              <a:t>on many organizations</a:t>
            </a:r>
          </a:p>
          <a:p>
            <a:pPr eaLnBrk="1" hangingPunct="1">
              <a:buSzTx/>
            </a:pPr>
            <a:r>
              <a:rPr lang="en-US" altLang="en-US" sz="2800" dirty="0"/>
              <a:t>The Internet increases the accessibility, storage, and distribution of information and knowledge for organizations</a:t>
            </a:r>
          </a:p>
          <a:p>
            <a:pPr eaLnBrk="1" hangingPunct="1">
              <a:buSzTx/>
            </a:pPr>
            <a:r>
              <a:rPr lang="en-US" altLang="en-US" sz="2800" dirty="0"/>
              <a:t>The </a:t>
            </a:r>
            <a:r>
              <a:rPr lang="en-US" altLang="en-US" sz="2800" dirty="0">
                <a:solidFill>
                  <a:srgbClr val="C00000"/>
                </a:solidFill>
              </a:rPr>
              <a:t>Internet</a:t>
            </a:r>
            <a:r>
              <a:rPr lang="en-US" altLang="en-US" sz="2800" dirty="0"/>
              <a:t> can greatly </a:t>
            </a:r>
            <a:r>
              <a:rPr lang="en-US" altLang="en-US" sz="2800" b="1" dirty="0"/>
              <a:t>lower</a:t>
            </a:r>
            <a:r>
              <a:rPr lang="en-US" altLang="en-US" sz="2800" dirty="0"/>
              <a:t> </a:t>
            </a:r>
            <a:r>
              <a:rPr lang="en-US" altLang="en-US" sz="2800" dirty="0">
                <a:solidFill>
                  <a:srgbClr val="C00000"/>
                </a:solidFill>
              </a:rPr>
              <a:t>transaction and agency costs</a:t>
            </a:r>
          </a:p>
          <a:p>
            <a:pPr lvl="1" eaLnBrk="1" hangingPunct="1"/>
            <a:r>
              <a:rPr lang="en-US" altLang="en-US" sz="2400" dirty="0"/>
              <a:t>Example: Large firm delivers internal manuals to employees via a corporate website, saving millions of dollars in distribution costs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4">
            <a:extLst>
              <a:ext uri="{FF2B5EF4-FFF2-40B4-BE49-F238E27FC236}">
                <a16:creationId xmlns:a16="http://schemas.microsoft.com/office/drawing/2014/main" id="{A292BAEF-7B34-A0F6-D95D-E3A735D3AD78}"/>
              </a:ext>
            </a:extLst>
          </p:cNvPr>
          <p:cNvSpPr>
            <a:spLocks noGrp="1"/>
          </p:cNvSpPr>
          <p:nvPr>
            <p:ph type="title"/>
          </p:nvPr>
        </p:nvSpPr>
        <p:spPr/>
        <p:txBody>
          <a:bodyPr/>
          <a:lstStyle/>
          <a:p>
            <a:pPr eaLnBrk="1" hangingPunct="1"/>
            <a:r>
              <a:rPr lang="en-US" altLang="en-US"/>
              <a:t>Porter</a:t>
            </a:r>
            <a:r>
              <a:rPr lang="en-US" altLang="ja-JP">
                <a:ea typeface="MS PGothic" panose="020B0600070205080204" pitchFamily="34" charset="-128"/>
                <a:cs typeface="Arial" panose="020B0604020202020204" pitchFamily="34" charset="0"/>
              </a:rPr>
              <a:t>’s Competitive Forces Model (1 of 3)</a:t>
            </a:r>
            <a:endParaRPr lang="en-US" altLang="en-US"/>
          </a:p>
        </p:txBody>
      </p:sp>
      <p:sp>
        <p:nvSpPr>
          <p:cNvPr id="36867" name="Content Placeholder 2">
            <a:extLst>
              <a:ext uri="{FF2B5EF4-FFF2-40B4-BE49-F238E27FC236}">
                <a16:creationId xmlns:a16="http://schemas.microsoft.com/office/drawing/2014/main" id="{DFDED0D2-6D0C-6E78-6143-DF1067001F65}"/>
              </a:ext>
            </a:extLst>
          </p:cNvPr>
          <p:cNvSpPr>
            <a:spLocks noGrp="1"/>
          </p:cNvSpPr>
          <p:nvPr>
            <p:ph idx="1"/>
          </p:nvPr>
        </p:nvSpPr>
        <p:spPr bwMode="auto">
          <a:xfrm>
            <a:off x="581192" y="2228003"/>
            <a:ext cx="7989752" cy="4096597"/>
          </a:xfrm>
        </p:spPr>
        <p:txBody>
          <a:bodyPr wrap="square" numCol="1" anchor="t" anchorCtr="0" compatLnSpc="1">
            <a:prstTxWarp prst="textNoShape">
              <a:avLst/>
            </a:prstTxWarp>
            <a:normAutofit fontScale="92500" lnSpcReduction="10000"/>
          </a:bodyPr>
          <a:lstStyle/>
          <a:p>
            <a:pPr eaLnBrk="1" hangingPunct="1">
              <a:buSzTx/>
              <a:defRPr/>
            </a:pPr>
            <a:r>
              <a:rPr lang="en-US" altLang="en-US" sz="2400" dirty="0"/>
              <a:t>Why do some firms become leaders in their industry?</a:t>
            </a:r>
          </a:p>
          <a:p>
            <a:pPr marL="0" indent="0" eaLnBrk="1" hangingPunct="1">
              <a:buSzTx/>
              <a:buFont typeface="Arial" panose="020B0604020202020204" pitchFamily="34" charset="0"/>
              <a:buNone/>
              <a:defRPr/>
            </a:pPr>
            <a:r>
              <a:rPr lang="en-US" altLang="en-US" sz="2400" dirty="0"/>
              <a:t>	</a:t>
            </a:r>
            <a:r>
              <a:rPr lang="en-US" altLang="en-US" dirty="0"/>
              <a:t>i.e. Amazon,  iTunes, Netflix, Google</a:t>
            </a:r>
          </a:p>
          <a:p>
            <a:pPr eaLnBrk="1" hangingPunct="1">
              <a:buSzTx/>
              <a:defRPr/>
            </a:pPr>
            <a:r>
              <a:rPr lang="en-US" altLang="en-US" sz="2400" dirty="0"/>
              <a:t>Michael Porter’s competitive forces model</a:t>
            </a:r>
          </a:p>
          <a:p>
            <a:pPr lvl="1" eaLnBrk="1" hangingPunct="1">
              <a:defRPr/>
            </a:pPr>
            <a:r>
              <a:rPr lang="en-US" altLang="en-US" dirty="0"/>
              <a:t>Provides general view of firm, its competitors, and environment</a:t>
            </a:r>
          </a:p>
          <a:p>
            <a:pPr eaLnBrk="1" hangingPunct="1">
              <a:buSzTx/>
              <a:defRPr/>
            </a:pPr>
            <a:r>
              <a:rPr lang="en-US" altLang="en-US" sz="2400" dirty="0"/>
              <a:t>Five competitive forces shape fate of firm:</a:t>
            </a:r>
          </a:p>
          <a:p>
            <a:pPr lvl="1" eaLnBrk="1" hangingPunct="1">
              <a:defRPr/>
            </a:pPr>
            <a:r>
              <a:rPr lang="en-US" altLang="en-US" sz="1800" dirty="0"/>
              <a:t>Traditional competitors </a:t>
            </a:r>
          </a:p>
          <a:p>
            <a:pPr lvl="1" eaLnBrk="1" hangingPunct="1">
              <a:defRPr/>
            </a:pPr>
            <a:r>
              <a:rPr lang="en-US" altLang="en-US" sz="1800" dirty="0"/>
              <a:t>New market entrants </a:t>
            </a:r>
          </a:p>
          <a:p>
            <a:pPr lvl="1" eaLnBrk="1" hangingPunct="1">
              <a:defRPr/>
            </a:pPr>
            <a:r>
              <a:rPr lang="en-US" altLang="en-US" sz="1800" dirty="0"/>
              <a:t>Substitute products and services</a:t>
            </a:r>
          </a:p>
          <a:p>
            <a:pPr lvl="1" eaLnBrk="1" hangingPunct="1">
              <a:defRPr/>
            </a:pPr>
            <a:r>
              <a:rPr lang="en-US" altLang="en-US" sz="1800" dirty="0"/>
              <a:t>Customers</a:t>
            </a:r>
          </a:p>
          <a:p>
            <a:pPr lvl="1" eaLnBrk="1" hangingPunct="1">
              <a:defRPr/>
            </a:pPr>
            <a:r>
              <a:rPr lang="en-US" altLang="en-US" sz="1800" dirty="0"/>
              <a:t>Suppliers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B3D7D1DB-45AC-3469-0082-0D65FCB6C5B7}"/>
              </a:ext>
            </a:extLst>
          </p:cNvPr>
          <p:cNvSpPr>
            <a:spLocks noGrp="1"/>
          </p:cNvSpPr>
          <p:nvPr>
            <p:ph type="title"/>
          </p:nvPr>
        </p:nvSpPr>
        <p:spPr/>
        <p:txBody>
          <a:bodyPr/>
          <a:lstStyle/>
          <a:p>
            <a:pPr eaLnBrk="1" hangingPunct="1"/>
            <a:r>
              <a:rPr lang="en-US" altLang="en-US"/>
              <a:t>Porter</a:t>
            </a:r>
            <a:r>
              <a:rPr lang="en-US" altLang="ja-JP">
                <a:ea typeface="MS PGothic" panose="020B0600070205080204" pitchFamily="34" charset="-128"/>
                <a:cs typeface="Arial" panose="020B0604020202020204" pitchFamily="34" charset="0"/>
              </a:rPr>
              <a:t>’s Competitive Forces Model (2 of 3)</a:t>
            </a:r>
            <a:endParaRPr lang="en-US" altLang="en-US"/>
          </a:p>
        </p:txBody>
      </p:sp>
      <p:sp>
        <p:nvSpPr>
          <p:cNvPr id="81923" name="Content Placeholder 2">
            <a:extLst>
              <a:ext uri="{FF2B5EF4-FFF2-40B4-BE49-F238E27FC236}">
                <a16:creationId xmlns:a16="http://schemas.microsoft.com/office/drawing/2014/main" id="{3CBF3823-613E-9289-FAA2-9D6BA618EEC8}"/>
              </a:ext>
            </a:extLst>
          </p:cNvPr>
          <p:cNvSpPr>
            <a:spLocks noGrp="1"/>
          </p:cNvSpPr>
          <p:nvPr>
            <p:ph idx="1"/>
          </p:nvPr>
        </p:nvSpPr>
        <p:spPr bwMode="auto"/>
        <p:txBody>
          <a:bodyPr wrap="square" numCol="1" anchor="t" anchorCtr="0" compatLnSpc="1">
            <a:prstTxWarp prst="textNoShape">
              <a:avLst/>
            </a:prstTxWarp>
            <a:normAutofit fontScale="92500" lnSpcReduction="20000"/>
          </a:bodyPr>
          <a:lstStyle/>
          <a:p>
            <a:pPr eaLnBrk="1" hangingPunct="1">
              <a:buSzTx/>
            </a:pPr>
            <a:r>
              <a:rPr lang="en-US" altLang="en-US" sz="2400" dirty="0">
                <a:solidFill>
                  <a:schemeClr val="accent2"/>
                </a:solidFill>
              </a:rPr>
              <a:t>Traditional competitors</a:t>
            </a:r>
          </a:p>
          <a:p>
            <a:pPr lvl="1" eaLnBrk="1" hangingPunct="1"/>
            <a:r>
              <a:rPr lang="en-US" altLang="en-US" sz="2000" dirty="0"/>
              <a:t>All firms share market space with competitors who are continuously devising new products, services, efficiencies, and </a:t>
            </a:r>
            <a:r>
              <a:rPr lang="en-US" altLang="en-US" sz="2000" dirty="0">
                <a:solidFill>
                  <a:srgbClr val="C00000"/>
                </a:solidFill>
              </a:rPr>
              <a:t>switching costs</a:t>
            </a:r>
          </a:p>
          <a:p>
            <a:pPr eaLnBrk="1" hangingPunct="1">
              <a:buSzTx/>
            </a:pPr>
            <a:r>
              <a:rPr lang="en-US" altLang="en-US" sz="2400" dirty="0">
                <a:solidFill>
                  <a:schemeClr val="accent2"/>
                </a:solidFill>
              </a:rPr>
              <a:t>New market entrants </a:t>
            </a:r>
          </a:p>
          <a:p>
            <a:pPr lvl="1" eaLnBrk="1" hangingPunct="1"/>
            <a:r>
              <a:rPr lang="en-US" altLang="en-US" sz="2000" dirty="0"/>
              <a:t>Some industries, its easier to get into business i.e. pizza restaurant </a:t>
            </a:r>
          </a:p>
          <a:p>
            <a:pPr lvl="1" eaLnBrk="1" hangingPunct="1"/>
            <a:r>
              <a:rPr lang="en-US" altLang="en-US" sz="2000" dirty="0"/>
              <a:t>Some industries have high barriers to entry, for example, computer chip business</a:t>
            </a:r>
          </a:p>
          <a:p>
            <a:pPr lvl="1" eaLnBrk="1" hangingPunct="1"/>
            <a:r>
              <a:rPr lang="en-US" altLang="en-US" sz="2000" dirty="0"/>
              <a:t>New companies have new equipment, younger workers, inexpensive and innovative - but little brand recognition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A6F1A272-D377-D61D-730E-93BBBFF08426}"/>
              </a:ext>
            </a:extLst>
          </p:cNvPr>
          <p:cNvSpPr>
            <a:spLocks noGrp="1"/>
          </p:cNvSpPr>
          <p:nvPr>
            <p:ph type="title"/>
          </p:nvPr>
        </p:nvSpPr>
        <p:spPr/>
        <p:txBody>
          <a:bodyPr/>
          <a:lstStyle/>
          <a:p>
            <a:pPr eaLnBrk="1" hangingPunct="1"/>
            <a:r>
              <a:rPr lang="en-US" altLang="en-US"/>
              <a:t>Porter</a:t>
            </a:r>
            <a:r>
              <a:rPr lang="en-US" altLang="ja-JP">
                <a:ea typeface="MS PGothic" panose="020B0600070205080204" pitchFamily="34" charset="-128"/>
                <a:cs typeface="Arial" panose="020B0604020202020204" pitchFamily="34" charset="0"/>
              </a:rPr>
              <a:t>’s Competitive Forces Model (3 of 3)</a:t>
            </a:r>
            <a:endParaRPr lang="en-US" altLang="en-US"/>
          </a:p>
        </p:txBody>
      </p:sp>
      <p:sp>
        <p:nvSpPr>
          <p:cNvPr id="38915" name="Content Placeholder 2">
            <a:extLst>
              <a:ext uri="{FF2B5EF4-FFF2-40B4-BE49-F238E27FC236}">
                <a16:creationId xmlns:a16="http://schemas.microsoft.com/office/drawing/2014/main" id="{C7BF1B95-D73C-76D2-9AAF-1AA2EBBFD55E}"/>
              </a:ext>
            </a:extLst>
          </p:cNvPr>
          <p:cNvSpPr>
            <a:spLocks noGrp="1"/>
          </p:cNvSpPr>
          <p:nvPr>
            <p:ph idx="1"/>
          </p:nvPr>
        </p:nvSpPr>
        <p:spPr bwMode="auto"/>
        <p:txBody>
          <a:bodyPr wrap="square" numCol="1" anchor="t" anchorCtr="0" compatLnSpc="1">
            <a:prstTxWarp prst="textNoShape">
              <a:avLst/>
            </a:prstTxWarp>
            <a:normAutofit fontScale="85000" lnSpcReduction="20000"/>
          </a:bodyPr>
          <a:lstStyle/>
          <a:p>
            <a:pPr eaLnBrk="1" hangingPunct="1">
              <a:buSzTx/>
              <a:defRPr/>
            </a:pPr>
            <a:r>
              <a:rPr lang="en-US" altLang="en-US" sz="2600" dirty="0">
                <a:solidFill>
                  <a:schemeClr val="accent2"/>
                </a:solidFill>
              </a:rPr>
              <a:t>Substitute products and services</a:t>
            </a:r>
          </a:p>
          <a:p>
            <a:pPr lvl="1" eaLnBrk="1" hangingPunct="1">
              <a:defRPr/>
            </a:pPr>
            <a:r>
              <a:rPr lang="en-US" altLang="en-US" sz="2000" dirty="0"/>
              <a:t>Substitutes customers might use if your prices become too high, for example, iTunes substitutes for CDs</a:t>
            </a:r>
          </a:p>
          <a:p>
            <a:pPr eaLnBrk="1" hangingPunct="1">
              <a:buSzTx/>
              <a:defRPr/>
            </a:pPr>
            <a:r>
              <a:rPr lang="en-US" altLang="en-US" sz="2400" dirty="0">
                <a:solidFill>
                  <a:schemeClr val="accent2"/>
                </a:solidFill>
              </a:rPr>
              <a:t>Customers </a:t>
            </a:r>
          </a:p>
          <a:p>
            <a:pPr lvl="1" eaLnBrk="1" hangingPunct="1">
              <a:defRPr/>
            </a:pPr>
            <a:r>
              <a:rPr lang="en-US" altLang="en-US" sz="2000" dirty="0"/>
              <a:t>Can customers easily switch to competitor</a:t>
            </a:r>
            <a:r>
              <a:rPr lang="en-US" altLang="ja-JP" sz="2000" dirty="0">
                <a:ea typeface="MS PGothic" panose="020B0600070205080204" pitchFamily="34" charset="-128"/>
                <a:cs typeface="Arial" panose="020B0604020202020204" pitchFamily="34" charset="0"/>
              </a:rPr>
              <a:t>'s products? Can they force businesses to compete on price alone in transparent marketplace?</a:t>
            </a:r>
          </a:p>
          <a:p>
            <a:pPr eaLnBrk="1" hangingPunct="1">
              <a:buSzTx/>
              <a:defRPr/>
            </a:pPr>
            <a:r>
              <a:rPr lang="en-US" altLang="en-US" sz="2400" dirty="0">
                <a:solidFill>
                  <a:schemeClr val="accent2"/>
                </a:solidFill>
              </a:rPr>
              <a:t>Suppliers</a:t>
            </a:r>
          </a:p>
          <a:p>
            <a:pPr lvl="1" eaLnBrk="1" hangingPunct="1">
              <a:defRPr/>
            </a:pPr>
            <a:r>
              <a:rPr lang="en-US" altLang="en-US" sz="2000" dirty="0">
                <a:ea typeface="MS PGothic" panose="020B0600070205080204" pitchFamily="34" charset="-128"/>
                <a:cs typeface="Arial" panose="020B0604020202020204" pitchFamily="34" charset="0"/>
              </a:rPr>
              <a:t>Market power of suppliers have a significant impact on firm profit (when firm cannot raise prices as fast as suppliers)… </a:t>
            </a:r>
          </a:p>
          <a:p>
            <a:pPr marL="457200" lvl="1" indent="0" eaLnBrk="1" hangingPunct="1">
              <a:buFont typeface="Arial" panose="020B0604020202020204" pitchFamily="34" charset="0"/>
              <a:buNone/>
              <a:defRPr/>
            </a:pPr>
            <a:r>
              <a:rPr lang="en-US" altLang="en-US" sz="2000" i="1" dirty="0">
                <a:ea typeface="MS PGothic" panose="020B0600070205080204" pitchFamily="34" charset="-128"/>
                <a:cs typeface="Arial" panose="020B0604020202020204" pitchFamily="34" charset="0"/>
              </a:rPr>
              <a:t>      the more suppliers, the greater control over price, quality and delivery.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descr="Figure 3.4 illustrates the relationships between routines, business processes and firms.">
            <a:extLst>
              <a:ext uri="{FF2B5EF4-FFF2-40B4-BE49-F238E27FC236}">
                <a16:creationId xmlns:a16="http://schemas.microsoft.com/office/drawing/2014/main" id="{35BADA2A-727B-EE3A-3846-83D7F4067EDF}"/>
              </a:ext>
            </a:extLst>
          </p:cNvPr>
          <p:cNvSpPr>
            <a:spLocks noGrp="1"/>
          </p:cNvSpPr>
          <p:nvPr>
            <p:ph type="title"/>
          </p:nvPr>
        </p:nvSpPr>
        <p:spPr/>
        <p:txBody>
          <a:bodyPr>
            <a:normAutofit fontScale="90000"/>
          </a:bodyPr>
          <a:lstStyle/>
          <a:p>
            <a:pPr eaLnBrk="1" hangingPunct="1"/>
            <a:r>
              <a:rPr lang="en-US" altLang="en-US" dirty="0">
                <a:solidFill>
                  <a:schemeClr val="accent2"/>
                </a:solidFill>
              </a:rPr>
              <a:t>Porter’s Competitive Forces Model</a:t>
            </a:r>
          </a:p>
        </p:txBody>
      </p:sp>
      <p:pic>
        <p:nvPicPr>
          <p:cNvPr id="2" name="Picture 2" descr="A diagram illustrates how Porter's framework analyzes the competition of a business. For a full description, see Notes. Press F6. ">
            <a:extLst>
              <a:ext uri="{FF2B5EF4-FFF2-40B4-BE49-F238E27FC236}">
                <a16:creationId xmlns:a16="http://schemas.microsoft.com/office/drawing/2014/main" id="{8A386568-5DF2-BBB7-9FAB-08D99C8E02E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08146" y="1752600"/>
            <a:ext cx="8369323" cy="37972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4">
            <a:extLst>
              <a:ext uri="{FF2B5EF4-FFF2-40B4-BE49-F238E27FC236}">
                <a16:creationId xmlns:a16="http://schemas.microsoft.com/office/drawing/2014/main" id="{55C3C32F-1CA0-9DD5-4480-BA06A51B602B}"/>
              </a:ext>
            </a:extLst>
          </p:cNvPr>
          <p:cNvSpPr>
            <a:spLocks noGrp="1"/>
          </p:cNvSpPr>
          <p:nvPr>
            <p:ph type="title"/>
          </p:nvPr>
        </p:nvSpPr>
        <p:spPr/>
        <p:txBody>
          <a:bodyPr>
            <a:normAutofit fontScale="90000"/>
          </a:bodyPr>
          <a:lstStyle/>
          <a:p>
            <a:pPr eaLnBrk="1" hangingPunct="1"/>
            <a:r>
              <a:rPr lang="en-US" altLang="en-US"/>
              <a:t>Information System Strategies for Dealing</a:t>
            </a:r>
            <a:br>
              <a:rPr lang="en-US" altLang="en-US"/>
            </a:br>
            <a:r>
              <a:rPr lang="en-US" altLang="en-US"/>
              <a:t>with Competitive Forces (1 of 3)</a:t>
            </a:r>
          </a:p>
        </p:txBody>
      </p:sp>
      <p:sp>
        <p:nvSpPr>
          <p:cNvPr id="88067" name="Content Placeholder 2">
            <a:extLst>
              <a:ext uri="{FF2B5EF4-FFF2-40B4-BE49-F238E27FC236}">
                <a16:creationId xmlns:a16="http://schemas.microsoft.com/office/drawing/2014/main" id="{D268D126-BDC1-2614-0A86-6ECD1679F698}"/>
              </a:ext>
            </a:extLst>
          </p:cNvPr>
          <p:cNvSpPr>
            <a:spLocks noGrp="1"/>
          </p:cNvSpPr>
          <p:nvPr>
            <p:ph idx="1"/>
          </p:nvPr>
        </p:nvSpPr>
        <p:spPr bwMode="auto"/>
        <p:txBody>
          <a:bodyPr wrap="square" numCol="1" anchor="t" anchorCtr="0" compatLnSpc="1">
            <a:prstTxWarp prst="textNoShape">
              <a:avLst/>
            </a:prstTxWarp>
          </a:bodyPr>
          <a:lstStyle/>
          <a:p>
            <a:pPr eaLnBrk="1" hangingPunct="1">
              <a:buSzTx/>
            </a:pPr>
            <a:r>
              <a:rPr lang="en-US" altLang="en-US" sz="2800" dirty="0"/>
              <a:t>Four generic strategies for dealing with competitive forces, </a:t>
            </a:r>
            <a:r>
              <a:rPr lang="en-US" altLang="en-US" sz="2800" dirty="0">
                <a:solidFill>
                  <a:srgbClr val="C00000"/>
                </a:solidFill>
              </a:rPr>
              <a:t>enabled by using IT</a:t>
            </a:r>
            <a:r>
              <a:rPr lang="en-US" altLang="en-US" sz="2800" dirty="0"/>
              <a:t>:</a:t>
            </a:r>
          </a:p>
          <a:p>
            <a:pPr lvl="1" eaLnBrk="1" hangingPunct="1"/>
            <a:r>
              <a:rPr lang="en-US" altLang="en-US" sz="2400" dirty="0"/>
              <a:t>Low-cost leadership </a:t>
            </a:r>
          </a:p>
          <a:p>
            <a:pPr lvl="1" eaLnBrk="1" hangingPunct="1"/>
            <a:r>
              <a:rPr lang="en-US" altLang="en-US" sz="2400" dirty="0"/>
              <a:t>Product differentiation</a:t>
            </a:r>
          </a:p>
          <a:p>
            <a:pPr lvl="1" eaLnBrk="1" hangingPunct="1"/>
            <a:r>
              <a:rPr lang="en-US" altLang="en-US" sz="2400" dirty="0"/>
              <a:t>Focus on market niche</a:t>
            </a:r>
          </a:p>
          <a:p>
            <a:pPr lvl="1" eaLnBrk="1" hangingPunct="1"/>
            <a:r>
              <a:rPr lang="en-US" altLang="en-US" sz="2400" dirty="0"/>
              <a:t>Strengthen customer and supplier intimacy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4">
            <a:extLst>
              <a:ext uri="{FF2B5EF4-FFF2-40B4-BE49-F238E27FC236}">
                <a16:creationId xmlns:a16="http://schemas.microsoft.com/office/drawing/2014/main" id="{2B6EA198-92B5-D9B8-AFD0-00F19C935AE4}"/>
              </a:ext>
            </a:extLst>
          </p:cNvPr>
          <p:cNvSpPr>
            <a:spLocks noGrp="1"/>
          </p:cNvSpPr>
          <p:nvPr>
            <p:ph type="title"/>
          </p:nvPr>
        </p:nvSpPr>
        <p:spPr/>
        <p:txBody>
          <a:bodyPr>
            <a:normAutofit fontScale="90000"/>
          </a:bodyPr>
          <a:lstStyle/>
          <a:p>
            <a:pPr eaLnBrk="1" hangingPunct="1"/>
            <a:r>
              <a:rPr lang="en-US" altLang="en-US"/>
              <a:t>Information System Strategies for Dealing</a:t>
            </a:r>
            <a:br>
              <a:rPr lang="en-US" altLang="en-US"/>
            </a:br>
            <a:r>
              <a:rPr lang="en-US" altLang="en-US"/>
              <a:t>with Competitive Forces (2 of 3)</a:t>
            </a:r>
          </a:p>
        </p:txBody>
      </p:sp>
      <p:sp>
        <p:nvSpPr>
          <p:cNvPr id="90115" name="Content Placeholder 2">
            <a:extLst>
              <a:ext uri="{FF2B5EF4-FFF2-40B4-BE49-F238E27FC236}">
                <a16:creationId xmlns:a16="http://schemas.microsoft.com/office/drawing/2014/main" id="{0D959A19-8BF3-BEB2-B322-4C646EF3E0E0}"/>
              </a:ext>
            </a:extLst>
          </p:cNvPr>
          <p:cNvSpPr>
            <a:spLocks noGrp="1"/>
          </p:cNvSpPr>
          <p:nvPr>
            <p:ph idx="1"/>
          </p:nvPr>
        </p:nvSpPr>
        <p:spPr bwMode="auto">
          <a:xfrm>
            <a:off x="577124" y="2539731"/>
            <a:ext cx="7989752" cy="3861069"/>
          </a:xfrm>
        </p:spPr>
        <p:txBody>
          <a:bodyPr wrap="square" numCol="1" anchor="t" anchorCtr="0" compatLnSpc="1">
            <a:prstTxWarp prst="textNoShape">
              <a:avLst/>
            </a:prstTxWarp>
            <a:normAutofit fontScale="92500"/>
          </a:bodyPr>
          <a:lstStyle/>
          <a:p>
            <a:pPr eaLnBrk="1" hangingPunct="1">
              <a:buSzTx/>
            </a:pPr>
            <a:r>
              <a:rPr lang="en-US" altLang="en-US" dirty="0">
                <a:solidFill>
                  <a:schemeClr val="accent2"/>
                </a:solidFill>
              </a:rPr>
              <a:t>Low-cost leadership</a:t>
            </a:r>
          </a:p>
          <a:p>
            <a:pPr lvl="1" eaLnBrk="1" hangingPunct="1"/>
            <a:r>
              <a:rPr lang="en-US" altLang="en-US" dirty="0"/>
              <a:t>Produce products and services at a lower price than competitors </a:t>
            </a:r>
          </a:p>
          <a:p>
            <a:pPr lvl="1" eaLnBrk="1" hangingPunct="1"/>
            <a:r>
              <a:rPr lang="en-US" altLang="en-US" sz="1800" dirty="0"/>
              <a:t>Example: Walmart</a:t>
            </a:r>
            <a:r>
              <a:rPr lang="en-US" altLang="ja-JP" sz="1800" dirty="0">
                <a:ea typeface="MS PGothic" panose="020B0600070205080204" pitchFamily="34" charset="-128"/>
                <a:cs typeface="Arial" panose="020B0604020202020204" pitchFamily="34" charset="0"/>
              </a:rPr>
              <a:t>’s efficient customer response system/ no large store or inventory is needed (</a:t>
            </a:r>
            <a:r>
              <a:rPr lang="en-US" altLang="ja-JP" sz="1200" dirty="0">
                <a:ea typeface="MS PGothic" panose="020B0600070205080204" pitchFamily="34" charset="-128"/>
                <a:cs typeface="Arial" panose="020B0604020202020204" pitchFamily="34" charset="0"/>
                <a:hlinkClick r:id="rId3"/>
              </a:rPr>
              <a:t>https://www.youtube.com/watch?v=SUe-tSabKag&amp;t=115s</a:t>
            </a:r>
            <a:r>
              <a:rPr lang="en-US" altLang="ja-JP" sz="1800" dirty="0">
                <a:ea typeface="MS PGothic" panose="020B0600070205080204" pitchFamily="34" charset="-128"/>
                <a:cs typeface="Arial" panose="020B0604020202020204" pitchFamily="34" charset="0"/>
              </a:rPr>
              <a:t>)</a:t>
            </a:r>
          </a:p>
          <a:p>
            <a:pPr eaLnBrk="1" hangingPunct="1">
              <a:buSzTx/>
            </a:pPr>
            <a:r>
              <a:rPr lang="en-US" altLang="en-US" dirty="0">
                <a:solidFill>
                  <a:schemeClr val="accent2"/>
                </a:solidFill>
              </a:rPr>
              <a:t>Product differentiation</a:t>
            </a:r>
          </a:p>
          <a:p>
            <a:pPr lvl="1" eaLnBrk="1" hangingPunct="1"/>
            <a:r>
              <a:rPr lang="en-US" altLang="en-US" dirty="0"/>
              <a:t>Enable new products or services, greatly change customer convenience and experience (</a:t>
            </a:r>
            <a:r>
              <a:rPr lang="en-US" altLang="en-US" sz="1600" i="1" dirty="0"/>
              <a:t>difficult or hard for others to copy</a:t>
            </a:r>
            <a:r>
              <a:rPr lang="en-US" altLang="en-US" dirty="0"/>
              <a:t>)</a:t>
            </a:r>
          </a:p>
          <a:p>
            <a:pPr lvl="1" eaLnBrk="1" hangingPunct="1"/>
            <a:r>
              <a:rPr lang="en-US" altLang="en-US" dirty="0"/>
              <a:t>Example: Google (google maps), Nike (sneakers), Apple (iPod, iPhone, iPad), PayPal, eBay </a:t>
            </a:r>
          </a:p>
          <a:p>
            <a:pPr lvl="1" eaLnBrk="1" hangingPunct="1"/>
            <a:r>
              <a:rPr lang="en-US" altLang="en-US" dirty="0"/>
              <a:t>Mass customization: </a:t>
            </a:r>
            <a:r>
              <a:rPr lang="en-US" altLang="en-US" sz="1400" dirty="0"/>
              <a:t>Nike customize sneakers (customers orders customized sneakers using </a:t>
            </a:r>
            <a:r>
              <a:rPr lang="en-US" altLang="en-US" sz="1400" dirty="0" err="1"/>
              <a:t>NIKEiD</a:t>
            </a:r>
            <a:r>
              <a:rPr lang="en-US" altLang="en-US" sz="1400" dirty="0"/>
              <a:t> program on its website……process the order in its headquarter…..customer receive it in 3 weeks). </a:t>
            </a:r>
            <a:r>
              <a:rPr lang="en-US" altLang="en-US" sz="1400" dirty="0">
                <a:hlinkClick r:id="rId4"/>
              </a:rPr>
              <a:t>https://www.youtube.com/watch?v=yVd-qTiExpg</a:t>
            </a:r>
            <a:r>
              <a:rPr lang="en-US" altLang="en-US" sz="1400" dirty="0"/>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F1467636-9051-3B73-627B-868E5BC69181}"/>
              </a:ext>
            </a:extLst>
          </p:cNvPr>
          <p:cNvSpPr>
            <a:spLocks noGrp="1"/>
          </p:cNvSpPr>
          <p:nvPr>
            <p:ph type="title"/>
          </p:nvPr>
        </p:nvSpPr>
        <p:spPr/>
        <p:txBody>
          <a:bodyPr>
            <a:normAutofit fontScale="90000"/>
          </a:bodyPr>
          <a:lstStyle/>
          <a:p>
            <a:pPr eaLnBrk="1" hangingPunct="1"/>
            <a:r>
              <a:rPr lang="en-US" altLang="en-US"/>
              <a:t>Information System Strategies for Dealing</a:t>
            </a:r>
            <a:br>
              <a:rPr lang="en-US" altLang="en-US"/>
            </a:br>
            <a:r>
              <a:rPr lang="en-US" altLang="en-US"/>
              <a:t>with Competitive Forces (3 of 3)</a:t>
            </a:r>
          </a:p>
        </p:txBody>
      </p:sp>
      <p:sp>
        <p:nvSpPr>
          <p:cNvPr id="92163" name="Content Placeholder 2">
            <a:extLst>
              <a:ext uri="{FF2B5EF4-FFF2-40B4-BE49-F238E27FC236}">
                <a16:creationId xmlns:a16="http://schemas.microsoft.com/office/drawing/2014/main" id="{74780CDB-97FC-E87C-1065-8C1080ECEDE8}"/>
              </a:ext>
            </a:extLst>
          </p:cNvPr>
          <p:cNvSpPr>
            <a:spLocks noGrp="1"/>
          </p:cNvSpPr>
          <p:nvPr>
            <p:ph idx="1"/>
          </p:nvPr>
        </p:nvSpPr>
        <p:spPr bwMode="auto"/>
        <p:txBody>
          <a:bodyPr wrap="square" numCol="1" anchor="t" anchorCtr="0" compatLnSpc="1">
            <a:prstTxWarp prst="textNoShape">
              <a:avLst/>
            </a:prstTxWarp>
          </a:bodyPr>
          <a:lstStyle/>
          <a:p>
            <a:pPr eaLnBrk="1" hangingPunct="1">
              <a:buSzTx/>
            </a:pPr>
            <a:r>
              <a:rPr lang="en-US" altLang="en-US" dirty="0">
                <a:solidFill>
                  <a:schemeClr val="accent2"/>
                </a:solidFill>
              </a:rPr>
              <a:t>Focus on market niche</a:t>
            </a:r>
          </a:p>
          <a:p>
            <a:pPr lvl="1" eaLnBrk="1" hangingPunct="1"/>
            <a:r>
              <a:rPr lang="en-US" altLang="en-US" dirty="0"/>
              <a:t>Use information systems to enable a focused strategy on a single market niche; specialize</a:t>
            </a:r>
          </a:p>
          <a:p>
            <a:pPr lvl="1" eaLnBrk="1" hangingPunct="1"/>
            <a:r>
              <a:rPr lang="en-US" altLang="en-US" dirty="0"/>
              <a:t>Data come from: i.e. credit card, purchase data, websites</a:t>
            </a:r>
          </a:p>
          <a:p>
            <a:pPr lvl="1" eaLnBrk="1" hangingPunct="1"/>
            <a:r>
              <a:rPr lang="en-US" altLang="en-US" dirty="0"/>
              <a:t>Example: Hilton Hotels</a:t>
            </a:r>
            <a:r>
              <a:rPr lang="en-US" altLang="ja-JP" dirty="0">
                <a:ea typeface="MS PGothic" panose="020B0600070205080204" pitchFamily="34" charset="-128"/>
                <a:cs typeface="Arial" panose="020B0604020202020204" pitchFamily="34" charset="0"/>
              </a:rPr>
              <a:t>’ </a:t>
            </a:r>
            <a:r>
              <a:rPr lang="en-US" altLang="ja-JP" dirty="0" err="1">
                <a:ea typeface="MS PGothic" panose="020B0600070205080204" pitchFamily="34" charset="-128"/>
                <a:cs typeface="Arial" panose="020B0604020202020204" pitchFamily="34" charset="0"/>
              </a:rPr>
              <a:t>OnQ</a:t>
            </a:r>
            <a:r>
              <a:rPr lang="en-US" altLang="ja-JP" dirty="0">
                <a:ea typeface="MS PGothic" panose="020B0600070205080204" pitchFamily="34" charset="-128"/>
                <a:cs typeface="Arial" panose="020B0604020202020204" pitchFamily="34" charset="0"/>
              </a:rPr>
              <a:t> system </a:t>
            </a:r>
          </a:p>
          <a:p>
            <a:pPr eaLnBrk="1" hangingPunct="1">
              <a:buSzTx/>
            </a:pPr>
            <a:r>
              <a:rPr lang="en-US" altLang="en-US" dirty="0">
                <a:solidFill>
                  <a:schemeClr val="accent2"/>
                </a:solidFill>
              </a:rPr>
              <a:t>Strengthen customer and supplier intimacy</a:t>
            </a:r>
          </a:p>
          <a:p>
            <a:pPr lvl="1" eaLnBrk="1" hangingPunct="1"/>
            <a:r>
              <a:rPr lang="en-US" altLang="en-US" dirty="0"/>
              <a:t>Use information systems to develop strong ties and loyalty with customers and suppliers</a:t>
            </a:r>
          </a:p>
          <a:p>
            <a:pPr lvl="1" eaLnBrk="1" hangingPunct="1"/>
            <a:r>
              <a:rPr lang="en-US" altLang="en-US" dirty="0"/>
              <a:t>Increase switching costs</a:t>
            </a:r>
          </a:p>
          <a:p>
            <a:pPr lvl="1" eaLnBrk="1" hangingPunct="1"/>
            <a:r>
              <a:rPr lang="en-US" altLang="en-US" dirty="0"/>
              <a:t>Examples: Toyota, Amazon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4">
            <a:extLst>
              <a:ext uri="{FF2B5EF4-FFF2-40B4-BE49-F238E27FC236}">
                <a16:creationId xmlns:a16="http://schemas.microsoft.com/office/drawing/2014/main" id="{1767AA28-6959-1F64-B9EA-273B92C30C8C}"/>
              </a:ext>
            </a:extLst>
          </p:cNvPr>
          <p:cNvSpPr>
            <a:spLocks noGrp="1"/>
          </p:cNvSpPr>
          <p:nvPr>
            <p:ph type="title"/>
          </p:nvPr>
        </p:nvSpPr>
        <p:spPr/>
        <p:txBody>
          <a:bodyPr/>
          <a:lstStyle/>
          <a:p>
            <a:pPr eaLnBrk="1" hangingPunct="1"/>
            <a:r>
              <a:rPr lang="en-US" altLang="en-US"/>
              <a:t>The Internet’s Impact on Competitive Advantage</a:t>
            </a:r>
          </a:p>
        </p:txBody>
      </p:sp>
      <p:sp>
        <p:nvSpPr>
          <p:cNvPr id="94211" name="Content Placeholder 2">
            <a:extLst>
              <a:ext uri="{FF2B5EF4-FFF2-40B4-BE49-F238E27FC236}">
                <a16:creationId xmlns:a16="http://schemas.microsoft.com/office/drawing/2014/main" id="{5DBF0DCE-7D88-AB24-0406-B0EDC18B9B0C}"/>
              </a:ext>
            </a:extLst>
          </p:cNvPr>
          <p:cNvSpPr>
            <a:spLocks noGrp="1"/>
          </p:cNvSpPr>
          <p:nvPr>
            <p:ph idx="1"/>
          </p:nvPr>
        </p:nvSpPr>
        <p:spPr bwMode="auto"/>
        <p:txBody>
          <a:bodyPr wrap="square" numCol="1" anchor="t" anchorCtr="0" compatLnSpc="1">
            <a:prstTxWarp prst="textNoShape">
              <a:avLst/>
            </a:prstTxWarp>
            <a:normAutofit fontScale="92500"/>
          </a:bodyPr>
          <a:lstStyle/>
          <a:p>
            <a:pPr eaLnBrk="1" hangingPunct="1">
              <a:buSzTx/>
            </a:pPr>
            <a:r>
              <a:rPr lang="en-US" altLang="en-US" sz="2400">
                <a:solidFill>
                  <a:srgbClr val="C00000"/>
                </a:solidFill>
              </a:rPr>
              <a:t>Transformation</a:t>
            </a:r>
            <a:r>
              <a:rPr lang="en-US" altLang="en-US" sz="2400"/>
              <a:t> or </a:t>
            </a:r>
            <a:r>
              <a:rPr lang="en-US" altLang="en-US" sz="2400">
                <a:solidFill>
                  <a:srgbClr val="C00000"/>
                </a:solidFill>
              </a:rPr>
              <a:t>threat</a:t>
            </a:r>
            <a:r>
              <a:rPr lang="en-US" altLang="en-US" sz="2400"/>
              <a:t> to some industries</a:t>
            </a:r>
          </a:p>
          <a:p>
            <a:pPr lvl="1" eaLnBrk="1" hangingPunct="1"/>
            <a:r>
              <a:rPr lang="en-US" altLang="en-US"/>
              <a:t>Examples: travel agency, printed encyclopedia, media</a:t>
            </a:r>
          </a:p>
          <a:p>
            <a:pPr eaLnBrk="1" hangingPunct="1">
              <a:buSzTx/>
            </a:pPr>
            <a:r>
              <a:rPr lang="en-US" altLang="en-US" sz="2400"/>
              <a:t>Competitive forces still at work, but rivalry more intense</a:t>
            </a:r>
          </a:p>
          <a:p>
            <a:pPr eaLnBrk="1" hangingPunct="1">
              <a:buSzTx/>
            </a:pPr>
            <a:r>
              <a:rPr lang="en-US" altLang="en-US" sz="2400"/>
              <a:t>Internet is based on Universal standards that allows new rivals, new entry to the market, compete on price alone</a:t>
            </a:r>
          </a:p>
          <a:p>
            <a:pPr eaLnBrk="1" hangingPunct="1">
              <a:buSzTx/>
            </a:pPr>
            <a:r>
              <a:rPr lang="en-US" altLang="en-US" sz="2400"/>
              <a:t>New opportunities for building brands and loyal customer bases (i.e. Amazon, eBay, iTunes, Facebook, Google)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1DF89858-25DE-5E86-FC0C-3CD95BD37667}"/>
              </a:ext>
            </a:extLst>
          </p:cNvPr>
          <p:cNvSpPr>
            <a:spLocks noGrp="1"/>
          </p:cNvSpPr>
          <p:nvPr>
            <p:ph type="title"/>
          </p:nvPr>
        </p:nvSpPr>
        <p:spPr/>
        <p:txBody>
          <a:bodyPr/>
          <a:lstStyle/>
          <a:p>
            <a:pPr eaLnBrk="1" hangingPunct="1"/>
            <a:r>
              <a:rPr lang="en-US" altLang="en-US"/>
              <a:t>Smart Products and the Internet of Things</a:t>
            </a:r>
          </a:p>
        </p:txBody>
      </p:sp>
      <p:sp>
        <p:nvSpPr>
          <p:cNvPr id="96259" name="Content Placeholder 2">
            <a:extLst>
              <a:ext uri="{FF2B5EF4-FFF2-40B4-BE49-F238E27FC236}">
                <a16:creationId xmlns:a16="http://schemas.microsoft.com/office/drawing/2014/main" id="{71B1ABB1-48CC-6A48-9E38-DC7644E98516}"/>
              </a:ext>
            </a:extLst>
          </p:cNvPr>
          <p:cNvSpPr>
            <a:spLocks noGrp="1"/>
          </p:cNvSpPr>
          <p:nvPr>
            <p:ph idx="1"/>
          </p:nvPr>
        </p:nvSpPr>
        <p:spPr bwMode="auto"/>
        <p:txBody>
          <a:bodyPr wrap="square" numCol="1" anchor="t" anchorCtr="0" compatLnSpc="1">
            <a:prstTxWarp prst="textNoShape">
              <a:avLst/>
            </a:prstTxWarp>
            <a:normAutofit fontScale="92500" lnSpcReduction="20000"/>
          </a:bodyPr>
          <a:lstStyle/>
          <a:p>
            <a:pPr eaLnBrk="1" hangingPunct="1">
              <a:buSzTx/>
            </a:pPr>
            <a:r>
              <a:rPr lang="en-US" altLang="en-US" sz="2400" dirty="0"/>
              <a:t>Internet of Things (IoT)</a:t>
            </a:r>
          </a:p>
          <a:p>
            <a:pPr lvl="1" eaLnBrk="1" hangingPunct="1"/>
            <a:r>
              <a:rPr lang="en-US" altLang="en-US" sz="1800" dirty="0"/>
              <a:t>Growing use of Internet-connected sensors in products</a:t>
            </a:r>
          </a:p>
          <a:p>
            <a:pPr eaLnBrk="1" hangingPunct="1">
              <a:buSzTx/>
            </a:pPr>
            <a:r>
              <a:rPr lang="en-US" altLang="en-US" sz="2400" dirty="0"/>
              <a:t>Smart products</a:t>
            </a:r>
          </a:p>
          <a:p>
            <a:pPr lvl="1" eaLnBrk="1" hangingPunct="1"/>
            <a:r>
              <a:rPr lang="en-US" altLang="en-US" sz="1800" dirty="0"/>
              <a:t>Fitness equipment, health trackers</a:t>
            </a:r>
          </a:p>
          <a:p>
            <a:pPr eaLnBrk="1" hangingPunct="1">
              <a:buSzTx/>
            </a:pPr>
            <a:r>
              <a:rPr lang="en-US" altLang="en-US" sz="2400" dirty="0"/>
              <a:t>Expand product differentiation opportunities</a:t>
            </a:r>
          </a:p>
          <a:p>
            <a:pPr lvl="1" eaLnBrk="1" hangingPunct="1"/>
            <a:r>
              <a:rPr lang="en-US" altLang="en-US" sz="1800" dirty="0"/>
              <a:t>Increasing rivalry between competitors</a:t>
            </a:r>
          </a:p>
          <a:p>
            <a:pPr eaLnBrk="1" hangingPunct="1">
              <a:buSzTx/>
            </a:pPr>
            <a:r>
              <a:rPr lang="en-US" altLang="en-US" sz="2400" dirty="0"/>
              <a:t>Raise switching costs</a:t>
            </a:r>
          </a:p>
          <a:p>
            <a:pPr eaLnBrk="1" hangingPunct="1">
              <a:buSzTx/>
            </a:pPr>
            <a:r>
              <a:rPr lang="en-US" altLang="en-US" sz="2400" dirty="0"/>
              <a:t>Inhibit new entrants</a:t>
            </a:r>
          </a:p>
          <a:p>
            <a:pPr eaLnBrk="1" hangingPunct="1">
              <a:buSzTx/>
            </a:pPr>
            <a:r>
              <a:rPr lang="en-US" altLang="en-US" sz="2400" dirty="0"/>
              <a:t>May decrease power of suppliers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4FA5B2F7-7E03-0D4C-932A-5E33D4EAB45C}"/>
              </a:ext>
            </a:extLst>
          </p:cNvPr>
          <p:cNvSpPr>
            <a:spLocks noGrp="1"/>
          </p:cNvSpPr>
          <p:nvPr>
            <p:ph type="title"/>
          </p:nvPr>
        </p:nvSpPr>
        <p:spPr/>
        <p:txBody>
          <a:bodyPr/>
          <a:lstStyle/>
          <a:p>
            <a:pPr eaLnBrk="1" hangingPunct="1"/>
            <a:r>
              <a:rPr lang="en-US" altLang="en-US"/>
              <a:t>The Business Value Chain Model</a:t>
            </a:r>
          </a:p>
        </p:txBody>
      </p:sp>
      <p:sp>
        <p:nvSpPr>
          <p:cNvPr id="100355" name="Content Placeholder 2">
            <a:extLst>
              <a:ext uri="{FF2B5EF4-FFF2-40B4-BE49-F238E27FC236}">
                <a16:creationId xmlns:a16="http://schemas.microsoft.com/office/drawing/2014/main" id="{5E393EC8-CD59-F61E-8F9B-1C9386B976DF}"/>
              </a:ext>
            </a:extLst>
          </p:cNvPr>
          <p:cNvSpPr>
            <a:spLocks noGrp="1"/>
          </p:cNvSpPr>
          <p:nvPr>
            <p:ph idx="1"/>
          </p:nvPr>
        </p:nvSpPr>
        <p:spPr bwMode="auto">
          <a:xfrm>
            <a:off x="457200" y="1981200"/>
            <a:ext cx="8229600" cy="4876800"/>
          </a:xfrm>
        </p:spPr>
        <p:txBody>
          <a:bodyPr wrap="square" numCol="1" anchor="t" anchorCtr="0" compatLnSpc="1">
            <a:prstTxWarp prst="textNoShape">
              <a:avLst/>
            </a:prstTxWarp>
            <a:normAutofit/>
          </a:bodyPr>
          <a:lstStyle/>
          <a:p>
            <a:pPr eaLnBrk="1" hangingPunct="1">
              <a:buSzTx/>
              <a:buFont typeface="Arial" panose="020B0604020202020204" pitchFamily="34" charset="0"/>
              <a:buChar char="–"/>
            </a:pPr>
            <a:r>
              <a:rPr lang="en-US" altLang="en-US" sz="2000" dirty="0"/>
              <a:t>Views the Firm as a series of activities that add value to products or services</a:t>
            </a:r>
          </a:p>
          <a:p>
            <a:pPr eaLnBrk="1" hangingPunct="1">
              <a:buSzTx/>
              <a:buFont typeface="Arial" panose="020B0604020202020204" pitchFamily="34" charset="0"/>
              <a:buChar char="–"/>
            </a:pPr>
            <a:r>
              <a:rPr lang="en-US" altLang="en-US" sz="2000" dirty="0"/>
              <a:t>Highlights specific activities in the business where competitive strategies can best be applied</a:t>
            </a:r>
          </a:p>
          <a:p>
            <a:pPr lvl="1" eaLnBrk="1" hangingPunct="1">
              <a:buFont typeface="Arial" panose="020B0604020202020204" pitchFamily="34" charset="0"/>
              <a:buChar char="•"/>
            </a:pPr>
            <a:r>
              <a:rPr lang="en-US" altLang="en-US" dirty="0"/>
              <a:t>Primary activities (</a:t>
            </a:r>
            <a:r>
              <a:rPr lang="en-US" altLang="en-US" i="1" dirty="0">
                <a:solidFill>
                  <a:srgbClr val="C00000"/>
                </a:solidFill>
              </a:rPr>
              <a:t>directly related to the production and distribution of the firms products and services which create value for the customer</a:t>
            </a:r>
            <a:r>
              <a:rPr lang="en-US" altLang="en-US" dirty="0"/>
              <a:t>) </a:t>
            </a:r>
            <a:r>
              <a:rPr lang="en-US" altLang="en-US" b="1" dirty="0"/>
              <a:t>vs.</a:t>
            </a:r>
            <a:r>
              <a:rPr lang="en-US" altLang="en-US" dirty="0"/>
              <a:t> </a:t>
            </a:r>
          </a:p>
          <a:p>
            <a:pPr lvl="1" eaLnBrk="1" hangingPunct="1">
              <a:buFont typeface="Arial" panose="020B0604020202020204" pitchFamily="34" charset="0"/>
              <a:buChar char="•"/>
            </a:pPr>
            <a:r>
              <a:rPr lang="en-US" altLang="en-US" dirty="0"/>
              <a:t>support activities (</a:t>
            </a:r>
            <a:r>
              <a:rPr lang="en-US" altLang="en-US" i="1" dirty="0">
                <a:solidFill>
                  <a:srgbClr val="C00000"/>
                </a:solidFill>
              </a:rPr>
              <a:t>make the delivery of the primary activities possible</a:t>
            </a:r>
            <a:r>
              <a:rPr lang="en-US" altLang="en-US" dirty="0"/>
              <a:t>)</a:t>
            </a:r>
          </a:p>
          <a:p>
            <a:pPr eaLnBrk="1" hangingPunct="1">
              <a:buSzTx/>
              <a:buFont typeface="Arial" panose="020B0604020202020204" pitchFamily="34" charset="0"/>
              <a:buChar char="–"/>
            </a:pPr>
            <a:r>
              <a:rPr lang="en-US" altLang="en-US" sz="2000" dirty="0"/>
              <a:t>At each stage, determine how information systems can improve operational efficiency and improve customer and supplier intimacy</a:t>
            </a:r>
          </a:p>
          <a:p>
            <a:pPr eaLnBrk="1" hangingPunct="1">
              <a:buSzTx/>
              <a:buFont typeface="Arial" panose="020B0604020202020204" pitchFamily="34" charset="0"/>
              <a:buChar char="–"/>
            </a:pPr>
            <a:r>
              <a:rPr lang="en-US" altLang="en-US" sz="2000" dirty="0"/>
              <a:t>It will cause in utilizing benchmarking and identifying industry best practices</a:t>
            </a:r>
            <a:r>
              <a:rPr lang="en-US" altLang="en-US" sz="2400" dirty="0"/>
              <a:t> </a:t>
            </a:r>
            <a:r>
              <a:rPr lang="en-US" altLang="en-US" sz="1400" i="1" dirty="0">
                <a:solidFill>
                  <a:srgbClr val="C00000"/>
                </a:solidFill>
              </a:rPr>
              <a:t>(see what others are doing)</a:t>
            </a:r>
            <a:endParaRPr lang="en-US" altLang="en-US" sz="1100" i="1" dirty="0">
              <a:solidFill>
                <a:srgbClr val="C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descr="Figure 3.4 illustrates the relationships between routines, business processes and firms.">
            <a:extLst>
              <a:ext uri="{FF2B5EF4-FFF2-40B4-BE49-F238E27FC236}">
                <a16:creationId xmlns:a16="http://schemas.microsoft.com/office/drawing/2014/main" id="{3D627485-7EAD-8276-0CC1-491E0FFDF379}"/>
              </a:ext>
            </a:extLst>
          </p:cNvPr>
          <p:cNvSpPr>
            <a:spLocks noGrp="1"/>
          </p:cNvSpPr>
          <p:nvPr>
            <p:ph type="title"/>
          </p:nvPr>
        </p:nvSpPr>
        <p:spPr/>
        <p:txBody>
          <a:bodyPr/>
          <a:lstStyle/>
          <a:p>
            <a:pPr eaLnBrk="1" hangingPunct="1"/>
            <a:r>
              <a:rPr lang="en-US" altLang="en-US" dirty="0">
                <a:solidFill>
                  <a:schemeClr val="accent2"/>
                </a:solidFill>
              </a:rPr>
              <a:t>The Value Chain Model</a:t>
            </a:r>
          </a:p>
        </p:txBody>
      </p:sp>
      <p:pic>
        <p:nvPicPr>
          <p:cNvPr id="102403" name="Picture 2" descr="Figure 3.9 illustrates the value chain model.">
            <a:extLst>
              <a:ext uri="{FF2B5EF4-FFF2-40B4-BE49-F238E27FC236}">
                <a16:creationId xmlns:a16="http://schemas.microsoft.com/office/drawing/2014/main" id="{39688C6F-3F57-C084-087D-7FDB0282BD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066799"/>
            <a:ext cx="7026275" cy="5524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ividend">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Dividend</Template>
  <TotalTime>17580</TotalTime>
  <Words>3147</Words>
  <Application>Microsoft Office PowerPoint</Application>
  <PresentationFormat>On-screen Show (4:3)</PresentationFormat>
  <Paragraphs>293</Paragraphs>
  <Slides>37</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MS PGothic</vt:lpstr>
      <vt:lpstr>Arial</vt:lpstr>
      <vt:lpstr>Gill Sans MT</vt:lpstr>
      <vt:lpstr>Wingdings 2</vt:lpstr>
      <vt:lpstr>Dividend</vt:lpstr>
      <vt:lpstr>Management Information Systems: Managing the Digital Firm</vt:lpstr>
      <vt:lpstr>Learning Objectives</vt:lpstr>
      <vt:lpstr>The Relationship Between Organizations and Information Technology</vt:lpstr>
      <vt:lpstr>The Two-Way Relationship Between Organizations and Information Technology</vt:lpstr>
      <vt:lpstr>What Is an Organization?</vt:lpstr>
      <vt:lpstr>Figure 3.2: The Technical Microeconomic Definition of the Organization</vt:lpstr>
      <vt:lpstr>The Technical Microeconomic Definition of the Organization</vt:lpstr>
      <vt:lpstr>The Behavioral View of Organizations</vt:lpstr>
      <vt:lpstr>Features of Organizations</vt:lpstr>
      <vt:lpstr>Routines and Business Processes</vt:lpstr>
      <vt:lpstr>Routines, Business Processes, and Firms</vt:lpstr>
      <vt:lpstr>Organizational Politics</vt:lpstr>
      <vt:lpstr>Organizational Culture</vt:lpstr>
      <vt:lpstr>Organizational Environments</vt:lpstr>
      <vt:lpstr>Environments and Organizations Have a Reciprocal Relationship</vt:lpstr>
      <vt:lpstr>Disruptive Technologies</vt:lpstr>
      <vt:lpstr>Organizational Structure</vt:lpstr>
      <vt:lpstr>Other Organizational Features</vt:lpstr>
      <vt:lpstr>1. Economic Impacts</vt:lpstr>
      <vt:lpstr>A. Transaction Cost Theory</vt:lpstr>
      <vt:lpstr>B. Agency Theory (=Principle-Agency Theory)</vt:lpstr>
      <vt:lpstr>2. Organizational and Behavioral Impacts</vt:lpstr>
      <vt:lpstr>Flattening Organizations</vt:lpstr>
      <vt:lpstr>Understanding Organizational Resistance to Change</vt:lpstr>
      <vt:lpstr>Organizational Resistance to Information System Innovations</vt:lpstr>
      <vt:lpstr>The Internet and Organizations</vt:lpstr>
      <vt:lpstr>Porter’s Competitive Forces Model (1 of 3)</vt:lpstr>
      <vt:lpstr>Porter’s Competitive Forces Model (2 of 3)</vt:lpstr>
      <vt:lpstr>Porter’s Competitive Forces Model (3 of 3)</vt:lpstr>
      <vt:lpstr>Porter’s Competitive Forces Model</vt:lpstr>
      <vt:lpstr>Information System Strategies for Dealing with Competitive Forces (1 of 3)</vt:lpstr>
      <vt:lpstr>Information System Strategies for Dealing with Competitive Forces (2 of 3)</vt:lpstr>
      <vt:lpstr>Information System Strategies for Dealing with Competitive Forces (3 of 3)</vt:lpstr>
      <vt:lpstr>The Internet’s Impact on Competitive Advantage</vt:lpstr>
      <vt:lpstr>Smart Products and the Internet of Things</vt:lpstr>
      <vt:lpstr>The Business Value Chain Model</vt:lpstr>
      <vt:lpstr>The Value Chain Model</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Management Information Systems:  Managing the Digital Firm, 15th edition</dc:subject>
  <dc:creator>Kenneth C. Laudon/Jane P. Laudon</dc:creator>
  <cp:keywords>Management Information Systems</cp:keywords>
  <cp:lastModifiedBy>Dr. Fatema Yusuf Mohamed Alsebaie</cp:lastModifiedBy>
  <cp:revision>304</cp:revision>
  <dcterms:created xsi:type="dcterms:W3CDTF">2014-07-14T20:04:21Z</dcterms:created>
  <dcterms:modified xsi:type="dcterms:W3CDTF">2024-10-21T05:05:32Z</dcterms:modified>
  <cp:category>Information Systems</cp:category>
</cp:coreProperties>
</file>